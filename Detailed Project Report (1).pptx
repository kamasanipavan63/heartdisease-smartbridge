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19.xml" ContentType="application/vnd.openxmlformats-officedocument.presentationml.slide+xml"/>
  <Override PartName="/ppt/slides/slide20.xml" ContentType="application/vnd.openxmlformats-officedocument.presentationml.slide+xml"/>
  <Override PartName="/ppt/notesSlides/notesSlide18.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embedTrueTypeFonts="1" saveSubsetFonts="1" strictFirstAndLastChars="0">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Lst>
  <p:sldSz type="screen16x9" cy="5143500" cx="9144000"/>
  <p:notesSz cx="6858000" cy="9144000"/>
  <p:embeddedFontLst>
    <p:embeddedFont>
      <p:font typeface="Dubai Medium" panose="020B0603030403030204" pitchFamily="34" charset="-78"/>
      <p:regular r:id="rId23"/>
      <p:italic r:id="rId24"/>
    </p:embeddedFont>
    <p:embeddedFont>
      <p:font typeface="Lilita One" panose="020B0604020202020204" charset="0"/>
      <p:regular r:id="rId25"/>
    </p:embeddedFont>
    <p:embeddedFont>
      <p:font typeface="Neucha" panose="020B0604020202020204" charset="0"/>
      <p:regular r:id="rId26"/>
    </p:embeddedFont>
    <p:embeddedFont>
      <p:font typeface="Nunito" pitchFamily="2" charset="0"/>
      <p:regular r:id="rId27"/>
      <p:bold r:id="rId28"/>
      <p:italic r:id="rId29"/>
      <p:boldItalic r:id="rId30"/>
    </p:embeddedFont>
    <p:embeddedFont>
      <p:font typeface="Nunito ExtraBold" pitchFamily="2" charset="0"/>
      <p:bold r:id="rId31"/>
      <p:boldItalic r:id="rId32"/>
    </p:embeddedFont>
  </p:embeddedFontLst>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a:tblStyle styleId="{C35B39AF-A8C1-4F6A-8C6E-4AF63FB541D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p:restoredTop sz="94660"/>
  </p:normalViewPr>
  <p:slideViewPr>
    <p:cSldViewPr snapToGrid="0">
      <p:cViewPr varScale="1">
        <p:scale>
          <a:sx n="103" d="100"/>
          <a:sy n="103" d="100"/>
        </p:scale>
        <p:origin x="874" y="77"/>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 Id="rId27" Type="http://schemas.openxmlformats.org/officeDocument/2006/relationships/font" Target="fonts/font5.fntdata"/><Relationship Id="rId28" Type="http://schemas.openxmlformats.org/officeDocument/2006/relationships/font" Target="fonts/font6.fntdata"/><Relationship Id="rId29" Type="http://schemas.openxmlformats.org/officeDocument/2006/relationships/font" Target="fonts/font7.fntdata"/><Relationship Id="rId30" Type="http://schemas.openxmlformats.org/officeDocument/2006/relationships/font" Target="fonts/font8.fntdata"/><Relationship Id="rId31" Type="http://schemas.openxmlformats.org/officeDocument/2006/relationships/font" Target="fonts/font9.fntdata"/><Relationship Id="rId32" Type="http://schemas.openxmlformats.org/officeDocument/2006/relationships/font" Target="fonts/font10.fntdata"/><Relationship Id="rId33" Type="http://schemas.openxmlformats.org/officeDocument/2006/relationships/tableStyles" Target="tableStyles.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54" name="Shape 2"/>
        <p:cNvGrpSpPr/>
        <p:nvPr/>
      </p:nvGrpSpPr>
      <p:grpSpPr>
        <a:xfrm>
          <a:off x="0" y="0"/>
          <a:ext cx="0" cy="0"/>
          <a:chOff x="0" y="0"/>
          <a:chExt cx="0" cy="0"/>
        </a:xfrm>
      </p:grpSpPr>
      <p:sp>
        <p:nvSpPr>
          <p:cNvPr id="1049960" name="Google Shape;3;n"/>
          <p:cNvSpPr>
            <a:spLocks noChangeAspect="1" noRot="1" noGrp="1"/>
          </p:cNvSpPr>
          <p:nvPr>
            <p:ph type="sldImg" idx="2"/>
          </p:nvPr>
        </p:nvSpPr>
        <p:spPr>
          <a:xfrm>
            <a:off x="381300" y="685800"/>
            <a:ext cx="6096075"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9961" name="Google Shape;4;n"/>
          <p:cNvSpPr txBox="1">
            <a:spLocks noGrp="1"/>
          </p:cNvSpPr>
          <p:nvPr>
            <p:ph type="body" idx="1"/>
          </p:nvPr>
        </p:nvSpPr>
        <p:spPr>
          <a:xfrm>
            <a:off x="685800" y="4343400"/>
            <a:ext cx="5486400" cy="4114800"/>
          </a:xfrm>
          <a:prstGeom prst="rect"/>
          <a:noFill/>
          <a:ln>
            <a:noFill/>
          </a:ln>
        </p:spPr>
        <p:txBody>
          <a:bodyPr anchor="t" anchorCtr="0" bIns="91425" lIns="91425" rIns="91425" spcFirstLastPara="1" tIns="91425" wrap="square">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hlink="hlink" folHlink="folHlink"/>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 name="Shape 2600"/>
        <p:cNvGrpSpPr/>
        <p:nvPr/>
      </p:nvGrpSpPr>
      <p:grpSpPr>
        <a:xfrm>
          <a:off x="0" y="0"/>
          <a:ext cx="0" cy="0"/>
          <a:chOff x="0" y="0"/>
          <a:chExt cx="0" cy="0"/>
        </a:xfrm>
      </p:grpSpPr>
      <p:sp>
        <p:nvSpPr>
          <p:cNvPr id="1048746" name="Google Shape;2601;p: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747" name="Google Shape;2602;p: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 name="Shape 2674"/>
        <p:cNvGrpSpPr/>
        <p:nvPr/>
      </p:nvGrpSpPr>
      <p:grpSpPr>
        <a:xfrm>
          <a:off x="0" y="0"/>
          <a:ext cx="0" cy="0"/>
          <a:chOff x="0" y="0"/>
          <a:chExt cx="0" cy="0"/>
        </a:xfrm>
      </p:grpSpPr>
      <p:sp>
        <p:nvSpPr>
          <p:cNvPr id="1048852" name="Google Shape;2675;g8c453551a3_0_4: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853" name="Google Shape;2676;g8c453551a3_0_4: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 name="Shape 2683"/>
        <p:cNvGrpSpPr/>
        <p:nvPr/>
      </p:nvGrpSpPr>
      <p:grpSpPr>
        <a:xfrm>
          <a:off x="0" y="0"/>
          <a:ext cx="0" cy="0"/>
          <a:chOff x="0" y="0"/>
          <a:chExt cx="0" cy="0"/>
        </a:xfrm>
      </p:grpSpPr>
      <p:sp>
        <p:nvSpPr>
          <p:cNvPr id="1048939" name="Google Shape;2684;g8c453551a3_0_64: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940" name="Google Shape;2685;g8c453551a3_0_64: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 name="Shape 2715"/>
        <p:cNvGrpSpPr/>
        <p:nvPr/>
      </p:nvGrpSpPr>
      <p:grpSpPr>
        <a:xfrm>
          <a:off x="0" y="0"/>
          <a:ext cx="0" cy="0"/>
          <a:chOff x="0" y="0"/>
          <a:chExt cx="0" cy="0"/>
        </a:xfrm>
      </p:grpSpPr>
      <p:sp>
        <p:nvSpPr>
          <p:cNvPr id="1049020" name="Google Shape;2716;g11ecabaa1bc_0_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9021" name="Google Shape;2717;g11ecabaa1bc_0_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 name="Shape 2739"/>
        <p:cNvGrpSpPr/>
        <p:nvPr/>
      </p:nvGrpSpPr>
      <p:grpSpPr>
        <a:xfrm>
          <a:off x="0" y="0"/>
          <a:ext cx="0" cy="0"/>
          <a:chOff x="0" y="0"/>
          <a:chExt cx="0" cy="0"/>
        </a:xfrm>
      </p:grpSpPr>
      <p:sp>
        <p:nvSpPr>
          <p:cNvPr id="1049143" name="Google Shape;2740;g8c453551a3_0_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9144" name="Google Shape;2741;g8c453551a3_0_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 name="Shape 2750"/>
        <p:cNvGrpSpPr/>
        <p:nvPr/>
      </p:nvGrpSpPr>
      <p:grpSpPr>
        <a:xfrm>
          <a:off x="0" y="0"/>
          <a:ext cx="0" cy="0"/>
          <a:chOff x="0" y="0"/>
          <a:chExt cx="0" cy="0"/>
        </a:xfrm>
      </p:grpSpPr>
      <p:sp>
        <p:nvSpPr>
          <p:cNvPr id="1049267" name="Google Shape;2751;g8c453551a3_0_12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9268" name="Google Shape;2752;g8c453551a3_0_12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2750"/>
        <p:cNvGrpSpPr/>
        <p:nvPr/>
      </p:nvGrpSpPr>
      <p:grpSpPr>
        <a:xfrm>
          <a:off x="0" y="0"/>
          <a:ext cx="0" cy="0"/>
          <a:chOff x="0" y="0"/>
          <a:chExt cx="0" cy="0"/>
        </a:xfrm>
      </p:grpSpPr>
      <p:sp>
        <p:nvSpPr>
          <p:cNvPr id="1049274" name="Google Shape;2751;g8c453551a3_0_12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9275" name="Google Shape;2752;g8c453551a3_0_12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 name="Shape 2750"/>
        <p:cNvGrpSpPr/>
        <p:nvPr/>
      </p:nvGrpSpPr>
      <p:grpSpPr>
        <a:xfrm>
          <a:off x="0" y="0"/>
          <a:ext cx="0" cy="0"/>
          <a:chOff x="0" y="0"/>
          <a:chExt cx="0" cy="0"/>
        </a:xfrm>
      </p:grpSpPr>
      <p:sp>
        <p:nvSpPr>
          <p:cNvPr id="1049281" name="Google Shape;2751;g8c453551a3_0_12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9282" name="Google Shape;2752;g8c453551a3_0_12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2857"/>
        <p:cNvGrpSpPr/>
        <p:nvPr/>
      </p:nvGrpSpPr>
      <p:grpSpPr>
        <a:xfrm>
          <a:off x="0" y="0"/>
          <a:ext cx="0" cy="0"/>
          <a:chOff x="0" y="0"/>
          <a:chExt cx="0" cy="0"/>
        </a:xfrm>
      </p:grpSpPr>
      <p:sp>
        <p:nvSpPr>
          <p:cNvPr id="1049375" name="Google Shape;2858;g11ed4d9bfa4_0_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9376" name="Google Shape;2859;g11ed4d9bfa4_0_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 name="Shape 2866"/>
        <p:cNvGrpSpPr/>
        <p:nvPr/>
      </p:nvGrpSpPr>
      <p:grpSpPr>
        <a:xfrm>
          <a:off x="0" y="0"/>
          <a:ext cx="0" cy="0"/>
          <a:chOff x="0" y="0"/>
          <a:chExt cx="0" cy="0"/>
        </a:xfrm>
      </p:grpSpPr>
      <p:sp>
        <p:nvSpPr>
          <p:cNvPr id="1049467" name="Google Shape;2867;g867aee8ab8_0_4: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9468" name="Google Shape;2868;g867aee8ab8_0_4: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2866"/>
        <p:cNvGrpSpPr/>
        <p:nvPr/>
      </p:nvGrpSpPr>
      <p:grpSpPr>
        <a:xfrm>
          <a:off x="0" y="0"/>
          <a:ext cx="0" cy="0"/>
          <a:chOff x="0" y="0"/>
          <a:chExt cx="0" cy="0"/>
        </a:xfrm>
      </p:grpSpPr>
      <p:sp>
        <p:nvSpPr>
          <p:cNvPr id="1049475" name="Google Shape;2867;g867aee8ab8_0_4: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9476" name="Google Shape;2868;g867aee8ab8_0_4: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 name="Shape 2866"/>
        <p:cNvGrpSpPr/>
        <p:nvPr/>
      </p:nvGrpSpPr>
      <p:grpSpPr>
        <a:xfrm>
          <a:off x="0" y="0"/>
          <a:ext cx="0" cy="0"/>
          <a:chOff x="0" y="0"/>
          <a:chExt cx="0" cy="0"/>
        </a:xfrm>
      </p:grpSpPr>
      <p:sp>
        <p:nvSpPr>
          <p:cNvPr id="1049483" name="Google Shape;2867;g867aee8ab8_0_4: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9484" name="Google Shape;2868;g867aee8ab8_0_4: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 name="Shape 2866"/>
        <p:cNvGrpSpPr/>
        <p:nvPr/>
      </p:nvGrpSpPr>
      <p:grpSpPr>
        <a:xfrm>
          <a:off x="0" y="0"/>
          <a:ext cx="0" cy="0"/>
          <a:chOff x="0" y="0"/>
          <a:chExt cx="0" cy="0"/>
        </a:xfrm>
      </p:grpSpPr>
      <p:sp>
        <p:nvSpPr>
          <p:cNvPr id="1049491" name="Google Shape;2867;g867aee8ab8_0_4: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9492" name="Google Shape;2868;g867aee8ab8_0_4: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7" name="Shape 2866"/>
        <p:cNvGrpSpPr/>
        <p:nvPr/>
      </p:nvGrpSpPr>
      <p:grpSpPr>
        <a:xfrm>
          <a:off x="0" y="0"/>
          <a:ext cx="0" cy="0"/>
          <a:chOff x="0" y="0"/>
          <a:chExt cx="0" cy="0"/>
        </a:xfrm>
      </p:grpSpPr>
      <p:sp>
        <p:nvSpPr>
          <p:cNvPr id="1049499" name="Google Shape;2867;g867aee8ab8_0_4: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9500" name="Google Shape;2868;g867aee8ab8_0_4: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2866"/>
        <p:cNvGrpSpPr/>
        <p:nvPr/>
      </p:nvGrpSpPr>
      <p:grpSpPr>
        <a:xfrm>
          <a:off x="0" y="0"/>
          <a:ext cx="0" cy="0"/>
          <a:chOff x="0" y="0"/>
          <a:chExt cx="0" cy="0"/>
        </a:xfrm>
      </p:grpSpPr>
      <p:sp>
        <p:nvSpPr>
          <p:cNvPr id="1049507" name="Google Shape;2867;g867aee8ab8_0_4: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9508" name="Google Shape;2868;g867aee8ab8_0_4: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2866"/>
        <p:cNvGrpSpPr/>
        <p:nvPr/>
      </p:nvGrpSpPr>
      <p:grpSpPr>
        <a:xfrm>
          <a:off x="0" y="0"/>
          <a:ext cx="0" cy="0"/>
          <a:chOff x="0" y="0"/>
          <a:chExt cx="0" cy="0"/>
        </a:xfrm>
      </p:grpSpPr>
      <p:sp>
        <p:nvSpPr>
          <p:cNvPr id="1049515" name="Google Shape;2867;g867aee8ab8_0_4: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9516" name="Google Shape;2868;g867aee8ab8_0_4: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2888"/>
        <p:cNvGrpSpPr/>
        <p:nvPr/>
      </p:nvGrpSpPr>
      <p:grpSpPr>
        <a:xfrm>
          <a:off x="0" y="0"/>
          <a:ext cx="0" cy="0"/>
          <a:chOff x="0" y="0"/>
          <a:chExt cx="0" cy="0"/>
        </a:xfrm>
      </p:grpSpPr>
      <p:sp>
        <p:nvSpPr>
          <p:cNvPr id="1049607" name="Google Shape;2889;g11ed4d9bfa4_0_10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9608" name="Google Shape;2890;g11ed4d9bfa4_0_10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6267"/>
        <p:cNvGrpSpPr/>
        <p:nvPr/>
      </p:nvGrpSpPr>
      <p:grpSpPr>
        <a:xfrm>
          <a:off x="0" y="0"/>
          <a:ext cx="0" cy="0"/>
          <a:chOff x="0" y="0"/>
          <a:chExt cx="0" cy="0"/>
        </a:xfrm>
      </p:grpSpPr>
      <p:sp>
        <p:nvSpPr>
          <p:cNvPr id="1049816" name="Google Shape;6268;g8e76642398_0_44: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9817" name="Google Shape;6269;g8e76642398_0_44: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hyperlink" Target="https://slidesgo.com/" TargetMode="External"/><Relationship Id="rId2" Type="http://schemas.openxmlformats.org/officeDocument/2006/relationships/hyperlink" Target="https://www.flaticon.com/" TargetMode="External"/><Relationship Id="rId3" Type="http://schemas.openxmlformats.org/officeDocument/2006/relationships/hyperlink" Target="https://www.freepik.com/" TargetMode="External"/><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29" name="Shape 8"/>
        <p:cNvGrpSpPr/>
        <p:nvPr/>
      </p:nvGrpSpPr>
      <p:grpSpPr>
        <a:xfrm>
          <a:off x="0" y="0"/>
          <a:ext cx="0" cy="0"/>
          <a:chOff x="0" y="0"/>
          <a:chExt cx="0" cy="0"/>
        </a:xfrm>
      </p:grpSpPr>
      <p:sp>
        <p:nvSpPr>
          <p:cNvPr id="1048578" name="Google Shape;9;p2"/>
          <p:cNvSpPr txBox="1">
            <a:spLocks noGrp="1"/>
          </p:cNvSpPr>
          <p:nvPr>
            <p:ph type="ctrTitle"/>
          </p:nvPr>
        </p:nvSpPr>
        <p:spPr>
          <a:xfrm>
            <a:off x="713325" y="1242425"/>
            <a:ext cx="4425900" cy="2052600"/>
          </a:xfrm>
          <a:prstGeom prst="rect"/>
        </p:spPr>
        <p:txBody>
          <a:bodyPr anchor="b" anchorCtr="0" bIns="91425" lIns="91425" rIns="91425" spcFirstLastPara="1" tIns="91425" wrap="square">
            <a:noAutofit/>
          </a:bodyPr>
          <a:lstStyle>
            <a:lvl1pPr algn="ctr" lvl="0" rtl="0">
              <a:spcBef>
                <a:spcPts val="0"/>
              </a:spcBef>
              <a:spcAft>
                <a:spcPts val="0"/>
              </a:spcAft>
              <a:buSzPts val="5200"/>
              <a:buFont typeface="Lilita One"/>
              <a:buNone/>
              <a:defRPr sz="5200">
                <a:latin typeface="Lilita One"/>
                <a:ea typeface="Lilita One"/>
                <a:cs typeface="Lilita One"/>
                <a:sym typeface="Lilita One"/>
              </a:defRPr>
            </a:lvl1pPr>
            <a:lvl2pPr algn="ctr" lvl="1" rtl="0">
              <a:spcBef>
                <a:spcPts val="0"/>
              </a:spcBef>
              <a:spcAft>
                <a:spcPts val="0"/>
              </a:spcAft>
              <a:buSzPts val="5200"/>
              <a:buNone/>
              <a:defRPr sz="5200"/>
            </a:lvl2pPr>
            <a:lvl3pPr algn="ctr" lvl="2" rtl="0">
              <a:spcBef>
                <a:spcPts val="0"/>
              </a:spcBef>
              <a:spcAft>
                <a:spcPts val="0"/>
              </a:spcAft>
              <a:buSzPts val="5200"/>
              <a:buNone/>
              <a:defRPr sz="5200"/>
            </a:lvl3pPr>
            <a:lvl4pPr algn="ctr" lvl="3" rtl="0">
              <a:spcBef>
                <a:spcPts val="0"/>
              </a:spcBef>
              <a:spcAft>
                <a:spcPts val="0"/>
              </a:spcAft>
              <a:buSzPts val="5200"/>
              <a:buNone/>
              <a:defRPr sz="5200"/>
            </a:lvl4pPr>
            <a:lvl5pPr algn="ctr" lvl="4" rtl="0">
              <a:spcBef>
                <a:spcPts val="0"/>
              </a:spcBef>
              <a:spcAft>
                <a:spcPts val="0"/>
              </a:spcAft>
              <a:buSzPts val="5200"/>
              <a:buNone/>
              <a:defRPr sz="5200"/>
            </a:lvl5pPr>
            <a:lvl6pPr algn="ctr" lvl="5" rtl="0">
              <a:spcBef>
                <a:spcPts val="0"/>
              </a:spcBef>
              <a:spcAft>
                <a:spcPts val="0"/>
              </a:spcAft>
              <a:buSzPts val="5200"/>
              <a:buNone/>
              <a:defRPr sz="5200"/>
            </a:lvl6pPr>
            <a:lvl7pPr algn="ctr" lvl="6" rtl="0">
              <a:spcBef>
                <a:spcPts val="0"/>
              </a:spcBef>
              <a:spcAft>
                <a:spcPts val="0"/>
              </a:spcAft>
              <a:buSzPts val="5200"/>
              <a:buNone/>
              <a:defRPr sz="5200"/>
            </a:lvl7pPr>
            <a:lvl8pPr algn="ctr" lvl="7" rtl="0">
              <a:spcBef>
                <a:spcPts val="0"/>
              </a:spcBef>
              <a:spcAft>
                <a:spcPts val="0"/>
              </a:spcAft>
              <a:buSzPts val="5200"/>
              <a:buNone/>
              <a:defRPr sz="5200"/>
            </a:lvl8pPr>
            <a:lvl9pPr algn="ctr" lvl="8" rtl="0">
              <a:spcBef>
                <a:spcPts val="0"/>
              </a:spcBef>
              <a:spcAft>
                <a:spcPts val="0"/>
              </a:spcAft>
              <a:buSzPts val="5200"/>
              <a:buNone/>
              <a:defRPr sz="5200"/>
            </a:lvl9pPr>
          </a:lstStyle>
          <a:p/>
        </p:txBody>
      </p:sp>
      <p:sp>
        <p:nvSpPr>
          <p:cNvPr id="1048579" name="Google Shape;10;p2"/>
          <p:cNvSpPr txBox="1">
            <a:spLocks noGrp="1"/>
          </p:cNvSpPr>
          <p:nvPr>
            <p:ph type="subTitle" idx="1"/>
          </p:nvPr>
        </p:nvSpPr>
        <p:spPr>
          <a:xfrm>
            <a:off x="1396725" y="3157475"/>
            <a:ext cx="3059100" cy="717000"/>
          </a:xfrm>
          <a:prstGeom prst="rect"/>
        </p:spPr>
        <p:txBody>
          <a:bodyPr anchor="t" anchorCtr="0" bIns="91425" lIns="91425" rIns="91425" spcFirstLastPara="1" tIns="91425" wrap="square">
            <a:noAutofit/>
          </a:bodyPr>
          <a:lstStyle>
            <a:lvl1pPr algn="ctr" lvl="0" rtl="0">
              <a:lnSpc>
                <a:spcPct val="100000"/>
              </a:lnSpc>
              <a:spcBef>
                <a:spcPts val="0"/>
              </a:spcBef>
              <a:spcAft>
                <a:spcPts val="0"/>
              </a:spcAft>
              <a:buSzPts val="2800"/>
              <a:buNone/>
            </a:lvl1pPr>
            <a:lvl2pPr algn="ctr" lvl="1" rtl="0">
              <a:lnSpc>
                <a:spcPct val="100000"/>
              </a:lnSpc>
              <a:spcBef>
                <a:spcPts val="0"/>
              </a:spcBef>
              <a:spcAft>
                <a:spcPts val="0"/>
              </a:spcAft>
              <a:buSzPts val="2800"/>
              <a:buNone/>
              <a:defRPr sz="2800"/>
            </a:lvl2pPr>
            <a:lvl3pPr algn="ctr" lvl="2" rtl="0">
              <a:lnSpc>
                <a:spcPct val="100000"/>
              </a:lnSpc>
              <a:spcBef>
                <a:spcPts val="0"/>
              </a:spcBef>
              <a:spcAft>
                <a:spcPts val="0"/>
              </a:spcAft>
              <a:buSzPts val="2800"/>
              <a:buNone/>
              <a:defRPr sz="2800"/>
            </a:lvl3pPr>
            <a:lvl4pPr algn="ctr" lvl="3" rtl="0">
              <a:lnSpc>
                <a:spcPct val="100000"/>
              </a:lnSpc>
              <a:spcBef>
                <a:spcPts val="0"/>
              </a:spcBef>
              <a:spcAft>
                <a:spcPts val="0"/>
              </a:spcAft>
              <a:buSzPts val="2800"/>
              <a:buNone/>
              <a:defRPr sz="2800"/>
            </a:lvl4pPr>
            <a:lvl5pPr algn="ctr" lvl="4" rtl="0">
              <a:lnSpc>
                <a:spcPct val="100000"/>
              </a:lnSpc>
              <a:spcBef>
                <a:spcPts val="0"/>
              </a:spcBef>
              <a:spcAft>
                <a:spcPts val="0"/>
              </a:spcAft>
              <a:buSzPts val="2800"/>
              <a:buNone/>
              <a:defRPr sz="2800"/>
            </a:lvl5pPr>
            <a:lvl6pPr algn="ctr" lvl="5" rtl="0">
              <a:lnSpc>
                <a:spcPct val="100000"/>
              </a:lnSpc>
              <a:spcBef>
                <a:spcPts val="0"/>
              </a:spcBef>
              <a:spcAft>
                <a:spcPts val="0"/>
              </a:spcAft>
              <a:buSzPts val="2800"/>
              <a:buNone/>
              <a:defRPr sz="2800"/>
            </a:lvl6pPr>
            <a:lvl7pPr algn="ctr" lvl="6" rtl="0">
              <a:lnSpc>
                <a:spcPct val="100000"/>
              </a:lnSpc>
              <a:spcBef>
                <a:spcPts val="0"/>
              </a:spcBef>
              <a:spcAft>
                <a:spcPts val="0"/>
              </a:spcAft>
              <a:buSzPts val="2800"/>
              <a:buNone/>
              <a:defRPr sz="2800"/>
            </a:lvl7pPr>
            <a:lvl8pPr algn="ctr" lvl="7" rtl="0">
              <a:lnSpc>
                <a:spcPct val="100000"/>
              </a:lnSpc>
              <a:spcBef>
                <a:spcPts val="0"/>
              </a:spcBef>
              <a:spcAft>
                <a:spcPts val="0"/>
              </a:spcAft>
              <a:buSzPts val="2800"/>
              <a:buNone/>
              <a:defRPr sz="2800"/>
            </a:lvl8pPr>
            <a:lvl9pPr algn="ctr" lvl="8" rtl="0">
              <a:lnSpc>
                <a:spcPct val="100000"/>
              </a:lnSpc>
              <a:spcBef>
                <a:spcPts val="0"/>
              </a:spcBef>
              <a:spcAft>
                <a:spcPts val="0"/>
              </a:spcAft>
              <a:buSzPts val="2800"/>
              <a:buNone/>
              <a:defRPr sz="2800"/>
            </a:lvl9pPr>
          </a:lstStyle>
          <a:p/>
        </p:txBody>
      </p:sp>
      <p:sp>
        <p:nvSpPr>
          <p:cNvPr id="1048580" name="Google Shape;11;p2"/>
          <p:cNvSpPr/>
          <p:nvPr/>
        </p:nvSpPr>
        <p:spPr>
          <a:xfrm>
            <a:off x="0" y="0"/>
            <a:ext cx="3330303" cy="4665197"/>
          </a:xfrm>
          <a:custGeom>
            <a:avLst/>
            <a:ah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30" name="Google Shape;12;p2"/>
          <p:cNvGrpSpPr/>
          <p:nvPr/>
        </p:nvGrpSpPr>
        <p:grpSpPr>
          <a:xfrm>
            <a:off x="446475" y="3874475"/>
            <a:ext cx="996175" cy="685800"/>
            <a:chOff x="1379925" y="685000"/>
            <a:chExt cx="996175" cy="685800"/>
          </a:xfrm>
        </p:grpSpPr>
        <p:sp>
          <p:nvSpPr>
            <p:cNvPr id="1048581" name="Google Shape;13;p2"/>
            <p:cNvSpPr/>
            <p:nvPr/>
          </p:nvSpPr>
          <p:spPr>
            <a:xfrm>
              <a:off x="1379925" y="685000"/>
              <a:ext cx="996175" cy="685800"/>
            </a:xfrm>
            <a:custGeom>
              <a:avLst/>
              <a:ahLst/>
              <a:rect l="l" t="t" r="r" b="b"/>
              <a:pathLst>
                <a:path w="39847" h="27432" extrusionOk="0">
                  <a:moveTo>
                    <a:pt x="7049" y="1"/>
                  </a:moveTo>
                  <a:cubicBezTo>
                    <a:pt x="6004" y="1"/>
                    <a:pt x="5047" y="612"/>
                    <a:pt x="4594" y="1668"/>
                  </a:cubicBezTo>
                  <a:lnTo>
                    <a:pt x="614" y="11370"/>
                  </a:lnTo>
                  <a:cubicBezTo>
                    <a:pt x="1" y="12800"/>
                    <a:pt x="712" y="14435"/>
                    <a:pt x="2044" y="14950"/>
                  </a:cubicBezTo>
                  <a:lnTo>
                    <a:pt x="31673" y="27210"/>
                  </a:lnTo>
                  <a:cubicBezTo>
                    <a:pt x="32026" y="27361"/>
                    <a:pt x="32384" y="27431"/>
                    <a:pt x="32734" y="27431"/>
                  </a:cubicBezTo>
                  <a:cubicBezTo>
                    <a:pt x="33802" y="27431"/>
                    <a:pt x="34783" y="26777"/>
                    <a:pt x="35245" y="25779"/>
                  </a:cubicBezTo>
                  <a:lnTo>
                    <a:pt x="39233" y="15971"/>
                  </a:lnTo>
                  <a:cubicBezTo>
                    <a:pt x="39846" y="14639"/>
                    <a:pt x="39127" y="13004"/>
                    <a:pt x="37803" y="12391"/>
                  </a:cubicBezTo>
                  <a:lnTo>
                    <a:pt x="8174" y="238"/>
                  </a:lnTo>
                  <a:cubicBezTo>
                    <a:pt x="7800" y="77"/>
                    <a:pt x="7419" y="1"/>
                    <a:pt x="7049" y="1"/>
                  </a:cubicBez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82" name="Google Shape;14;p2"/>
            <p:cNvSpPr/>
            <p:nvPr/>
          </p:nvSpPr>
          <p:spPr>
            <a:xfrm>
              <a:off x="1530525" y="760450"/>
              <a:ext cx="132850" cy="129725"/>
            </a:xfrm>
            <a:custGeom>
              <a:avLst/>
              <a:ahLst/>
              <a:rect l="l" t="t" r="r" b="b"/>
              <a:pathLst>
                <a:path w="5314" h="5189" extrusionOk="0">
                  <a:moveTo>
                    <a:pt x="2604" y="0"/>
                  </a:moveTo>
                  <a:cubicBezTo>
                    <a:pt x="2144" y="0"/>
                    <a:pt x="1672" y="125"/>
                    <a:pt x="1227" y="383"/>
                  </a:cubicBezTo>
                  <a:cubicBezTo>
                    <a:pt x="1227" y="383"/>
                    <a:pt x="1129" y="383"/>
                    <a:pt x="1129" y="489"/>
                  </a:cubicBezTo>
                  <a:lnTo>
                    <a:pt x="924" y="489"/>
                  </a:lnTo>
                  <a:lnTo>
                    <a:pt x="924" y="587"/>
                  </a:lnTo>
                  <a:lnTo>
                    <a:pt x="818" y="587"/>
                  </a:lnTo>
                  <a:lnTo>
                    <a:pt x="818" y="693"/>
                  </a:lnTo>
                  <a:cubicBezTo>
                    <a:pt x="614" y="791"/>
                    <a:pt x="516" y="996"/>
                    <a:pt x="409" y="1200"/>
                  </a:cubicBezTo>
                  <a:lnTo>
                    <a:pt x="311" y="1200"/>
                  </a:lnTo>
                  <a:lnTo>
                    <a:pt x="311" y="1404"/>
                  </a:lnTo>
                  <a:lnTo>
                    <a:pt x="205" y="1404"/>
                  </a:lnTo>
                  <a:lnTo>
                    <a:pt x="205" y="1609"/>
                  </a:lnTo>
                  <a:lnTo>
                    <a:pt x="107" y="1609"/>
                  </a:lnTo>
                  <a:lnTo>
                    <a:pt x="107" y="1813"/>
                  </a:lnTo>
                  <a:lnTo>
                    <a:pt x="1" y="1919"/>
                  </a:lnTo>
                  <a:lnTo>
                    <a:pt x="1" y="2124"/>
                  </a:lnTo>
                  <a:lnTo>
                    <a:pt x="1" y="2328"/>
                  </a:lnTo>
                  <a:lnTo>
                    <a:pt x="1" y="2630"/>
                  </a:lnTo>
                  <a:lnTo>
                    <a:pt x="1" y="2835"/>
                  </a:lnTo>
                  <a:lnTo>
                    <a:pt x="1" y="2941"/>
                  </a:lnTo>
                  <a:lnTo>
                    <a:pt x="1" y="3039"/>
                  </a:lnTo>
                  <a:lnTo>
                    <a:pt x="1" y="3145"/>
                  </a:lnTo>
                  <a:cubicBezTo>
                    <a:pt x="1" y="3243"/>
                    <a:pt x="1" y="3243"/>
                    <a:pt x="107" y="3350"/>
                  </a:cubicBezTo>
                  <a:lnTo>
                    <a:pt x="107" y="3554"/>
                  </a:lnTo>
                  <a:lnTo>
                    <a:pt x="205" y="3652"/>
                  </a:lnTo>
                  <a:lnTo>
                    <a:pt x="205" y="3758"/>
                  </a:lnTo>
                  <a:cubicBezTo>
                    <a:pt x="311" y="3758"/>
                    <a:pt x="311" y="3856"/>
                    <a:pt x="311" y="3856"/>
                  </a:cubicBezTo>
                  <a:cubicBezTo>
                    <a:pt x="311" y="3963"/>
                    <a:pt x="409" y="3963"/>
                    <a:pt x="409" y="4061"/>
                  </a:cubicBezTo>
                  <a:cubicBezTo>
                    <a:pt x="614" y="4469"/>
                    <a:pt x="1022" y="4674"/>
                    <a:pt x="1333" y="4878"/>
                  </a:cubicBezTo>
                  <a:cubicBezTo>
                    <a:pt x="1431" y="4984"/>
                    <a:pt x="1537" y="4984"/>
                    <a:pt x="1635" y="4984"/>
                  </a:cubicBezTo>
                  <a:cubicBezTo>
                    <a:pt x="1635" y="5082"/>
                    <a:pt x="1742" y="5082"/>
                    <a:pt x="1840" y="5082"/>
                  </a:cubicBezTo>
                  <a:cubicBezTo>
                    <a:pt x="1946" y="5082"/>
                    <a:pt x="1946" y="5082"/>
                    <a:pt x="2044" y="5189"/>
                  </a:cubicBezTo>
                  <a:lnTo>
                    <a:pt x="2559" y="5189"/>
                  </a:lnTo>
                  <a:cubicBezTo>
                    <a:pt x="2968" y="5189"/>
                    <a:pt x="3376" y="5082"/>
                    <a:pt x="3679" y="4878"/>
                  </a:cubicBezTo>
                  <a:lnTo>
                    <a:pt x="3883" y="4878"/>
                  </a:lnTo>
                  <a:lnTo>
                    <a:pt x="3883" y="4780"/>
                  </a:lnTo>
                  <a:lnTo>
                    <a:pt x="3989" y="4780"/>
                  </a:lnTo>
                  <a:cubicBezTo>
                    <a:pt x="4087" y="4674"/>
                    <a:pt x="4087" y="4674"/>
                    <a:pt x="4194" y="4674"/>
                  </a:cubicBezTo>
                  <a:lnTo>
                    <a:pt x="4194" y="4576"/>
                  </a:lnTo>
                  <a:lnTo>
                    <a:pt x="4292" y="4576"/>
                  </a:lnTo>
                  <a:cubicBezTo>
                    <a:pt x="4292" y="4469"/>
                    <a:pt x="4398" y="4469"/>
                    <a:pt x="4398" y="4469"/>
                  </a:cubicBezTo>
                  <a:cubicBezTo>
                    <a:pt x="4398" y="4371"/>
                    <a:pt x="4398" y="4371"/>
                    <a:pt x="4496" y="4371"/>
                  </a:cubicBezTo>
                  <a:cubicBezTo>
                    <a:pt x="4496" y="4371"/>
                    <a:pt x="4496" y="4265"/>
                    <a:pt x="4602" y="4265"/>
                  </a:cubicBezTo>
                  <a:lnTo>
                    <a:pt x="4602" y="4167"/>
                  </a:lnTo>
                  <a:cubicBezTo>
                    <a:pt x="4700" y="4167"/>
                    <a:pt x="4700" y="4061"/>
                    <a:pt x="4700" y="4061"/>
                  </a:cubicBezTo>
                  <a:cubicBezTo>
                    <a:pt x="4700" y="3963"/>
                    <a:pt x="4807" y="3963"/>
                    <a:pt x="4807" y="3963"/>
                  </a:cubicBezTo>
                  <a:lnTo>
                    <a:pt x="4807" y="3856"/>
                  </a:lnTo>
                  <a:lnTo>
                    <a:pt x="4905" y="3758"/>
                  </a:lnTo>
                  <a:lnTo>
                    <a:pt x="4905" y="3652"/>
                  </a:lnTo>
                  <a:lnTo>
                    <a:pt x="5011" y="3554"/>
                  </a:lnTo>
                  <a:lnTo>
                    <a:pt x="5011" y="3448"/>
                  </a:lnTo>
                  <a:cubicBezTo>
                    <a:pt x="5313" y="2737"/>
                    <a:pt x="5215" y="1813"/>
                    <a:pt x="4700" y="1102"/>
                  </a:cubicBezTo>
                  <a:cubicBezTo>
                    <a:pt x="4180" y="384"/>
                    <a:pt x="3410" y="0"/>
                    <a:pt x="2604"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83" name="Google Shape;15;p2"/>
            <p:cNvSpPr/>
            <p:nvPr/>
          </p:nvSpPr>
          <p:spPr>
            <a:xfrm>
              <a:off x="1515200" y="747700"/>
              <a:ext cx="145725" cy="130475"/>
            </a:xfrm>
            <a:custGeom>
              <a:avLst/>
              <a:ahLst/>
              <a:rect l="l" t="t" r="r" b="b"/>
              <a:pathLst>
                <a:path w="5829" h="5219" extrusionOk="0">
                  <a:moveTo>
                    <a:pt x="2916" y="0"/>
                  </a:moveTo>
                  <a:cubicBezTo>
                    <a:pt x="1884" y="0"/>
                    <a:pt x="901" y="598"/>
                    <a:pt x="516" y="1612"/>
                  </a:cubicBezTo>
                  <a:cubicBezTo>
                    <a:pt x="1" y="2936"/>
                    <a:pt x="614" y="4473"/>
                    <a:pt x="1946" y="4979"/>
                  </a:cubicBezTo>
                  <a:cubicBezTo>
                    <a:pt x="2296" y="5142"/>
                    <a:pt x="2662" y="5218"/>
                    <a:pt x="3019" y="5218"/>
                  </a:cubicBezTo>
                  <a:cubicBezTo>
                    <a:pt x="4011" y="5218"/>
                    <a:pt x="4941" y="4629"/>
                    <a:pt x="5313" y="3655"/>
                  </a:cubicBezTo>
                  <a:cubicBezTo>
                    <a:pt x="5828" y="2323"/>
                    <a:pt x="5215" y="795"/>
                    <a:pt x="3883" y="182"/>
                  </a:cubicBezTo>
                  <a:cubicBezTo>
                    <a:pt x="3567" y="59"/>
                    <a:pt x="3239" y="0"/>
                    <a:pt x="2916"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84" name="Google Shape;16;p2"/>
            <p:cNvSpPr/>
            <p:nvPr/>
          </p:nvSpPr>
          <p:spPr>
            <a:xfrm>
              <a:off x="1522975" y="798200"/>
              <a:ext cx="130175" cy="79975"/>
            </a:xfrm>
            <a:custGeom>
              <a:avLst/>
              <a:ahLst/>
              <a:rect l="l" t="t" r="r" b="b"/>
              <a:pathLst>
                <a:path w="5207" h="3199" extrusionOk="0">
                  <a:moveTo>
                    <a:pt x="5109" y="1"/>
                  </a:moveTo>
                  <a:cubicBezTo>
                    <a:pt x="5109" y="303"/>
                    <a:pt x="5109" y="712"/>
                    <a:pt x="4904" y="1022"/>
                  </a:cubicBezTo>
                  <a:cubicBezTo>
                    <a:pt x="4511" y="2033"/>
                    <a:pt x="3527" y="2630"/>
                    <a:pt x="2491" y="2630"/>
                  </a:cubicBezTo>
                  <a:cubicBezTo>
                    <a:pt x="2170" y="2630"/>
                    <a:pt x="1844" y="2573"/>
                    <a:pt x="1529" y="2453"/>
                  </a:cubicBezTo>
                  <a:cubicBezTo>
                    <a:pt x="711" y="2044"/>
                    <a:pt x="205" y="1325"/>
                    <a:pt x="0" y="614"/>
                  </a:cubicBezTo>
                  <a:lnTo>
                    <a:pt x="0" y="614"/>
                  </a:lnTo>
                  <a:cubicBezTo>
                    <a:pt x="0" y="1635"/>
                    <a:pt x="613" y="2551"/>
                    <a:pt x="1635" y="2959"/>
                  </a:cubicBezTo>
                  <a:cubicBezTo>
                    <a:pt x="1985" y="3122"/>
                    <a:pt x="2351" y="3198"/>
                    <a:pt x="2708" y="3198"/>
                  </a:cubicBezTo>
                  <a:cubicBezTo>
                    <a:pt x="3700" y="3198"/>
                    <a:pt x="4630" y="2609"/>
                    <a:pt x="5002" y="1635"/>
                  </a:cubicBezTo>
                  <a:cubicBezTo>
                    <a:pt x="5207" y="1022"/>
                    <a:pt x="5207" y="507"/>
                    <a:pt x="5109"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85" name="Google Shape;17;p2"/>
            <p:cNvSpPr/>
            <p:nvPr/>
          </p:nvSpPr>
          <p:spPr>
            <a:xfrm>
              <a:off x="1525425" y="788000"/>
              <a:ext cx="122625" cy="58650"/>
            </a:xfrm>
            <a:custGeom>
              <a:avLst/>
              <a:ahLst/>
              <a:rect l="l" t="t" r="r" b="b"/>
              <a:pathLst>
                <a:path w="4905" h="2346" extrusionOk="0">
                  <a:moveTo>
                    <a:pt x="107" y="0"/>
                  </a:moveTo>
                  <a:lnTo>
                    <a:pt x="107" y="98"/>
                  </a:lnTo>
                  <a:cubicBezTo>
                    <a:pt x="0" y="98"/>
                    <a:pt x="0" y="204"/>
                    <a:pt x="0" y="302"/>
                  </a:cubicBezTo>
                  <a:lnTo>
                    <a:pt x="4700" y="2346"/>
                  </a:lnTo>
                  <a:cubicBezTo>
                    <a:pt x="4806" y="2248"/>
                    <a:pt x="4806" y="2141"/>
                    <a:pt x="4904" y="2043"/>
                  </a:cubicBezTo>
                  <a:lnTo>
                    <a:pt x="107"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86" name="Google Shape;18;p2"/>
            <p:cNvSpPr/>
            <p:nvPr/>
          </p:nvSpPr>
          <p:spPr>
            <a:xfrm>
              <a:off x="1525425" y="782875"/>
              <a:ext cx="125275" cy="58675"/>
            </a:xfrm>
            <a:custGeom>
              <a:avLst/>
              <a:ahLst/>
              <a:rect l="l" t="t" r="r" b="b"/>
              <a:pathLst>
                <a:path w="5011" h="2347" extrusionOk="0">
                  <a:moveTo>
                    <a:pt x="205" y="1"/>
                  </a:moveTo>
                  <a:cubicBezTo>
                    <a:pt x="107" y="99"/>
                    <a:pt x="107" y="99"/>
                    <a:pt x="107" y="205"/>
                  </a:cubicBezTo>
                  <a:cubicBezTo>
                    <a:pt x="107" y="205"/>
                    <a:pt x="107" y="303"/>
                    <a:pt x="0" y="303"/>
                  </a:cubicBezTo>
                  <a:lnTo>
                    <a:pt x="4806" y="2346"/>
                  </a:lnTo>
                  <a:cubicBezTo>
                    <a:pt x="4904" y="2346"/>
                    <a:pt x="4904" y="2248"/>
                    <a:pt x="4904" y="2248"/>
                  </a:cubicBezTo>
                  <a:cubicBezTo>
                    <a:pt x="4904" y="2142"/>
                    <a:pt x="4904" y="2142"/>
                    <a:pt x="5011" y="2044"/>
                  </a:cubicBezTo>
                  <a:lnTo>
                    <a:pt x="205" y="1"/>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87" name="Google Shape;19;p2"/>
            <p:cNvSpPr/>
            <p:nvPr/>
          </p:nvSpPr>
          <p:spPr>
            <a:xfrm>
              <a:off x="1691550" y="826850"/>
              <a:ext cx="132850" cy="129750"/>
            </a:xfrm>
            <a:custGeom>
              <a:avLst/>
              <a:ahLst/>
              <a:rect l="l" t="t" r="r" b="b"/>
              <a:pathLst>
                <a:path w="5314" h="5190" extrusionOk="0">
                  <a:moveTo>
                    <a:pt x="2628" y="0"/>
                  </a:moveTo>
                  <a:cubicBezTo>
                    <a:pt x="2156" y="0"/>
                    <a:pt x="1671" y="125"/>
                    <a:pt x="1226" y="383"/>
                  </a:cubicBezTo>
                  <a:cubicBezTo>
                    <a:pt x="1226" y="383"/>
                    <a:pt x="1120" y="383"/>
                    <a:pt x="1120" y="489"/>
                  </a:cubicBezTo>
                  <a:lnTo>
                    <a:pt x="1022" y="489"/>
                  </a:lnTo>
                  <a:lnTo>
                    <a:pt x="1022" y="587"/>
                  </a:lnTo>
                  <a:cubicBezTo>
                    <a:pt x="916" y="587"/>
                    <a:pt x="916" y="587"/>
                    <a:pt x="916" y="694"/>
                  </a:cubicBezTo>
                  <a:lnTo>
                    <a:pt x="818" y="694"/>
                  </a:lnTo>
                  <a:cubicBezTo>
                    <a:pt x="711" y="792"/>
                    <a:pt x="507" y="996"/>
                    <a:pt x="409" y="1200"/>
                  </a:cubicBezTo>
                  <a:cubicBezTo>
                    <a:pt x="303" y="1307"/>
                    <a:pt x="303" y="1307"/>
                    <a:pt x="303" y="1405"/>
                  </a:cubicBezTo>
                  <a:cubicBezTo>
                    <a:pt x="205" y="1511"/>
                    <a:pt x="205" y="1511"/>
                    <a:pt x="205" y="1609"/>
                  </a:cubicBezTo>
                  <a:lnTo>
                    <a:pt x="205" y="1715"/>
                  </a:lnTo>
                  <a:cubicBezTo>
                    <a:pt x="98" y="1715"/>
                    <a:pt x="98" y="1813"/>
                    <a:pt x="98" y="1920"/>
                  </a:cubicBezTo>
                  <a:cubicBezTo>
                    <a:pt x="98" y="1920"/>
                    <a:pt x="98" y="2018"/>
                    <a:pt x="0" y="2124"/>
                  </a:cubicBezTo>
                  <a:lnTo>
                    <a:pt x="0" y="2328"/>
                  </a:lnTo>
                  <a:lnTo>
                    <a:pt x="0" y="2426"/>
                  </a:lnTo>
                  <a:lnTo>
                    <a:pt x="0" y="2631"/>
                  </a:lnTo>
                  <a:lnTo>
                    <a:pt x="0" y="2835"/>
                  </a:lnTo>
                  <a:lnTo>
                    <a:pt x="0" y="2941"/>
                  </a:lnTo>
                  <a:lnTo>
                    <a:pt x="0" y="3039"/>
                  </a:lnTo>
                  <a:lnTo>
                    <a:pt x="0" y="3146"/>
                  </a:lnTo>
                  <a:cubicBezTo>
                    <a:pt x="98" y="3244"/>
                    <a:pt x="98" y="3244"/>
                    <a:pt x="98" y="3350"/>
                  </a:cubicBezTo>
                  <a:cubicBezTo>
                    <a:pt x="98" y="3448"/>
                    <a:pt x="98" y="3554"/>
                    <a:pt x="205" y="3554"/>
                  </a:cubicBezTo>
                  <a:lnTo>
                    <a:pt x="205" y="3652"/>
                  </a:lnTo>
                  <a:cubicBezTo>
                    <a:pt x="205" y="3652"/>
                    <a:pt x="205" y="3759"/>
                    <a:pt x="303" y="3759"/>
                  </a:cubicBezTo>
                  <a:lnTo>
                    <a:pt x="303" y="3857"/>
                  </a:lnTo>
                  <a:cubicBezTo>
                    <a:pt x="303" y="3963"/>
                    <a:pt x="409" y="3963"/>
                    <a:pt x="409" y="4061"/>
                  </a:cubicBezTo>
                  <a:cubicBezTo>
                    <a:pt x="711" y="4470"/>
                    <a:pt x="1022" y="4780"/>
                    <a:pt x="1431" y="4878"/>
                  </a:cubicBezTo>
                  <a:cubicBezTo>
                    <a:pt x="1431" y="4985"/>
                    <a:pt x="1529" y="4985"/>
                    <a:pt x="1635" y="4985"/>
                  </a:cubicBezTo>
                  <a:cubicBezTo>
                    <a:pt x="1733" y="5083"/>
                    <a:pt x="1733" y="5083"/>
                    <a:pt x="1839" y="5083"/>
                  </a:cubicBezTo>
                  <a:cubicBezTo>
                    <a:pt x="1937" y="5083"/>
                    <a:pt x="2044" y="5189"/>
                    <a:pt x="2142" y="5189"/>
                  </a:cubicBezTo>
                  <a:lnTo>
                    <a:pt x="2550" y="5189"/>
                  </a:lnTo>
                  <a:cubicBezTo>
                    <a:pt x="2959" y="5189"/>
                    <a:pt x="3368" y="5083"/>
                    <a:pt x="3776" y="4985"/>
                  </a:cubicBezTo>
                  <a:lnTo>
                    <a:pt x="3776" y="4878"/>
                  </a:lnTo>
                  <a:lnTo>
                    <a:pt x="3883" y="4878"/>
                  </a:lnTo>
                  <a:cubicBezTo>
                    <a:pt x="3883" y="4878"/>
                    <a:pt x="3981" y="4878"/>
                    <a:pt x="3981" y="4780"/>
                  </a:cubicBezTo>
                  <a:lnTo>
                    <a:pt x="4087" y="4780"/>
                  </a:lnTo>
                  <a:lnTo>
                    <a:pt x="4185" y="4674"/>
                  </a:lnTo>
                  <a:lnTo>
                    <a:pt x="4291" y="4576"/>
                  </a:lnTo>
                  <a:cubicBezTo>
                    <a:pt x="4389" y="4576"/>
                    <a:pt x="4389" y="4470"/>
                    <a:pt x="4389" y="4470"/>
                  </a:cubicBezTo>
                  <a:cubicBezTo>
                    <a:pt x="4496" y="4470"/>
                    <a:pt x="4496" y="4372"/>
                    <a:pt x="4496" y="4372"/>
                  </a:cubicBezTo>
                  <a:lnTo>
                    <a:pt x="4594" y="4265"/>
                  </a:lnTo>
                  <a:lnTo>
                    <a:pt x="4594" y="4167"/>
                  </a:lnTo>
                  <a:cubicBezTo>
                    <a:pt x="4700" y="4167"/>
                    <a:pt x="4700" y="4061"/>
                    <a:pt x="4798" y="4061"/>
                  </a:cubicBezTo>
                  <a:lnTo>
                    <a:pt x="4798" y="3963"/>
                  </a:lnTo>
                  <a:lnTo>
                    <a:pt x="4904" y="3857"/>
                  </a:lnTo>
                  <a:lnTo>
                    <a:pt x="4904" y="3759"/>
                  </a:lnTo>
                  <a:lnTo>
                    <a:pt x="5002" y="3652"/>
                  </a:lnTo>
                  <a:lnTo>
                    <a:pt x="5002" y="3554"/>
                  </a:lnTo>
                  <a:cubicBezTo>
                    <a:pt x="5313" y="2737"/>
                    <a:pt x="5207" y="1920"/>
                    <a:pt x="4700" y="1102"/>
                  </a:cubicBezTo>
                  <a:cubicBezTo>
                    <a:pt x="4242" y="384"/>
                    <a:pt x="3455" y="0"/>
                    <a:pt x="262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88" name="Google Shape;20;p2"/>
            <p:cNvSpPr/>
            <p:nvPr/>
          </p:nvSpPr>
          <p:spPr>
            <a:xfrm>
              <a:off x="1676225" y="814100"/>
              <a:ext cx="148175" cy="130475"/>
            </a:xfrm>
            <a:custGeom>
              <a:avLst/>
              <a:ahLst/>
              <a:rect l="l" t="t" r="r" b="b"/>
              <a:pathLst>
                <a:path w="5927" h="5219" extrusionOk="0">
                  <a:moveTo>
                    <a:pt x="3012" y="1"/>
                  </a:moveTo>
                  <a:cubicBezTo>
                    <a:pt x="1976" y="1"/>
                    <a:pt x="974" y="598"/>
                    <a:pt x="507" y="1612"/>
                  </a:cubicBezTo>
                  <a:cubicBezTo>
                    <a:pt x="0" y="2936"/>
                    <a:pt x="613" y="4473"/>
                    <a:pt x="1937" y="4980"/>
                  </a:cubicBezTo>
                  <a:cubicBezTo>
                    <a:pt x="2290" y="5142"/>
                    <a:pt x="2657" y="5218"/>
                    <a:pt x="3014" y="5218"/>
                  </a:cubicBezTo>
                  <a:cubicBezTo>
                    <a:pt x="4008" y="5218"/>
                    <a:pt x="4934" y="4629"/>
                    <a:pt x="5313" y="3656"/>
                  </a:cubicBezTo>
                  <a:cubicBezTo>
                    <a:pt x="5926" y="2323"/>
                    <a:pt x="5313" y="795"/>
                    <a:pt x="3981" y="182"/>
                  </a:cubicBezTo>
                  <a:cubicBezTo>
                    <a:pt x="3665" y="59"/>
                    <a:pt x="3337" y="1"/>
                    <a:pt x="3012" y="1"/>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89" name="Google Shape;21;p2"/>
            <p:cNvSpPr/>
            <p:nvPr/>
          </p:nvSpPr>
          <p:spPr>
            <a:xfrm>
              <a:off x="1683775" y="864625"/>
              <a:ext cx="132850" cy="79950"/>
            </a:xfrm>
            <a:custGeom>
              <a:avLst/>
              <a:ahLst/>
              <a:rect l="l" t="t" r="r" b="b"/>
              <a:pathLst>
                <a:path w="5314" h="3198" extrusionOk="0">
                  <a:moveTo>
                    <a:pt x="5215" y="0"/>
                  </a:moveTo>
                  <a:cubicBezTo>
                    <a:pt x="5215" y="409"/>
                    <a:pt x="5109" y="711"/>
                    <a:pt x="5011" y="1022"/>
                  </a:cubicBezTo>
                  <a:cubicBezTo>
                    <a:pt x="4543" y="2033"/>
                    <a:pt x="3537" y="2629"/>
                    <a:pt x="2497" y="2629"/>
                  </a:cubicBezTo>
                  <a:cubicBezTo>
                    <a:pt x="2175" y="2629"/>
                    <a:pt x="1850" y="2572"/>
                    <a:pt x="1537" y="2452"/>
                  </a:cubicBezTo>
                  <a:cubicBezTo>
                    <a:pt x="720" y="2043"/>
                    <a:pt x="205" y="1430"/>
                    <a:pt x="1" y="613"/>
                  </a:cubicBezTo>
                  <a:lnTo>
                    <a:pt x="1" y="613"/>
                  </a:lnTo>
                  <a:cubicBezTo>
                    <a:pt x="1" y="1635"/>
                    <a:pt x="614" y="2550"/>
                    <a:pt x="1635" y="2959"/>
                  </a:cubicBezTo>
                  <a:cubicBezTo>
                    <a:pt x="1988" y="3121"/>
                    <a:pt x="2355" y="3197"/>
                    <a:pt x="2712" y="3197"/>
                  </a:cubicBezTo>
                  <a:cubicBezTo>
                    <a:pt x="3706" y="3197"/>
                    <a:pt x="4632" y="2608"/>
                    <a:pt x="5011" y="1635"/>
                  </a:cubicBezTo>
                  <a:cubicBezTo>
                    <a:pt x="5215" y="1120"/>
                    <a:pt x="5313" y="507"/>
                    <a:pt x="5215" y="0"/>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90" name="Google Shape;22;p2"/>
            <p:cNvSpPr/>
            <p:nvPr/>
          </p:nvSpPr>
          <p:spPr>
            <a:xfrm>
              <a:off x="1686450" y="854400"/>
              <a:ext cx="122625" cy="58675"/>
            </a:xfrm>
            <a:custGeom>
              <a:avLst/>
              <a:ahLst/>
              <a:rect l="l" t="t" r="r" b="b"/>
              <a:pathLst>
                <a:path w="4905" h="2347" extrusionOk="0">
                  <a:moveTo>
                    <a:pt x="98" y="0"/>
                  </a:moveTo>
                  <a:lnTo>
                    <a:pt x="98" y="98"/>
                  </a:lnTo>
                  <a:cubicBezTo>
                    <a:pt x="98" y="205"/>
                    <a:pt x="0" y="205"/>
                    <a:pt x="0" y="303"/>
                  </a:cubicBezTo>
                  <a:lnTo>
                    <a:pt x="4798" y="2346"/>
                  </a:lnTo>
                  <a:cubicBezTo>
                    <a:pt x="4798" y="2248"/>
                    <a:pt x="4904" y="2142"/>
                    <a:pt x="4904" y="2142"/>
                  </a:cubicBezTo>
                  <a:lnTo>
                    <a:pt x="4904" y="2044"/>
                  </a:lnTo>
                  <a:lnTo>
                    <a:pt x="98"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91" name="Google Shape;23;p2"/>
            <p:cNvSpPr/>
            <p:nvPr/>
          </p:nvSpPr>
          <p:spPr>
            <a:xfrm>
              <a:off x="1688900" y="851750"/>
              <a:ext cx="122625" cy="56200"/>
            </a:xfrm>
            <a:custGeom>
              <a:avLst/>
              <a:ahLst/>
              <a:rect l="l" t="t" r="r" b="b"/>
              <a:pathLst>
                <a:path w="4905" h="2248" extrusionOk="0">
                  <a:moveTo>
                    <a:pt x="106" y="0"/>
                  </a:moveTo>
                  <a:cubicBezTo>
                    <a:pt x="106" y="0"/>
                    <a:pt x="106" y="106"/>
                    <a:pt x="0" y="106"/>
                  </a:cubicBezTo>
                  <a:lnTo>
                    <a:pt x="0" y="311"/>
                  </a:lnTo>
                  <a:lnTo>
                    <a:pt x="4806" y="2248"/>
                  </a:lnTo>
                  <a:lnTo>
                    <a:pt x="4806" y="2150"/>
                  </a:lnTo>
                  <a:cubicBezTo>
                    <a:pt x="4904" y="2043"/>
                    <a:pt x="4904" y="2043"/>
                    <a:pt x="4904" y="1945"/>
                  </a:cubicBezTo>
                  <a:lnTo>
                    <a:pt x="106"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92" name="Google Shape;24;p2"/>
            <p:cNvSpPr/>
            <p:nvPr/>
          </p:nvSpPr>
          <p:spPr>
            <a:xfrm>
              <a:off x="1852350" y="893375"/>
              <a:ext cx="132850" cy="129625"/>
            </a:xfrm>
            <a:custGeom>
              <a:avLst/>
              <a:ahLst/>
              <a:rect l="l" t="t" r="r" b="b"/>
              <a:pathLst>
                <a:path w="5314" h="5185" extrusionOk="0">
                  <a:moveTo>
                    <a:pt x="2638" y="0"/>
                  </a:moveTo>
                  <a:cubicBezTo>
                    <a:pt x="2184" y="0"/>
                    <a:pt x="1732" y="125"/>
                    <a:pt x="1333" y="378"/>
                  </a:cubicBezTo>
                  <a:cubicBezTo>
                    <a:pt x="1227" y="378"/>
                    <a:pt x="1227" y="485"/>
                    <a:pt x="1129" y="485"/>
                  </a:cubicBezTo>
                  <a:lnTo>
                    <a:pt x="1022" y="583"/>
                  </a:lnTo>
                  <a:lnTo>
                    <a:pt x="924" y="689"/>
                  </a:lnTo>
                  <a:lnTo>
                    <a:pt x="409" y="1196"/>
                  </a:lnTo>
                  <a:cubicBezTo>
                    <a:pt x="409" y="1302"/>
                    <a:pt x="409" y="1302"/>
                    <a:pt x="311" y="1400"/>
                  </a:cubicBezTo>
                  <a:lnTo>
                    <a:pt x="311" y="1506"/>
                  </a:lnTo>
                  <a:lnTo>
                    <a:pt x="205" y="1604"/>
                  </a:lnTo>
                  <a:lnTo>
                    <a:pt x="205" y="1711"/>
                  </a:lnTo>
                  <a:cubicBezTo>
                    <a:pt x="205" y="1711"/>
                    <a:pt x="107" y="1809"/>
                    <a:pt x="107" y="1915"/>
                  </a:cubicBezTo>
                  <a:lnTo>
                    <a:pt x="107" y="2119"/>
                  </a:lnTo>
                  <a:lnTo>
                    <a:pt x="107" y="2217"/>
                  </a:lnTo>
                  <a:lnTo>
                    <a:pt x="1" y="2324"/>
                  </a:lnTo>
                  <a:lnTo>
                    <a:pt x="1" y="2422"/>
                  </a:lnTo>
                  <a:lnTo>
                    <a:pt x="1" y="2626"/>
                  </a:lnTo>
                  <a:lnTo>
                    <a:pt x="1" y="2830"/>
                  </a:lnTo>
                  <a:lnTo>
                    <a:pt x="1" y="2937"/>
                  </a:lnTo>
                  <a:cubicBezTo>
                    <a:pt x="1" y="3035"/>
                    <a:pt x="107" y="3035"/>
                    <a:pt x="107" y="3141"/>
                  </a:cubicBezTo>
                  <a:lnTo>
                    <a:pt x="107" y="3345"/>
                  </a:lnTo>
                  <a:cubicBezTo>
                    <a:pt x="205" y="3443"/>
                    <a:pt x="205" y="3550"/>
                    <a:pt x="205" y="3648"/>
                  </a:cubicBezTo>
                  <a:cubicBezTo>
                    <a:pt x="311" y="3754"/>
                    <a:pt x="311" y="3754"/>
                    <a:pt x="311" y="3852"/>
                  </a:cubicBezTo>
                  <a:cubicBezTo>
                    <a:pt x="409" y="3958"/>
                    <a:pt x="409" y="4056"/>
                    <a:pt x="516" y="4056"/>
                  </a:cubicBezTo>
                  <a:cubicBezTo>
                    <a:pt x="720" y="4465"/>
                    <a:pt x="1022" y="4776"/>
                    <a:pt x="1431" y="4980"/>
                  </a:cubicBezTo>
                  <a:cubicBezTo>
                    <a:pt x="1537" y="4980"/>
                    <a:pt x="1635" y="4980"/>
                    <a:pt x="1635" y="5078"/>
                  </a:cubicBezTo>
                  <a:lnTo>
                    <a:pt x="1946" y="5078"/>
                  </a:lnTo>
                  <a:cubicBezTo>
                    <a:pt x="1946" y="5184"/>
                    <a:pt x="2044" y="5184"/>
                    <a:pt x="2150" y="5184"/>
                  </a:cubicBezTo>
                  <a:lnTo>
                    <a:pt x="2657" y="5184"/>
                  </a:lnTo>
                  <a:cubicBezTo>
                    <a:pt x="3066" y="5184"/>
                    <a:pt x="3475" y="5184"/>
                    <a:pt x="3785" y="4980"/>
                  </a:cubicBezTo>
                  <a:cubicBezTo>
                    <a:pt x="3883" y="4874"/>
                    <a:pt x="3883" y="4874"/>
                    <a:pt x="3989" y="4874"/>
                  </a:cubicBezTo>
                  <a:lnTo>
                    <a:pt x="3989" y="4776"/>
                  </a:lnTo>
                  <a:lnTo>
                    <a:pt x="4088" y="4776"/>
                  </a:lnTo>
                  <a:cubicBezTo>
                    <a:pt x="4194" y="4776"/>
                    <a:pt x="4194" y="4669"/>
                    <a:pt x="4194" y="4669"/>
                  </a:cubicBezTo>
                  <a:lnTo>
                    <a:pt x="4292" y="4669"/>
                  </a:lnTo>
                  <a:cubicBezTo>
                    <a:pt x="4292" y="4571"/>
                    <a:pt x="4292" y="4571"/>
                    <a:pt x="4398" y="4571"/>
                  </a:cubicBezTo>
                  <a:cubicBezTo>
                    <a:pt x="4398" y="4571"/>
                    <a:pt x="4398" y="4465"/>
                    <a:pt x="4496" y="4465"/>
                  </a:cubicBezTo>
                  <a:lnTo>
                    <a:pt x="4496" y="4367"/>
                  </a:lnTo>
                  <a:cubicBezTo>
                    <a:pt x="4602" y="4367"/>
                    <a:pt x="4602" y="4367"/>
                    <a:pt x="4602" y="4261"/>
                  </a:cubicBezTo>
                  <a:lnTo>
                    <a:pt x="4701" y="4261"/>
                  </a:lnTo>
                  <a:cubicBezTo>
                    <a:pt x="4701" y="4163"/>
                    <a:pt x="4807" y="4163"/>
                    <a:pt x="4807" y="4056"/>
                  </a:cubicBezTo>
                  <a:lnTo>
                    <a:pt x="4807" y="3958"/>
                  </a:lnTo>
                  <a:cubicBezTo>
                    <a:pt x="4905" y="3958"/>
                    <a:pt x="4905" y="3852"/>
                    <a:pt x="4905" y="3852"/>
                  </a:cubicBezTo>
                  <a:cubicBezTo>
                    <a:pt x="4905" y="3852"/>
                    <a:pt x="4905" y="3754"/>
                    <a:pt x="5011" y="3754"/>
                  </a:cubicBezTo>
                  <a:lnTo>
                    <a:pt x="5011" y="3648"/>
                  </a:lnTo>
                  <a:cubicBezTo>
                    <a:pt x="5011" y="3648"/>
                    <a:pt x="5011" y="3550"/>
                    <a:pt x="5109" y="3550"/>
                  </a:cubicBezTo>
                  <a:cubicBezTo>
                    <a:pt x="5314" y="2732"/>
                    <a:pt x="5314" y="1915"/>
                    <a:pt x="4807" y="1196"/>
                  </a:cubicBezTo>
                  <a:cubicBezTo>
                    <a:pt x="4281" y="407"/>
                    <a:pt x="3457"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93" name="Google Shape;25;p2"/>
            <p:cNvSpPr/>
            <p:nvPr/>
          </p:nvSpPr>
          <p:spPr>
            <a:xfrm>
              <a:off x="1837025" y="881525"/>
              <a:ext cx="148175" cy="130575"/>
            </a:xfrm>
            <a:custGeom>
              <a:avLst/>
              <a:ahLst/>
              <a:rect l="l" t="t" r="r" b="b"/>
              <a:pathLst>
                <a:path w="5927" h="5223" extrusionOk="0">
                  <a:moveTo>
                    <a:pt x="2914" y="1"/>
                  </a:moveTo>
                  <a:cubicBezTo>
                    <a:pt x="1920" y="1"/>
                    <a:pt x="993" y="592"/>
                    <a:pt x="614" y="1572"/>
                  </a:cubicBezTo>
                  <a:cubicBezTo>
                    <a:pt x="1" y="2896"/>
                    <a:pt x="614" y="4432"/>
                    <a:pt x="1946" y="5045"/>
                  </a:cubicBezTo>
                  <a:cubicBezTo>
                    <a:pt x="2259" y="5165"/>
                    <a:pt x="2584" y="5222"/>
                    <a:pt x="2906" y="5222"/>
                  </a:cubicBezTo>
                  <a:cubicBezTo>
                    <a:pt x="3945" y="5222"/>
                    <a:pt x="4952" y="4626"/>
                    <a:pt x="5420" y="3615"/>
                  </a:cubicBezTo>
                  <a:cubicBezTo>
                    <a:pt x="5927" y="2283"/>
                    <a:pt x="5314" y="754"/>
                    <a:pt x="3989" y="239"/>
                  </a:cubicBezTo>
                  <a:cubicBezTo>
                    <a:pt x="3637" y="77"/>
                    <a:pt x="3271" y="1"/>
                    <a:pt x="2914" y="1"/>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94" name="Google Shape;26;p2"/>
            <p:cNvSpPr/>
            <p:nvPr/>
          </p:nvSpPr>
          <p:spPr>
            <a:xfrm>
              <a:off x="1847250" y="931025"/>
              <a:ext cx="130400" cy="81075"/>
            </a:xfrm>
            <a:custGeom>
              <a:avLst/>
              <a:ahLst/>
              <a:rect l="l" t="t" r="r" b="b"/>
              <a:pathLst>
                <a:path w="5216" h="3243" extrusionOk="0">
                  <a:moveTo>
                    <a:pt x="5109" y="0"/>
                  </a:moveTo>
                  <a:cubicBezTo>
                    <a:pt x="5109" y="409"/>
                    <a:pt x="5011" y="711"/>
                    <a:pt x="4905" y="1022"/>
                  </a:cubicBezTo>
                  <a:cubicBezTo>
                    <a:pt x="4518" y="2033"/>
                    <a:pt x="3530" y="2629"/>
                    <a:pt x="2496" y="2629"/>
                  </a:cubicBezTo>
                  <a:cubicBezTo>
                    <a:pt x="2175" y="2629"/>
                    <a:pt x="1850" y="2572"/>
                    <a:pt x="1537" y="2452"/>
                  </a:cubicBezTo>
                  <a:cubicBezTo>
                    <a:pt x="720" y="2142"/>
                    <a:pt x="107" y="1431"/>
                    <a:pt x="0" y="613"/>
                  </a:cubicBezTo>
                  <a:lnTo>
                    <a:pt x="0" y="613"/>
                  </a:lnTo>
                  <a:cubicBezTo>
                    <a:pt x="0" y="1635"/>
                    <a:pt x="613" y="2550"/>
                    <a:pt x="1537" y="3065"/>
                  </a:cubicBezTo>
                  <a:cubicBezTo>
                    <a:pt x="1850" y="3185"/>
                    <a:pt x="2175" y="3242"/>
                    <a:pt x="2497" y="3242"/>
                  </a:cubicBezTo>
                  <a:cubicBezTo>
                    <a:pt x="3536" y="3242"/>
                    <a:pt x="4543" y="2646"/>
                    <a:pt x="5011" y="1635"/>
                  </a:cubicBezTo>
                  <a:cubicBezTo>
                    <a:pt x="5215" y="1120"/>
                    <a:pt x="5215" y="507"/>
                    <a:pt x="5109" y="0"/>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95" name="Google Shape;27;p2"/>
            <p:cNvSpPr/>
            <p:nvPr/>
          </p:nvSpPr>
          <p:spPr>
            <a:xfrm>
              <a:off x="1849900" y="920800"/>
              <a:ext cx="122625" cy="58675"/>
            </a:xfrm>
            <a:custGeom>
              <a:avLst/>
              <a:ahLst/>
              <a:rect l="l" t="t" r="r" b="b"/>
              <a:pathLst>
                <a:path w="4905" h="2347" extrusionOk="0">
                  <a:moveTo>
                    <a:pt x="99" y="1"/>
                  </a:moveTo>
                  <a:cubicBezTo>
                    <a:pt x="99" y="99"/>
                    <a:pt x="1" y="99"/>
                    <a:pt x="1" y="99"/>
                  </a:cubicBezTo>
                  <a:lnTo>
                    <a:pt x="1" y="303"/>
                  </a:lnTo>
                  <a:lnTo>
                    <a:pt x="4700" y="2346"/>
                  </a:lnTo>
                  <a:cubicBezTo>
                    <a:pt x="4799" y="2248"/>
                    <a:pt x="4799" y="2248"/>
                    <a:pt x="4799" y="2142"/>
                  </a:cubicBezTo>
                  <a:lnTo>
                    <a:pt x="4905" y="2044"/>
                  </a:lnTo>
                  <a:lnTo>
                    <a:pt x="99" y="1"/>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96" name="Google Shape;28;p2"/>
            <p:cNvSpPr/>
            <p:nvPr/>
          </p:nvSpPr>
          <p:spPr>
            <a:xfrm>
              <a:off x="1849900" y="918150"/>
              <a:ext cx="122625" cy="56225"/>
            </a:xfrm>
            <a:custGeom>
              <a:avLst/>
              <a:ahLst/>
              <a:rect l="l" t="t" r="r" b="b"/>
              <a:pathLst>
                <a:path w="4905" h="2249" extrusionOk="0">
                  <a:moveTo>
                    <a:pt x="99" y="0"/>
                  </a:moveTo>
                  <a:lnTo>
                    <a:pt x="99" y="107"/>
                  </a:lnTo>
                  <a:cubicBezTo>
                    <a:pt x="1" y="205"/>
                    <a:pt x="1" y="205"/>
                    <a:pt x="1" y="311"/>
                  </a:cubicBezTo>
                  <a:lnTo>
                    <a:pt x="4799" y="2248"/>
                  </a:lnTo>
                  <a:cubicBezTo>
                    <a:pt x="4799" y="2248"/>
                    <a:pt x="4799" y="2150"/>
                    <a:pt x="4905" y="2150"/>
                  </a:cubicBezTo>
                  <a:lnTo>
                    <a:pt x="4905" y="1946"/>
                  </a:lnTo>
                  <a:lnTo>
                    <a:pt x="99"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97" name="Google Shape;29;p2"/>
            <p:cNvSpPr/>
            <p:nvPr/>
          </p:nvSpPr>
          <p:spPr>
            <a:xfrm>
              <a:off x="2015825" y="960400"/>
              <a:ext cx="132850" cy="131450"/>
            </a:xfrm>
            <a:custGeom>
              <a:avLst/>
              <a:ahLst/>
              <a:rect l="l" t="t" r="r" b="b"/>
              <a:pathLst>
                <a:path w="5314" h="5258" extrusionOk="0">
                  <a:moveTo>
                    <a:pt x="2534" y="1"/>
                  </a:moveTo>
                  <a:cubicBezTo>
                    <a:pt x="2092" y="1"/>
                    <a:pt x="1641" y="113"/>
                    <a:pt x="1227" y="354"/>
                  </a:cubicBezTo>
                  <a:cubicBezTo>
                    <a:pt x="1227" y="460"/>
                    <a:pt x="1128" y="460"/>
                    <a:pt x="1128" y="460"/>
                  </a:cubicBezTo>
                  <a:cubicBezTo>
                    <a:pt x="1022" y="460"/>
                    <a:pt x="1022" y="460"/>
                    <a:pt x="1022" y="558"/>
                  </a:cubicBezTo>
                  <a:lnTo>
                    <a:pt x="924" y="558"/>
                  </a:lnTo>
                  <a:cubicBezTo>
                    <a:pt x="924" y="558"/>
                    <a:pt x="924" y="664"/>
                    <a:pt x="818" y="664"/>
                  </a:cubicBezTo>
                  <a:cubicBezTo>
                    <a:pt x="614" y="869"/>
                    <a:pt x="515" y="967"/>
                    <a:pt x="409" y="1171"/>
                  </a:cubicBezTo>
                  <a:lnTo>
                    <a:pt x="409" y="1277"/>
                  </a:lnTo>
                  <a:cubicBezTo>
                    <a:pt x="311" y="1277"/>
                    <a:pt x="311" y="1375"/>
                    <a:pt x="311" y="1375"/>
                  </a:cubicBezTo>
                  <a:cubicBezTo>
                    <a:pt x="205" y="1375"/>
                    <a:pt x="205" y="1482"/>
                    <a:pt x="205" y="1482"/>
                  </a:cubicBezTo>
                  <a:lnTo>
                    <a:pt x="205" y="1580"/>
                  </a:lnTo>
                  <a:cubicBezTo>
                    <a:pt x="205" y="1686"/>
                    <a:pt x="107" y="1686"/>
                    <a:pt x="107" y="1686"/>
                  </a:cubicBezTo>
                  <a:lnTo>
                    <a:pt x="107" y="1890"/>
                  </a:lnTo>
                  <a:cubicBezTo>
                    <a:pt x="1" y="1988"/>
                    <a:pt x="1" y="2095"/>
                    <a:pt x="1" y="2095"/>
                  </a:cubicBezTo>
                  <a:lnTo>
                    <a:pt x="1" y="2193"/>
                  </a:lnTo>
                  <a:lnTo>
                    <a:pt x="1" y="2299"/>
                  </a:lnTo>
                  <a:lnTo>
                    <a:pt x="1" y="2397"/>
                  </a:lnTo>
                  <a:lnTo>
                    <a:pt x="1" y="2601"/>
                  </a:lnTo>
                  <a:lnTo>
                    <a:pt x="1" y="2806"/>
                  </a:lnTo>
                  <a:lnTo>
                    <a:pt x="1" y="2912"/>
                  </a:lnTo>
                  <a:lnTo>
                    <a:pt x="1" y="3116"/>
                  </a:lnTo>
                  <a:cubicBezTo>
                    <a:pt x="1" y="3214"/>
                    <a:pt x="1" y="3321"/>
                    <a:pt x="107" y="3419"/>
                  </a:cubicBezTo>
                  <a:lnTo>
                    <a:pt x="107" y="3623"/>
                  </a:lnTo>
                  <a:lnTo>
                    <a:pt x="205" y="3623"/>
                  </a:lnTo>
                  <a:lnTo>
                    <a:pt x="205" y="3827"/>
                  </a:lnTo>
                  <a:cubicBezTo>
                    <a:pt x="311" y="3827"/>
                    <a:pt x="311" y="3827"/>
                    <a:pt x="311" y="3934"/>
                  </a:cubicBezTo>
                  <a:cubicBezTo>
                    <a:pt x="311" y="3934"/>
                    <a:pt x="409" y="4032"/>
                    <a:pt x="409" y="4138"/>
                  </a:cubicBezTo>
                  <a:cubicBezTo>
                    <a:pt x="614" y="4440"/>
                    <a:pt x="1022" y="4751"/>
                    <a:pt x="1333" y="4955"/>
                  </a:cubicBezTo>
                  <a:cubicBezTo>
                    <a:pt x="1431" y="4955"/>
                    <a:pt x="1537" y="5053"/>
                    <a:pt x="1635" y="5053"/>
                  </a:cubicBezTo>
                  <a:cubicBezTo>
                    <a:pt x="1635" y="5053"/>
                    <a:pt x="1741" y="5053"/>
                    <a:pt x="1840" y="5160"/>
                  </a:cubicBezTo>
                  <a:lnTo>
                    <a:pt x="2044" y="5160"/>
                  </a:lnTo>
                  <a:cubicBezTo>
                    <a:pt x="2248" y="5258"/>
                    <a:pt x="2453" y="5258"/>
                    <a:pt x="2559" y="5258"/>
                  </a:cubicBezTo>
                  <a:cubicBezTo>
                    <a:pt x="2967" y="5258"/>
                    <a:pt x="3376" y="5160"/>
                    <a:pt x="3785" y="4955"/>
                  </a:cubicBezTo>
                  <a:lnTo>
                    <a:pt x="3883" y="4849"/>
                  </a:lnTo>
                  <a:lnTo>
                    <a:pt x="3989" y="4849"/>
                  </a:lnTo>
                  <a:lnTo>
                    <a:pt x="3989" y="4751"/>
                  </a:lnTo>
                  <a:cubicBezTo>
                    <a:pt x="4087" y="4751"/>
                    <a:pt x="4087" y="4751"/>
                    <a:pt x="4193" y="4645"/>
                  </a:cubicBezTo>
                  <a:lnTo>
                    <a:pt x="4292" y="4547"/>
                  </a:lnTo>
                  <a:cubicBezTo>
                    <a:pt x="4292" y="4547"/>
                    <a:pt x="4398" y="4547"/>
                    <a:pt x="4398" y="4440"/>
                  </a:cubicBezTo>
                  <a:lnTo>
                    <a:pt x="4496" y="4440"/>
                  </a:lnTo>
                  <a:cubicBezTo>
                    <a:pt x="4496" y="4342"/>
                    <a:pt x="4496" y="4342"/>
                    <a:pt x="4602" y="4236"/>
                  </a:cubicBezTo>
                  <a:cubicBezTo>
                    <a:pt x="4700" y="4138"/>
                    <a:pt x="4700" y="4138"/>
                    <a:pt x="4700" y="4032"/>
                  </a:cubicBezTo>
                  <a:cubicBezTo>
                    <a:pt x="4806" y="4032"/>
                    <a:pt x="4806" y="4032"/>
                    <a:pt x="4806" y="3934"/>
                  </a:cubicBezTo>
                  <a:lnTo>
                    <a:pt x="4905" y="3827"/>
                  </a:lnTo>
                  <a:lnTo>
                    <a:pt x="4905" y="3729"/>
                  </a:lnTo>
                  <a:lnTo>
                    <a:pt x="4905" y="3623"/>
                  </a:lnTo>
                  <a:cubicBezTo>
                    <a:pt x="5011" y="3623"/>
                    <a:pt x="5011" y="3623"/>
                    <a:pt x="5011" y="3525"/>
                  </a:cubicBezTo>
                  <a:cubicBezTo>
                    <a:pt x="5313" y="2806"/>
                    <a:pt x="5215" y="1890"/>
                    <a:pt x="4700" y="1171"/>
                  </a:cubicBezTo>
                  <a:cubicBezTo>
                    <a:pt x="4230" y="430"/>
                    <a:pt x="3398" y="1"/>
                    <a:pt x="253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98" name="Google Shape;30;p2"/>
            <p:cNvSpPr/>
            <p:nvPr/>
          </p:nvSpPr>
          <p:spPr>
            <a:xfrm>
              <a:off x="2000500" y="947950"/>
              <a:ext cx="145725" cy="130550"/>
            </a:xfrm>
            <a:custGeom>
              <a:avLst/>
              <a:ahLst/>
              <a:rect l="l" t="t" r="r" b="b"/>
              <a:pathLst>
                <a:path w="5829" h="5222" extrusionOk="0">
                  <a:moveTo>
                    <a:pt x="2811" y="0"/>
                  </a:moveTo>
                  <a:cubicBezTo>
                    <a:pt x="1818" y="0"/>
                    <a:pt x="888" y="591"/>
                    <a:pt x="515" y="1571"/>
                  </a:cubicBezTo>
                  <a:cubicBezTo>
                    <a:pt x="1" y="2895"/>
                    <a:pt x="614" y="4432"/>
                    <a:pt x="1946" y="5045"/>
                  </a:cubicBezTo>
                  <a:cubicBezTo>
                    <a:pt x="2259" y="5165"/>
                    <a:pt x="2584" y="5222"/>
                    <a:pt x="2904" y="5222"/>
                  </a:cubicBezTo>
                  <a:cubicBezTo>
                    <a:pt x="3939" y="5222"/>
                    <a:pt x="4926" y="4625"/>
                    <a:pt x="5313" y="3614"/>
                  </a:cubicBezTo>
                  <a:cubicBezTo>
                    <a:pt x="5828" y="2282"/>
                    <a:pt x="5215" y="754"/>
                    <a:pt x="3883" y="239"/>
                  </a:cubicBezTo>
                  <a:cubicBezTo>
                    <a:pt x="3533" y="77"/>
                    <a:pt x="3168" y="0"/>
                    <a:pt x="2811"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599" name="Google Shape;31;p2"/>
            <p:cNvSpPr/>
            <p:nvPr/>
          </p:nvSpPr>
          <p:spPr>
            <a:xfrm>
              <a:off x="2008275" y="999875"/>
              <a:ext cx="132825" cy="78625"/>
            </a:xfrm>
            <a:custGeom>
              <a:avLst/>
              <a:ahLst/>
              <a:rect l="l" t="t" r="r" b="b"/>
              <a:pathLst>
                <a:path w="5313" h="3145" extrusionOk="0">
                  <a:moveTo>
                    <a:pt x="5108" y="1"/>
                  </a:moveTo>
                  <a:cubicBezTo>
                    <a:pt x="5108" y="311"/>
                    <a:pt x="5108" y="614"/>
                    <a:pt x="4904" y="1022"/>
                  </a:cubicBezTo>
                  <a:cubicBezTo>
                    <a:pt x="4525" y="2002"/>
                    <a:pt x="3598" y="2593"/>
                    <a:pt x="2604" y="2593"/>
                  </a:cubicBezTo>
                  <a:cubicBezTo>
                    <a:pt x="2247" y="2593"/>
                    <a:pt x="1881" y="2517"/>
                    <a:pt x="1529" y="2355"/>
                  </a:cubicBezTo>
                  <a:cubicBezTo>
                    <a:pt x="711" y="2044"/>
                    <a:pt x="204" y="1333"/>
                    <a:pt x="0" y="516"/>
                  </a:cubicBezTo>
                  <a:lnTo>
                    <a:pt x="0" y="516"/>
                  </a:lnTo>
                  <a:cubicBezTo>
                    <a:pt x="0" y="1537"/>
                    <a:pt x="613" y="2559"/>
                    <a:pt x="1635" y="2968"/>
                  </a:cubicBezTo>
                  <a:cubicBezTo>
                    <a:pt x="1948" y="3088"/>
                    <a:pt x="2273" y="3145"/>
                    <a:pt x="2593" y="3145"/>
                  </a:cubicBezTo>
                  <a:cubicBezTo>
                    <a:pt x="3628" y="3145"/>
                    <a:pt x="4615" y="2548"/>
                    <a:pt x="5002" y="1537"/>
                  </a:cubicBezTo>
                  <a:cubicBezTo>
                    <a:pt x="5207" y="1022"/>
                    <a:pt x="5313" y="516"/>
                    <a:pt x="5108"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00" name="Google Shape;32;p2"/>
            <p:cNvSpPr/>
            <p:nvPr/>
          </p:nvSpPr>
          <p:spPr>
            <a:xfrm>
              <a:off x="2010725" y="987225"/>
              <a:ext cx="122625" cy="58650"/>
            </a:xfrm>
            <a:custGeom>
              <a:avLst/>
              <a:ahLst/>
              <a:rect l="l" t="t" r="r" b="b"/>
              <a:pathLst>
                <a:path w="4905" h="2346" extrusionOk="0">
                  <a:moveTo>
                    <a:pt x="106" y="0"/>
                  </a:moveTo>
                  <a:lnTo>
                    <a:pt x="106" y="98"/>
                  </a:lnTo>
                  <a:cubicBezTo>
                    <a:pt x="0" y="204"/>
                    <a:pt x="0" y="302"/>
                    <a:pt x="0" y="409"/>
                  </a:cubicBezTo>
                  <a:lnTo>
                    <a:pt x="4806" y="2346"/>
                  </a:lnTo>
                  <a:cubicBezTo>
                    <a:pt x="4806" y="2248"/>
                    <a:pt x="4806" y="2248"/>
                    <a:pt x="4904" y="2141"/>
                  </a:cubicBezTo>
                  <a:lnTo>
                    <a:pt x="4904" y="2043"/>
                  </a:lnTo>
                  <a:lnTo>
                    <a:pt x="106"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01" name="Google Shape;33;p2"/>
            <p:cNvSpPr/>
            <p:nvPr/>
          </p:nvSpPr>
          <p:spPr>
            <a:xfrm>
              <a:off x="2010725" y="984550"/>
              <a:ext cx="125275" cy="58875"/>
            </a:xfrm>
            <a:custGeom>
              <a:avLst/>
              <a:ahLst/>
              <a:rect l="l" t="t" r="r" b="b"/>
              <a:pathLst>
                <a:path w="5011" h="2355" extrusionOk="0">
                  <a:moveTo>
                    <a:pt x="205" y="1"/>
                  </a:moveTo>
                  <a:cubicBezTo>
                    <a:pt x="106" y="1"/>
                    <a:pt x="106" y="107"/>
                    <a:pt x="106" y="107"/>
                  </a:cubicBezTo>
                  <a:cubicBezTo>
                    <a:pt x="106" y="205"/>
                    <a:pt x="106" y="205"/>
                    <a:pt x="0" y="311"/>
                  </a:cubicBezTo>
                  <a:lnTo>
                    <a:pt x="4806" y="2355"/>
                  </a:lnTo>
                  <a:cubicBezTo>
                    <a:pt x="4904" y="2248"/>
                    <a:pt x="4904" y="2248"/>
                    <a:pt x="4904" y="2150"/>
                  </a:cubicBezTo>
                  <a:cubicBezTo>
                    <a:pt x="4904" y="2150"/>
                    <a:pt x="4904" y="2044"/>
                    <a:pt x="5010" y="2044"/>
                  </a:cubicBezTo>
                  <a:lnTo>
                    <a:pt x="205" y="1"/>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02" name="Google Shape;34;p2"/>
            <p:cNvSpPr/>
            <p:nvPr/>
          </p:nvSpPr>
          <p:spPr>
            <a:xfrm>
              <a:off x="2176850" y="1027900"/>
              <a:ext cx="132825" cy="130375"/>
            </a:xfrm>
            <a:custGeom>
              <a:avLst/>
              <a:ahLst/>
              <a:rect l="l" t="t" r="r" b="b"/>
              <a:pathLst>
                <a:path w="5313" h="5215" extrusionOk="0">
                  <a:moveTo>
                    <a:pt x="2562" y="1"/>
                  </a:moveTo>
                  <a:cubicBezTo>
                    <a:pt x="2135" y="1"/>
                    <a:pt x="1707" y="102"/>
                    <a:pt x="1324" y="310"/>
                  </a:cubicBezTo>
                  <a:lnTo>
                    <a:pt x="1226" y="310"/>
                  </a:lnTo>
                  <a:cubicBezTo>
                    <a:pt x="1226" y="416"/>
                    <a:pt x="1226" y="416"/>
                    <a:pt x="1120" y="416"/>
                  </a:cubicBezTo>
                  <a:cubicBezTo>
                    <a:pt x="1120" y="416"/>
                    <a:pt x="1120" y="514"/>
                    <a:pt x="1022" y="514"/>
                  </a:cubicBezTo>
                  <a:lnTo>
                    <a:pt x="916" y="621"/>
                  </a:lnTo>
                  <a:lnTo>
                    <a:pt x="817" y="621"/>
                  </a:lnTo>
                  <a:cubicBezTo>
                    <a:pt x="711" y="825"/>
                    <a:pt x="507" y="1029"/>
                    <a:pt x="409" y="1234"/>
                  </a:cubicBezTo>
                  <a:lnTo>
                    <a:pt x="303" y="1332"/>
                  </a:lnTo>
                  <a:lnTo>
                    <a:pt x="303" y="1438"/>
                  </a:lnTo>
                  <a:cubicBezTo>
                    <a:pt x="204" y="1536"/>
                    <a:pt x="204" y="1536"/>
                    <a:pt x="204" y="1642"/>
                  </a:cubicBezTo>
                  <a:cubicBezTo>
                    <a:pt x="98" y="1740"/>
                    <a:pt x="98" y="1847"/>
                    <a:pt x="98" y="1847"/>
                  </a:cubicBezTo>
                  <a:cubicBezTo>
                    <a:pt x="98" y="1945"/>
                    <a:pt x="98" y="2051"/>
                    <a:pt x="0" y="2051"/>
                  </a:cubicBezTo>
                  <a:lnTo>
                    <a:pt x="0" y="2149"/>
                  </a:lnTo>
                  <a:lnTo>
                    <a:pt x="0" y="2353"/>
                  </a:lnTo>
                  <a:lnTo>
                    <a:pt x="0" y="2558"/>
                  </a:lnTo>
                  <a:lnTo>
                    <a:pt x="0" y="2664"/>
                  </a:lnTo>
                  <a:lnTo>
                    <a:pt x="0" y="2868"/>
                  </a:lnTo>
                  <a:lnTo>
                    <a:pt x="0" y="3073"/>
                  </a:lnTo>
                  <a:lnTo>
                    <a:pt x="0" y="3171"/>
                  </a:lnTo>
                  <a:cubicBezTo>
                    <a:pt x="98" y="3171"/>
                    <a:pt x="98" y="3277"/>
                    <a:pt x="98" y="3375"/>
                  </a:cubicBezTo>
                  <a:cubicBezTo>
                    <a:pt x="98" y="3481"/>
                    <a:pt x="204" y="3481"/>
                    <a:pt x="204" y="3580"/>
                  </a:cubicBezTo>
                  <a:lnTo>
                    <a:pt x="204" y="3686"/>
                  </a:lnTo>
                  <a:lnTo>
                    <a:pt x="303" y="3784"/>
                  </a:lnTo>
                  <a:lnTo>
                    <a:pt x="303" y="3890"/>
                  </a:lnTo>
                  <a:cubicBezTo>
                    <a:pt x="409" y="3890"/>
                    <a:pt x="409" y="3988"/>
                    <a:pt x="409" y="4094"/>
                  </a:cubicBezTo>
                  <a:cubicBezTo>
                    <a:pt x="711" y="4397"/>
                    <a:pt x="1022" y="4707"/>
                    <a:pt x="1431" y="4912"/>
                  </a:cubicBezTo>
                  <a:cubicBezTo>
                    <a:pt x="1431" y="4912"/>
                    <a:pt x="1529" y="5010"/>
                    <a:pt x="1635" y="5010"/>
                  </a:cubicBezTo>
                  <a:cubicBezTo>
                    <a:pt x="1733" y="5010"/>
                    <a:pt x="1839" y="5116"/>
                    <a:pt x="1839" y="5116"/>
                  </a:cubicBezTo>
                  <a:lnTo>
                    <a:pt x="2142" y="5116"/>
                  </a:lnTo>
                  <a:cubicBezTo>
                    <a:pt x="2248" y="5214"/>
                    <a:pt x="2452" y="5214"/>
                    <a:pt x="2657" y="5214"/>
                  </a:cubicBezTo>
                  <a:cubicBezTo>
                    <a:pt x="2959" y="5214"/>
                    <a:pt x="3368" y="5116"/>
                    <a:pt x="3776" y="4912"/>
                  </a:cubicBezTo>
                  <a:cubicBezTo>
                    <a:pt x="3883" y="4912"/>
                    <a:pt x="3883" y="4912"/>
                    <a:pt x="3883" y="4806"/>
                  </a:cubicBezTo>
                  <a:lnTo>
                    <a:pt x="3981" y="4806"/>
                  </a:lnTo>
                  <a:cubicBezTo>
                    <a:pt x="3981" y="4806"/>
                    <a:pt x="4087" y="4806"/>
                    <a:pt x="4087" y="4707"/>
                  </a:cubicBezTo>
                  <a:cubicBezTo>
                    <a:pt x="4087" y="4707"/>
                    <a:pt x="4185" y="4707"/>
                    <a:pt x="4185" y="4601"/>
                  </a:cubicBezTo>
                  <a:lnTo>
                    <a:pt x="4291" y="4601"/>
                  </a:lnTo>
                  <a:cubicBezTo>
                    <a:pt x="4389" y="4503"/>
                    <a:pt x="4389" y="4503"/>
                    <a:pt x="4389" y="4397"/>
                  </a:cubicBezTo>
                  <a:lnTo>
                    <a:pt x="4496" y="4397"/>
                  </a:lnTo>
                  <a:cubicBezTo>
                    <a:pt x="4496" y="4299"/>
                    <a:pt x="4594" y="4299"/>
                    <a:pt x="4594" y="4299"/>
                  </a:cubicBezTo>
                  <a:cubicBezTo>
                    <a:pt x="4594" y="4193"/>
                    <a:pt x="4594" y="4193"/>
                    <a:pt x="4700" y="4193"/>
                  </a:cubicBezTo>
                  <a:cubicBezTo>
                    <a:pt x="4700" y="4193"/>
                    <a:pt x="4700" y="4094"/>
                    <a:pt x="4798" y="3988"/>
                  </a:cubicBezTo>
                  <a:cubicBezTo>
                    <a:pt x="4798" y="3890"/>
                    <a:pt x="4904" y="3890"/>
                    <a:pt x="4904" y="3784"/>
                  </a:cubicBezTo>
                  <a:cubicBezTo>
                    <a:pt x="5002" y="3686"/>
                    <a:pt x="5002" y="3686"/>
                    <a:pt x="5002" y="3580"/>
                  </a:cubicBezTo>
                  <a:lnTo>
                    <a:pt x="5002" y="3481"/>
                  </a:lnTo>
                  <a:cubicBezTo>
                    <a:pt x="5313" y="2762"/>
                    <a:pt x="5207" y="1847"/>
                    <a:pt x="4700" y="1127"/>
                  </a:cubicBezTo>
                  <a:cubicBezTo>
                    <a:pt x="4224" y="387"/>
                    <a:pt x="3395" y="1"/>
                    <a:pt x="2562"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03" name="Google Shape;35;p2"/>
            <p:cNvSpPr/>
            <p:nvPr/>
          </p:nvSpPr>
          <p:spPr>
            <a:xfrm>
              <a:off x="2161525" y="1015900"/>
              <a:ext cx="148150" cy="129025"/>
            </a:xfrm>
            <a:custGeom>
              <a:avLst/>
              <a:ahLst/>
              <a:rect l="l" t="t" r="r" b="b"/>
              <a:pathLst>
                <a:path w="5926" h="5161" extrusionOk="0">
                  <a:moveTo>
                    <a:pt x="3021" y="0"/>
                  </a:moveTo>
                  <a:cubicBezTo>
                    <a:pt x="1981" y="0"/>
                    <a:pt x="975" y="597"/>
                    <a:pt x="507" y="1607"/>
                  </a:cubicBezTo>
                  <a:cubicBezTo>
                    <a:pt x="0" y="2940"/>
                    <a:pt x="613" y="4468"/>
                    <a:pt x="1937" y="4983"/>
                  </a:cubicBezTo>
                  <a:cubicBezTo>
                    <a:pt x="2252" y="5103"/>
                    <a:pt x="2578" y="5160"/>
                    <a:pt x="2899" y="5160"/>
                  </a:cubicBezTo>
                  <a:cubicBezTo>
                    <a:pt x="3936" y="5160"/>
                    <a:pt x="4920" y="4564"/>
                    <a:pt x="5313" y="3553"/>
                  </a:cubicBezTo>
                  <a:cubicBezTo>
                    <a:pt x="5926" y="2220"/>
                    <a:pt x="5313" y="692"/>
                    <a:pt x="3981" y="177"/>
                  </a:cubicBezTo>
                  <a:cubicBezTo>
                    <a:pt x="3667" y="57"/>
                    <a:pt x="3342" y="0"/>
                    <a:pt x="3021"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04" name="Google Shape;36;p2"/>
            <p:cNvSpPr/>
            <p:nvPr/>
          </p:nvSpPr>
          <p:spPr>
            <a:xfrm>
              <a:off x="2169075" y="1066300"/>
              <a:ext cx="132850" cy="78625"/>
            </a:xfrm>
            <a:custGeom>
              <a:avLst/>
              <a:ahLst/>
              <a:rect l="l" t="t" r="r" b="b"/>
              <a:pathLst>
                <a:path w="5314" h="3145" extrusionOk="0">
                  <a:moveTo>
                    <a:pt x="5215" y="0"/>
                  </a:moveTo>
                  <a:cubicBezTo>
                    <a:pt x="5215" y="311"/>
                    <a:pt x="5109" y="719"/>
                    <a:pt x="5011" y="1022"/>
                  </a:cubicBezTo>
                  <a:cubicBezTo>
                    <a:pt x="4560" y="2002"/>
                    <a:pt x="3609" y="2593"/>
                    <a:pt x="2611" y="2593"/>
                  </a:cubicBezTo>
                  <a:cubicBezTo>
                    <a:pt x="2252" y="2593"/>
                    <a:pt x="1887" y="2516"/>
                    <a:pt x="1537" y="2354"/>
                  </a:cubicBezTo>
                  <a:cubicBezTo>
                    <a:pt x="818" y="2044"/>
                    <a:pt x="205" y="1332"/>
                    <a:pt x="1" y="515"/>
                  </a:cubicBezTo>
                  <a:lnTo>
                    <a:pt x="1" y="515"/>
                  </a:lnTo>
                  <a:cubicBezTo>
                    <a:pt x="1" y="1537"/>
                    <a:pt x="614" y="2558"/>
                    <a:pt x="1635" y="2967"/>
                  </a:cubicBezTo>
                  <a:cubicBezTo>
                    <a:pt x="1950" y="3087"/>
                    <a:pt x="2276" y="3144"/>
                    <a:pt x="2597" y="3144"/>
                  </a:cubicBezTo>
                  <a:cubicBezTo>
                    <a:pt x="3634" y="3144"/>
                    <a:pt x="4618" y="2548"/>
                    <a:pt x="5011" y="1537"/>
                  </a:cubicBezTo>
                  <a:cubicBezTo>
                    <a:pt x="5313" y="1022"/>
                    <a:pt x="5313" y="515"/>
                    <a:pt x="5215" y="0"/>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05" name="Google Shape;37;p2"/>
            <p:cNvSpPr/>
            <p:nvPr/>
          </p:nvSpPr>
          <p:spPr>
            <a:xfrm>
              <a:off x="2171725" y="1056075"/>
              <a:ext cx="122625" cy="56225"/>
            </a:xfrm>
            <a:custGeom>
              <a:avLst/>
              <a:ahLst/>
              <a:rect l="l" t="t" r="r" b="b"/>
              <a:pathLst>
                <a:path w="4905" h="2249" extrusionOk="0">
                  <a:moveTo>
                    <a:pt x="99" y="0"/>
                  </a:moveTo>
                  <a:lnTo>
                    <a:pt x="99" y="107"/>
                  </a:lnTo>
                  <a:cubicBezTo>
                    <a:pt x="99" y="107"/>
                    <a:pt x="99" y="205"/>
                    <a:pt x="1" y="311"/>
                  </a:cubicBezTo>
                  <a:lnTo>
                    <a:pt x="4799" y="2248"/>
                  </a:lnTo>
                  <a:cubicBezTo>
                    <a:pt x="4799" y="2248"/>
                    <a:pt x="4905" y="2150"/>
                    <a:pt x="4905" y="2044"/>
                  </a:cubicBezTo>
                  <a:lnTo>
                    <a:pt x="4905" y="1946"/>
                  </a:lnTo>
                  <a:lnTo>
                    <a:pt x="99"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06" name="Google Shape;38;p2"/>
            <p:cNvSpPr/>
            <p:nvPr/>
          </p:nvSpPr>
          <p:spPr>
            <a:xfrm>
              <a:off x="2174175" y="1050975"/>
              <a:ext cx="122625" cy="58875"/>
            </a:xfrm>
            <a:custGeom>
              <a:avLst/>
              <a:ahLst/>
              <a:rect l="l" t="t" r="r" b="b"/>
              <a:pathLst>
                <a:path w="4905" h="2355" extrusionOk="0">
                  <a:moveTo>
                    <a:pt x="107" y="0"/>
                  </a:moveTo>
                  <a:cubicBezTo>
                    <a:pt x="107" y="106"/>
                    <a:pt x="107" y="106"/>
                    <a:pt x="1" y="204"/>
                  </a:cubicBezTo>
                  <a:lnTo>
                    <a:pt x="1" y="311"/>
                  </a:lnTo>
                  <a:lnTo>
                    <a:pt x="4807" y="2354"/>
                  </a:lnTo>
                  <a:lnTo>
                    <a:pt x="4807" y="2150"/>
                  </a:lnTo>
                  <a:cubicBezTo>
                    <a:pt x="4905" y="2150"/>
                    <a:pt x="4905" y="2043"/>
                    <a:pt x="4905" y="2043"/>
                  </a:cubicBezTo>
                  <a:lnTo>
                    <a:pt x="107"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07" name="Google Shape;39;p2"/>
            <p:cNvSpPr/>
            <p:nvPr/>
          </p:nvSpPr>
          <p:spPr>
            <a:xfrm>
              <a:off x="1466775" y="908700"/>
              <a:ext cx="132850" cy="130700"/>
            </a:xfrm>
            <a:custGeom>
              <a:avLst/>
              <a:ahLst/>
              <a:rect l="l" t="t" r="r" b="b"/>
              <a:pathLst>
                <a:path w="5314" h="5228" extrusionOk="0">
                  <a:moveTo>
                    <a:pt x="2633" y="0"/>
                  </a:moveTo>
                  <a:cubicBezTo>
                    <a:pt x="2180" y="0"/>
                    <a:pt x="1727" y="125"/>
                    <a:pt x="1325" y="378"/>
                  </a:cubicBezTo>
                  <a:cubicBezTo>
                    <a:pt x="1227" y="378"/>
                    <a:pt x="1227" y="485"/>
                    <a:pt x="1120" y="485"/>
                  </a:cubicBezTo>
                  <a:lnTo>
                    <a:pt x="1120" y="583"/>
                  </a:lnTo>
                  <a:lnTo>
                    <a:pt x="1022" y="583"/>
                  </a:lnTo>
                  <a:lnTo>
                    <a:pt x="916" y="689"/>
                  </a:lnTo>
                  <a:lnTo>
                    <a:pt x="409" y="1196"/>
                  </a:lnTo>
                  <a:cubicBezTo>
                    <a:pt x="409" y="1302"/>
                    <a:pt x="409" y="1400"/>
                    <a:pt x="303" y="1400"/>
                  </a:cubicBezTo>
                  <a:lnTo>
                    <a:pt x="303" y="1506"/>
                  </a:lnTo>
                  <a:cubicBezTo>
                    <a:pt x="303" y="1506"/>
                    <a:pt x="303" y="1604"/>
                    <a:pt x="205" y="1604"/>
                  </a:cubicBezTo>
                  <a:lnTo>
                    <a:pt x="205" y="1711"/>
                  </a:lnTo>
                  <a:cubicBezTo>
                    <a:pt x="205" y="1711"/>
                    <a:pt x="205" y="1809"/>
                    <a:pt x="99" y="1915"/>
                  </a:cubicBezTo>
                  <a:lnTo>
                    <a:pt x="99" y="2119"/>
                  </a:lnTo>
                  <a:lnTo>
                    <a:pt x="99" y="2217"/>
                  </a:lnTo>
                  <a:lnTo>
                    <a:pt x="99" y="2324"/>
                  </a:lnTo>
                  <a:lnTo>
                    <a:pt x="1" y="2422"/>
                  </a:lnTo>
                  <a:lnTo>
                    <a:pt x="1" y="2626"/>
                  </a:lnTo>
                  <a:lnTo>
                    <a:pt x="1" y="2830"/>
                  </a:lnTo>
                  <a:cubicBezTo>
                    <a:pt x="1" y="2937"/>
                    <a:pt x="99" y="2937"/>
                    <a:pt x="99" y="2937"/>
                  </a:cubicBezTo>
                  <a:lnTo>
                    <a:pt x="99" y="3141"/>
                  </a:lnTo>
                  <a:lnTo>
                    <a:pt x="99" y="3345"/>
                  </a:lnTo>
                  <a:lnTo>
                    <a:pt x="99" y="3443"/>
                  </a:lnTo>
                  <a:cubicBezTo>
                    <a:pt x="205" y="3443"/>
                    <a:pt x="205" y="3550"/>
                    <a:pt x="205" y="3648"/>
                  </a:cubicBezTo>
                  <a:cubicBezTo>
                    <a:pt x="303" y="3754"/>
                    <a:pt x="303" y="3754"/>
                    <a:pt x="303" y="3852"/>
                  </a:cubicBezTo>
                  <a:lnTo>
                    <a:pt x="409" y="3852"/>
                  </a:lnTo>
                  <a:cubicBezTo>
                    <a:pt x="409" y="3958"/>
                    <a:pt x="409" y="4056"/>
                    <a:pt x="507" y="4056"/>
                  </a:cubicBezTo>
                  <a:cubicBezTo>
                    <a:pt x="712" y="4465"/>
                    <a:pt x="1120" y="4776"/>
                    <a:pt x="1431" y="4980"/>
                  </a:cubicBezTo>
                  <a:cubicBezTo>
                    <a:pt x="1529" y="4980"/>
                    <a:pt x="1635" y="4980"/>
                    <a:pt x="1635" y="5078"/>
                  </a:cubicBezTo>
                  <a:lnTo>
                    <a:pt x="1938" y="5078"/>
                  </a:lnTo>
                  <a:cubicBezTo>
                    <a:pt x="1938" y="5184"/>
                    <a:pt x="2044" y="5184"/>
                    <a:pt x="2142" y="5184"/>
                  </a:cubicBezTo>
                  <a:cubicBezTo>
                    <a:pt x="2278" y="5184"/>
                    <a:pt x="2371" y="5228"/>
                    <a:pt x="2478" y="5228"/>
                  </a:cubicBezTo>
                  <a:cubicBezTo>
                    <a:pt x="2532" y="5228"/>
                    <a:pt x="2589" y="5217"/>
                    <a:pt x="2657" y="5184"/>
                  </a:cubicBezTo>
                  <a:cubicBezTo>
                    <a:pt x="3066" y="5184"/>
                    <a:pt x="3474" y="5184"/>
                    <a:pt x="3777" y="4980"/>
                  </a:cubicBezTo>
                  <a:lnTo>
                    <a:pt x="3883" y="4980"/>
                  </a:lnTo>
                  <a:cubicBezTo>
                    <a:pt x="3883" y="4874"/>
                    <a:pt x="3883" y="4874"/>
                    <a:pt x="3981" y="4874"/>
                  </a:cubicBezTo>
                  <a:lnTo>
                    <a:pt x="4087" y="4776"/>
                  </a:lnTo>
                  <a:cubicBezTo>
                    <a:pt x="4185" y="4776"/>
                    <a:pt x="4185" y="4669"/>
                    <a:pt x="4292" y="4669"/>
                  </a:cubicBezTo>
                  <a:cubicBezTo>
                    <a:pt x="4292" y="4571"/>
                    <a:pt x="4292" y="4571"/>
                    <a:pt x="4390" y="4571"/>
                  </a:cubicBezTo>
                  <a:cubicBezTo>
                    <a:pt x="4390" y="4571"/>
                    <a:pt x="4390" y="4465"/>
                    <a:pt x="4496" y="4465"/>
                  </a:cubicBezTo>
                  <a:lnTo>
                    <a:pt x="4496" y="4367"/>
                  </a:lnTo>
                  <a:cubicBezTo>
                    <a:pt x="4594" y="4367"/>
                    <a:pt x="4594" y="4367"/>
                    <a:pt x="4594" y="4261"/>
                  </a:cubicBezTo>
                  <a:lnTo>
                    <a:pt x="4700" y="4261"/>
                  </a:lnTo>
                  <a:cubicBezTo>
                    <a:pt x="4700" y="4163"/>
                    <a:pt x="4798" y="4163"/>
                    <a:pt x="4798" y="4056"/>
                  </a:cubicBezTo>
                  <a:cubicBezTo>
                    <a:pt x="4798" y="4056"/>
                    <a:pt x="4798" y="3958"/>
                    <a:pt x="4905" y="3958"/>
                  </a:cubicBezTo>
                  <a:lnTo>
                    <a:pt x="4905" y="3852"/>
                  </a:lnTo>
                  <a:lnTo>
                    <a:pt x="5003" y="3754"/>
                  </a:lnTo>
                  <a:lnTo>
                    <a:pt x="5003" y="3648"/>
                  </a:lnTo>
                  <a:lnTo>
                    <a:pt x="5109" y="3550"/>
                  </a:lnTo>
                  <a:cubicBezTo>
                    <a:pt x="5313" y="2732"/>
                    <a:pt x="5313" y="1915"/>
                    <a:pt x="4798" y="1196"/>
                  </a:cubicBezTo>
                  <a:cubicBezTo>
                    <a:pt x="4272" y="407"/>
                    <a:pt x="3452" y="0"/>
                    <a:pt x="2633"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08" name="Google Shape;40;p2"/>
            <p:cNvSpPr/>
            <p:nvPr/>
          </p:nvSpPr>
          <p:spPr>
            <a:xfrm>
              <a:off x="1451450" y="896850"/>
              <a:ext cx="148175" cy="130575"/>
            </a:xfrm>
            <a:custGeom>
              <a:avLst/>
              <a:ahLst/>
              <a:rect l="l" t="t" r="r" b="b"/>
              <a:pathLst>
                <a:path w="5927" h="5223" extrusionOk="0">
                  <a:moveTo>
                    <a:pt x="2909" y="1"/>
                  </a:moveTo>
                  <a:cubicBezTo>
                    <a:pt x="1916" y="1"/>
                    <a:pt x="986" y="592"/>
                    <a:pt x="614" y="1572"/>
                  </a:cubicBezTo>
                  <a:cubicBezTo>
                    <a:pt x="1" y="2896"/>
                    <a:pt x="614" y="4432"/>
                    <a:pt x="1938" y="5045"/>
                  </a:cubicBezTo>
                  <a:cubicBezTo>
                    <a:pt x="2253" y="5165"/>
                    <a:pt x="2579" y="5222"/>
                    <a:pt x="2901" y="5222"/>
                  </a:cubicBezTo>
                  <a:cubicBezTo>
                    <a:pt x="3942" y="5222"/>
                    <a:pt x="4943" y="4626"/>
                    <a:pt x="5411" y="3615"/>
                  </a:cubicBezTo>
                  <a:cubicBezTo>
                    <a:pt x="5926" y="2283"/>
                    <a:pt x="5313" y="754"/>
                    <a:pt x="3981" y="239"/>
                  </a:cubicBezTo>
                  <a:cubicBezTo>
                    <a:pt x="3631" y="77"/>
                    <a:pt x="3266" y="1"/>
                    <a:pt x="2909" y="1"/>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09" name="Google Shape;41;p2"/>
            <p:cNvSpPr/>
            <p:nvPr/>
          </p:nvSpPr>
          <p:spPr>
            <a:xfrm>
              <a:off x="1461675" y="948800"/>
              <a:ext cx="130175" cy="78625"/>
            </a:xfrm>
            <a:custGeom>
              <a:avLst/>
              <a:ahLst/>
              <a:rect l="l" t="t" r="r" b="b"/>
              <a:pathLst>
                <a:path w="5207" h="3145" extrusionOk="0">
                  <a:moveTo>
                    <a:pt x="5109" y="0"/>
                  </a:moveTo>
                  <a:cubicBezTo>
                    <a:pt x="5109" y="311"/>
                    <a:pt x="5109" y="613"/>
                    <a:pt x="4904" y="924"/>
                  </a:cubicBezTo>
                  <a:cubicBezTo>
                    <a:pt x="4511" y="1935"/>
                    <a:pt x="3527" y="2531"/>
                    <a:pt x="2491" y="2531"/>
                  </a:cubicBezTo>
                  <a:cubicBezTo>
                    <a:pt x="2170" y="2531"/>
                    <a:pt x="1844" y="2474"/>
                    <a:pt x="1529" y="2354"/>
                  </a:cubicBezTo>
                  <a:cubicBezTo>
                    <a:pt x="711" y="2044"/>
                    <a:pt x="205" y="1333"/>
                    <a:pt x="0" y="515"/>
                  </a:cubicBezTo>
                  <a:lnTo>
                    <a:pt x="0" y="515"/>
                  </a:lnTo>
                  <a:cubicBezTo>
                    <a:pt x="0" y="1537"/>
                    <a:pt x="613" y="2559"/>
                    <a:pt x="1529" y="2967"/>
                  </a:cubicBezTo>
                  <a:cubicBezTo>
                    <a:pt x="1844" y="3087"/>
                    <a:pt x="2170" y="3144"/>
                    <a:pt x="2492" y="3144"/>
                  </a:cubicBezTo>
                  <a:cubicBezTo>
                    <a:pt x="3533" y="3144"/>
                    <a:pt x="4534" y="2548"/>
                    <a:pt x="5002" y="1537"/>
                  </a:cubicBezTo>
                  <a:cubicBezTo>
                    <a:pt x="5207" y="1022"/>
                    <a:pt x="5207" y="515"/>
                    <a:pt x="5109" y="0"/>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10" name="Google Shape;42;p2"/>
            <p:cNvSpPr/>
            <p:nvPr/>
          </p:nvSpPr>
          <p:spPr>
            <a:xfrm>
              <a:off x="1464125" y="936125"/>
              <a:ext cx="122625" cy="58675"/>
            </a:xfrm>
            <a:custGeom>
              <a:avLst/>
              <a:ahLst/>
              <a:rect l="l" t="t" r="r" b="b"/>
              <a:pathLst>
                <a:path w="4905" h="2347" extrusionOk="0">
                  <a:moveTo>
                    <a:pt x="107" y="1"/>
                  </a:moveTo>
                  <a:cubicBezTo>
                    <a:pt x="107" y="99"/>
                    <a:pt x="107" y="99"/>
                    <a:pt x="0" y="99"/>
                  </a:cubicBezTo>
                  <a:lnTo>
                    <a:pt x="0" y="303"/>
                  </a:lnTo>
                  <a:lnTo>
                    <a:pt x="4700" y="2346"/>
                  </a:lnTo>
                  <a:cubicBezTo>
                    <a:pt x="4806" y="2248"/>
                    <a:pt x="4806" y="2248"/>
                    <a:pt x="4806" y="2142"/>
                  </a:cubicBezTo>
                  <a:cubicBezTo>
                    <a:pt x="4904" y="2142"/>
                    <a:pt x="4904" y="2044"/>
                    <a:pt x="4904" y="2044"/>
                  </a:cubicBezTo>
                  <a:lnTo>
                    <a:pt x="107" y="1"/>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11" name="Google Shape;43;p2"/>
            <p:cNvSpPr/>
            <p:nvPr/>
          </p:nvSpPr>
          <p:spPr>
            <a:xfrm>
              <a:off x="1464125" y="933475"/>
              <a:ext cx="122625" cy="56225"/>
            </a:xfrm>
            <a:custGeom>
              <a:avLst/>
              <a:ahLst/>
              <a:rect l="l" t="t" r="r" b="b"/>
              <a:pathLst>
                <a:path w="4905" h="2249" extrusionOk="0">
                  <a:moveTo>
                    <a:pt x="205" y="0"/>
                  </a:moveTo>
                  <a:cubicBezTo>
                    <a:pt x="107" y="0"/>
                    <a:pt x="107" y="107"/>
                    <a:pt x="107" y="107"/>
                  </a:cubicBezTo>
                  <a:cubicBezTo>
                    <a:pt x="107" y="205"/>
                    <a:pt x="0" y="205"/>
                    <a:pt x="0" y="311"/>
                  </a:cubicBezTo>
                  <a:lnTo>
                    <a:pt x="4806" y="2248"/>
                  </a:lnTo>
                  <a:cubicBezTo>
                    <a:pt x="4806" y="2248"/>
                    <a:pt x="4904" y="2248"/>
                    <a:pt x="4904" y="2150"/>
                  </a:cubicBezTo>
                  <a:lnTo>
                    <a:pt x="4904" y="1946"/>
                  </a:lnTo>
                  <a:lnTo>
                    <a:pt x="205"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12" name="Google Shape;44;p2"/>
            <p:cNvSpPr/>
            <p:nvPr/>
          </p:nvSpPr>
          <p:spPr>
            <a:xfrm>
              <a:off x="1630250" y="976825"/>
              <a:ext cx="132850" cy="130350"/>
            </a:xfrm>
            <a:custGeom>
              <a:avLst/>
              <a:ahLst/>
              <a:rect l="l" t="t" r="r" b="b"/>
              <a:pathLst>
                <a:path w="5314" h="5214" extrusionOk="0">
                  <a:moveTo>
                    <a:pt x="2534" y="0"/>
                  </a:moveTo>
                  <a:cubicBezTo>
                    <a:pt x="2092" y="0"/>
                    <a:pt x="1642" y="102"/>
                    <a:pt x="1226" y="310"/>
                  </a:cubicBezTo>
                  <a:cubicBezTo>
                    <a:pt x="1226" y="416"/>
                    <a:pt x="1120" y="416"/>
                    <a:pt x="1120" y="416"/>
                  </a:cubicBezTo>
                  <a:cubicBezTo>
                    <a:pt x="1120" y="416"/>
                    <a:pt x="1022" y="416"/>
                    <a:pt x="1022" y="514"/>
                  </a:cubicBezTo>
                  <a:lnTo>
                    <a:pt x="916" y="514"/>
                  </a:lnTo>
                  <a:cubicBezTo>
                    <a:pt x="916" y="514"/>
                    <a:pt x="916" y="620"/>
                    <a:pt x="818" y="620"/>
                  </a:cubicBezTo>
                  <a:cubicBezTo>
                    <a:pt x="711" y="825"/>
                    <a:pt x="507" y="923"/>
                    <a:pt x="409" y="1127"/>
                  </a:cubicBezTo>
                  <a:lnTo>
                    <a:pt x="409" y="1233"/>
                  </a:lnTo>
                  <a:cubicBezTo>
                    <a:pt x="303" y="1233"/>
                    <a:pt x="303" y="1331"/>
                    <a:pt x="303" y="1331"/>
                  </a:cubicBezTo>
                  <a:lnTo>
                    <a:pt x="205" y="1438"/>
                  </a:lnTo>
                  <a:lnTo>
                    <a:pt x="205" y="1536"/>
                  </a:lnTo>
                  <a:cubicBezTo>
                    <a:pt x="205" y="1642"/>
                    <a:pt x="205" y="1642"/>
                    <a:pt x="98" y="1642"/>
                  </a:cubicBezTo>
                  <a:lnTo>
                    <a:pt x="98" y="1846"/>
                  </a:lnTo>
                  <a:cubicBezTo>
                    <a:pt x="98" y="1944"/>
                    <a:pt x="0" y="2051"/>
                    <a:pt x="0" y="2051"/>
                  </a:cubicBezTo>
                  <a:lnTo>
                    <a:pt x="0" y="2149"/>
                  </a:lnTo>
                  <a:lnTo>
                    <a:pt x="0" y="2255"/>
                  </a:lnTo>
                  <a:lnTo>
                    <a:pt x="0" y="2353"/>
                  </a:lnTo>
                  <a:lnTo>
                    <a:pt x="0" y="2557"/>
                  </a:lnTo>
                  <a:lnTo>
                    <a:pt x="0" y="2868"/>
                  </a:lnTo>
                  <a:lnTo>
                    <a:pt x="0" y="3072"/>
                  </a:lnTo>
                  <a:cubicBezTo>
                    <a:pt x="0" y="3170"/>
                    <a:pt x="98" y="3277"/>
                    <a:pt x="98" y="3375"/>
                  </a:cubicBezTo>
                  <a:cubicBezTo>
                    <a:pt x="98" y="3375"/>
                    <a:pt x="98" y="3481"/>
                    <a:pt x="205" y="3579"/>
                  </a:cubicBezTo>
                  <a:cubicBezTo>
                    <a:pt x="205" y="3685"/>
                    <a:pt x="205" y="3685"/>
                    <a:pt x="303" y="3783"/>
                  </a:cubicBezTo>
                  <a:lnTo>
                    <a:pt x="303" y="3890"/>
                  </a:lnTo>
                  <a:cubicBezTo>
                    <a:pt x="303" y="3890"/>
                    <a:pt x="409" y="3988"/>
                    <a:pt x="409" y="4094"/>
                  </a:cubicBezTo>
                  <a:cubicBezTo>
                    <a:pt x="711" y="4396"/>
                    <a:pt x="1022" y="4707"/>
                    <a:pt x="1431" y="4911"/>
                  </a:cubicBezTo>
                  <a:cubicBezTo>
                    <a:pt x="1431" y="4911"/>
                    <a:pt x="1529" y="5009"/>
                    <a:pt x="1635" y="5009"/>
                  </a:cubicBezTo>
                  <a:cubicBezTo>
                    <a:pt x="1733" y="5009"/>
                    <a:pt x="1733" y="5009"/>
                    <a:pt x="1839" y="5116"/>
                  </a:cubicBezTo>
                  <a:lnTo>
                    <a:pt x="2044" y="5116"/>
                  </a:lnTo>
                  <a:cubicBezTo>
                    <a:pt x="2248" y="5214"/>
                    <a:pt x="2452" y="5214"/>
                    <a:pt x="2550" y="5214"/>
                  </a:cubicBezTo>
                  <a:cubicBezTo>
                    <a:pt x="2959" y="5214"/>
                    <a:pt x="3368" y="5116"/>
                    <a:pt x="3776" y="4911"/>
                  </a:cubicBezTo>
                  <a:lnTo>
                    <a:pt x="3883" y="4805"/>
                  </a:lnTo>
                  <a:lnTo>
                    <a:pt x="3981" y="4805"/>
                  </a:lnTo>
                  <a:cubicBezTo>
                    <a:pt x="3981" y="4805"/>
                    <a:pt x="3981" y="4707"/>
                    <a:pt x="4087" y="4707"/>
                  </a:cubicBezTo>
                  <a:lnTo>
                    <a:pt x="4185" y="4601"/>
                  </a:lnTo>
                  <a:cubicBezTo>
                    <a:pt x="4291" y="4601"/>
                    <a:pt x="4291" y="4601"/>
                    <a:pt x="4291" y="4503"/>
                  </a:cubicBezTo>
                  <a:cubicBezTo>
                    <a:pt x="4291" y="4503"/>
                    <a:pt x="4389" y="4503"/>
                    <a:pt x="4389" y="4396"/>
                  </a:cubicBezTo>
                  <a:lnTo>
                    <a:pt x="4496" y="4396"/>
                  </a:lnTo>
                  <a:cubicBezTo>
                    <a:pt x="4496" y="4298"/>
                    <a:pt x="4496" y="4298"/>
                    <a:pt x="4594" y="4192"/>
                  </a:cubicBezTo>
                  <a:lnTo>
                    <a:pt x="4798" y="3988"/>
                  </a:lnTo>
                  <a:lnTo>
                    <a:pt x="4798" y="3890"/>
                  </a:lnTo>
                  <a:lnTo>
                    <a:pt x="4904" y="3783"/>
                  </a:lnTo>
                  <a:lnTo>
                    <a:pt x="4904" y="3685"/>
                  </a:lnTo>
                  <a:lnTo>
                    <a:pt x="5002" y="3579"/>
                  </a:lnTo>
                  <a:lnTo>
                    <a:pt x="5002" y="3481"/>
                  </a:lnTo>
                  <a:cubicBezTo>
                    <a:pt x="5313" y="2762"/>
                    <a:pt x="5207" y="1846"/>
                    <a:pt x="4700" y="1127"/>
                  </a:cubicBezTo>
                  <a:cubicBezTo>
                    <a:pt x="4225" y="387"/>
                    <a:pt x="3396" y="0"/>
                    <a:pt x="2534"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13" name="Google Shape;45;p2"/>
            <p:cNvSpPr/>
            <p:nvPr/>
          </p:nvSpPr>
          <p:spPr>
            <a:xfrm>
              <a:off x="1614925" y="963275"/>
              <a:ext cx="148175" cy="130550"/>
            </a:xfrm>
            <a:custGeom>
              <a:avLst/>
              <a:ahLst/>
              <a:rect l="l" t="t" r="r" b="b"/>
              <a:pathLst>
                <a:path w="5927" h="5222" extrusionOk="0">
                  <a:moveTo>
                    <a:pt x="2907" y="0"/>
                  </a:moveTo>
                  <a:cubicBezTo>
                    <a:pt x="1909" y="0"/>
                    <a:pt x="958" y="591"/>
                    <a:pt x="507" y="1571"/>
                  </a:cubicBezTo>
                  <a:cubicBezTo>
                    <a:pt x="0" y="2895"/>
                    <a:pt x="613" y="4432"/>
                    <a:pt x="1937" y="5045"/>
                  </a:cubicBezTo>
                  <a:cubicBezTo>
                    <a:pt x="2252" y="5165"/>
                    <a:pt x="2579" y="5222"/>
                    <a:pt x="2900" y="5222"/>
                  </a:cubicBezTo>
                  <a:cubicBezTo>
                    <a:pt x="3936" y="5222"/>
                    <a:pt x="4920" y="4625"/>
                    <a:pt x="5313" y="3614"/>
                  </a:cubicBezTo>
                  <a:cubicBezTo>
                    <a:pt x="5926" y="2282"/>
                    <a:pt x="5207" y="754"/>
                    <a:pt x="3981" y="239"/>
                  </a:cubicBezTo>
                  <a:cubicBezTo>
                    <a:pt x="3631" y="77"/>
                    <a:pt x="3266" y="0"/>
                    <a:pt x="2907"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14" name="Google Shape;46;p2"/>
            <p:cNvSpPr/>
            <p:nvPr/>
          </p:nvSpPr>
          <p:spPr>
            <a:xfrm>
              <a:off x="1622475" y="1015200"/>
              <a:ext cx="132850" cy="78625"/>
            </a:xfrm>
            <a:custGeom>
              <a:avLst/>
              <a:ahLst/>
              <a:rect l="l" t="t" r="r" b="b"/>
              <a:pathLst>
                <a:path w="5314" h="3145" extrusionOk="0">
                  <a:moveTo>
                    <a:pt x="5215" y="1"/>
                  </a:moveTo>
                  <a:cubicBezTo>
                    <a:pt x="5215" y="311"/>
                    <a:pt x="5109" y="614"/>
                    <a:pt x="5011" y="1022"/>
                  </a:cubicBezTo>
                  <a:cubicBezTo>
                    <a:pt x="4560" y="2002"/>
                    <a:pt x="3610" y="2593"/>
                    <a:pt x="2611" y="2593"/>
                  </a:cubicBezTo>
                  <a:cubicBezTo>
                    <a:pt x="2253" y="2593"/>
                    <a:pt x="1888" y="2517"/>
                    <a:pt x="1537" y="2355"/>
                  </a:cubicBezTo>
                  <a:cubicBezTo>
                    <a:pt x="720" y="2044"/>
                    <a:pt x="205" y="1333"/>
                    <a:pt x="1" y="516"/>
                  </a:cubicBezTo>
                  <a:lnTo>
                    <a:pt x="1" y="516"/>
                  </a:lnTo>
                  <a:cubicBezTo>
                    <a:pt x="1" y="1537"/>
                    <a:pt x="614" y="2559"/>
                    <a:pt x="1635" y="2968"/>
                  </a:cubicBezTo>
                  <a:cubicBezTo>
                    <a:pt x="1950" y="3088"/>
                    <a:pt x="2277" y="3145"/>
                    <a:pt x="2598" y="3145"/>
                  </a:cubicBezTo>
                  <a:cubicBezTo>
                    <a:pt x="3634" y="3145"/>
                    <a:pt x="4618" y="2548"/>
                    <a:pt x="5011" y="1537"/>
                  </a:cubicBezTo>
                  <a:cubicBezTo>
                    <a:pt x="5215" y="1022"/>
                    <a:pt x="5313" y="516"/>
                    <a:pt x="5215"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15" name="Google Shape;47;p2"/>
            <p:cNvSpPr/>
            <p:nvPr/>
          </p:nvSpPr>
          <p:spPr>
            <a:xfrm>
              <a:off x="1625125" y="1002550"/>
              <a:ext cx="122650" cy="58650"/>
            </a:xfrm>
            <a:custGeom>
              <a:avLst/>
              <a:ahLst/>
              <a:rect l="l" t="t" r="r" b="b"/>
              <a:pathLst>
                <a:path w="4906" h="2346" extrusionOk="0">
                  <a:moveTo>
                    <a:pt x="99" y="0"/>
                  </a:moveTo>
                  <a:lnTo>
                    <a:pt x="99" y="98"/>
                  </a:lnTo>
                  <a:cubicBezTo>
                    <a:pt x="99" y="204"/>
                    <a:pt x="1" y="302"/>
                    <a:pt x="1" y="409"/>
                  </a:cubicBezTo>
                  <a:lnTo>
                    <a:pt x="4799" y="2346"/>
                  </a:lnTo>
                  <a:cubicBezTo>
                    <a:pt x="4799" y="2248"/>
                    <a:pt x="4799" y="2248"/>
                    <a:pt x="4905" y="2141"/>
                  </a:cubicBezTo>
                  <a:lnTo>
                    <a:pt x="4905" y="2043"/>
                  </a:lnTo>
                  <a:lnTo>
                    <a:pt x="99"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16" name="Google Shape;48;p2"/>
            <p:cNvSpPr/>
            <p:nvPr/>
          </p:nvSpPr>
          <p:spPr>
            <a:xfrm>
              <a:off x="1627600" y="999875"/>
              <a:ext cx="122625" cy="58875"/>
            </a:xfrm>
            <a:custGeom>
              <a:avLst/>
              <a:ahLst/>
              <a:rect l="l" t="t" r="r" b="b"/>
              <a:pathLst>
                <a:path w="4905" h="2355" extrusionOk="0">
                  <a:moveTo>
                    <a:pt x="106" y="1"/>
                  </a:moveTo>
                  <a:lnTo>
                    <a:pt x="0" y="107"/>
                  </a:lnTo>
                  <a:lnTo>
                    <a:pt x="0" y="311"/>
                  </a:lnTo>
                  <a:lnTo>
                    <a:pt x="4700" y="2355"/>
                  </a:lnTo>
                  <a:cubicBezTo>
                    <a:pt x="4806" y="2248"/>
                    <a:pt x="4806" y="2248"/>
                    <a:pt x="4806" y="2150"/>
                  </a:cubicBezTo>
                  <a:lnTo>
                    <a:pt x="4904" y="2044"/>
                  </a:lnTo>
                  <a:lnTo>
                    <a:pt x="106" y="1"/>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17" name="Google Shape;49;p2"/>
            <p:cNvSpPr/>
            <p:nvPr/>
          </p:nvSpPr>
          <p:spPr>
            <a:xfrm>
              <a:off x="1791050" y="1043225"/>
              <a:ext cx="132850" cy="130375"/>
            </a:xfrm>
            <a:custGeom>
              <a:avLst/>
              <a:ahLst/>
              <a:rect l="l" t="t" r="r" b="b"/>
              <a:pathLst>
                <a:path w="5314" h="5215" extrusionOk="0">
                  <a:moveTo>
                    <a:pt x="2571" y="1"/>
                  </a:moveTo>
                  <a:cubicBezTo>
                    <a:pt x="2140" y="1"/>
                    <a:pt x="1713" y="102"/>
                    <a:pt x="1333" y="310"/>
                  </a:cubicBezTo>
                  <a:cubicBezTo>
                    <a:pt x="1227" y="416"/>
                    <a:pt x="1227" y="416"/>
                    <a:pt x="1129" y="416"/>
                  </a:cubicBezTo>
                  <a:lnTo>
                    <a:pt x="1129" y="514"/>
                  </a:lnTo>
                  <a:lnTo>
                    <a:pt x="1022" y="514"/>
                  </a:lnTo>
                  <a:lnTo>
                    <a:pt x="924" y="621"/>
                  </a:lnTo>
                  <a:cubicBezTo>
                    <a:pt x="720" y="825"/>
                    <a:pt x="516" y="1029"/>
                    <a:pt x="409" y="1234"/>
                  </a:cubicBezTo>
                  <a:lnTo>
                    <a:pt x="311" y="1332"/>
                  </a:lnTo>
                  <a:lnTo>
                    <a:pt x="311" y="1438"/>
                  </a:lnTo>
                  <a:cubicBezTo>
                    <a:pt x="205" y="1536"/>
                    <a:pt x="205" y="1536"/>
                    <a:pt x="205" y="1642"/>
                  </a:cubicBezTo>
                  <a:cubicBezTo>
                    <a:pt x="205" y="1740"/>
                    <a:pt x="107" y="1847"/>
                    <a:pt x="107" y="1847"/>
                  </a:cubicBezTo>
                  <a:lnTo>
                    <a:pt x="107" y="1945"/>
                  </a:lnTo>
                  <a:lnTo>
                    <a:pt x="107" y="2051"/>
                  </a:lnTo>
                  <a:cubicBezTo>
                    <a:pt x="107" y="2149"/>
                    <a:pt x="1" y="2149"/>
                    <a:pt x="1" y="2149"/>
                  </a:cubicBezTo>
                  <a:lnTo>
                    <a:pt x="1" y="2353"/>
                  </a:lnTo>
                  <a:lnTo>
                    <a:pt x="1" y="2664"/>
                  </a:lnTo>
                  <a:lnTo>
                    <a:pt x="1" y="2868"/>
                  </a:lnTo>
                  <a:lnTo>
                    <a:pt x="1" y="3073"/>
                  </a:lnTo>
                  <a:cubicBezTo>
                    <a:pt x="107" y="3073"/>
                    <a:pt x="107" y="3073"/>
                    <a:pt x="107" y="3171"/>
                  </a:cubicBezTo>
                  <a:lnTo>
                    <a:pt x="107" y="3375"/>
                  </a:lnTo>
                  <a:cubicBezTo>
                    <a:pt x="107" y="3481"/>
                    <a:pt x="205" y="3481"/>
                    <a:pt x="205" y="3580"/>
                  </a:cubicBezTo>
                  <a:lnTo>
                    <a:pt x="205" y="3686"/>
                  </a:lnTo>
                  <a:lnTo>
                    <a:pt x="311" y="3784"/>
                  </a:lnTo>
                  <a:lnTo>
                    <a:pt x="311" y="3890"/>
                  </a:lnTo>
                  <a:cubicBezTo>
                    <a:pt x="409" y="3890"/>
                    <a:pt x="409" y="3988"/>
                    <a:pt x="409" y="4094"/>
                  </a:cubicBezTo>
                  <a:cubicBezTo>
                    <a:pt x="720" y="4397"/>
                    <a:pt x="1022" y="4707"/>
                    <a:pt x="1431" y="4912"/>
                  </a:cubicBezTo>
                  <a:cubicBezTo>
                    <a:pt x="1537" y="4912"/>
                    <a:pt x="1537" y="5010"/>
                    <a:pt x="1635" y="5010"/>
                  </a:cubicBezTo>
                  <a:cubicBezTo>
                    <a:pt x="1742" y="5010"/>
                    <a:pt x="1840" y="5116"/>
                    <a:pt x="1840" y="5116"/>
                  </a:cubicBezTo>
                  <a:lnTo>
                    <a:pt x="2150" y="5116"/>
                  </a:lnTo>
                  <a:cubicBezTo>
                    <a:pt x="2248" y="5214"/>
                    <a:pt x="2453" y="5214"/>
                    <a:pt x="2657" y="5214"/>
                  </a:cubicBezTo>
                  <a:cubicBezTo>
                    <a:pt x="3066" y="5214"/>
                    <a:pt x="3376" y="5116"/>
                    <a:pt x="3785" y="4912"/>
                  </a:cubicBezTo>
                  <a:cubicBezTo>
                    <a:pt x="3883" y="4912"/>
                    <a:pt x="3883" y="4912"/>
                    <a:pt x="3883" y="4806"/>
                  </a:cubicBezTo>
                  <a:lnTo>
                    <a:pt x="3989" y="4806"/>
                  </a:lnTo>
                  <a:cubicBezTo>
                    <a:pt x="3989" y="4806"/>
                    <a:pt x="4087" y="4806"/>
                    <a:pt x="4087" y="4707"/>
                  </a:cubicBezTo>
                  <a:cubicBezTo>
                    <a:pt x="4087" y="4707"/>
                    <a:pt x="4194" y="4707"/>
                    <a:pt x="4194" y="4601"/>
                  </a:cubicBezTo>
                  <a:lnTo>
                    <a:pt x="4292" y="4601"/>
                  </a:lnTo>
                  <a:lnTo>
                    <a:pt x="4496" y="4397"/>
                  </a:lnTo>
                  <a:cubicBezTo>
                    <a:pt x="4496" y="4299"/>
                    <a:pt x="4602" y="4299"/>
                    <a:pt x="4602" y="4299"/>
                  </a:cubicBezTo>
                  <a:cubicBezTo>
                    <a:pt x="4602" y="4299"/>
                    <a:pt x="4602" y="4193"/>
                    <a:pt x="4700" y="4193"/>
                  </a:cubicBezTo>
                  <a:cubicBezTo>
                    <a:pt x="4700" y="4193"/>
                    <a:pt x="4700" y="4094"/>
                    <a:pt x="4807" y="3988"/>
                  </a:cubicBezTo>
                  <a:cubicBezTo>
                    <a:pt x="4905" y="3890"/>
                    <a:pt x="4905" y="3890"/>
                    <a:pt x="4905" y="3784"/>
                  </a:cubicBezTo>
                  <a:cubicBezTo>
                    <a:pt x="5011" y="3686"/>
                    <a:pt x="5011" y="3686"/>
                    <a:pt x="5011" y="3580"/>
                  </a:cubicBezTo>
                  <a:lnTo>
                    <a:pt x="5011" y="3481"/>
                  </a:lnTo>
                  <a:cubicBezTo>
                    <a:pt x="5313" y="2762"/>
                    <a:pt x="5215" y="1847"/>
                    <a:pt x="4807" y="1127"/>
                  </a:cubicBezTo>
                  <a:cubicBezTo>
                    <a:pt x="4266" y="387"/>
                    <a:pt x="3412" y="1"/>
                    <a:pt x="2571"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18" name="Google Shape;50;p2"/>
            <p:cNvSpPr/>
            <p:nvPr/>
          </p:nvSpPr>
          <p:spPr>
            <a:xfrm>
              <a:off x="1775725" y="1031225"/>
              <a:ext cx="148175" cy="129025"/>
            </a:xfrm>
            <a:custGeom>
              <a:avLst/>
              <a:ahLst/>
              <a:rect l="l" t="t" r="r" b="b"/>
              <a:pathLst>
                <a:path w="5927" h="5161" extrusionOk="0">
                  <a:moveTo>
                    <a:pt x="3027" y="0"/>
                  </a:moveTo>
                  <a:cubicBezTo>
                    <a:pt x="1991" y="0"/>
                    <a:pt x="1007" y="597"/>
                    <a:pt x="614" y="1607"/>
                  </a:cubicBezTo>
                  <a:cubicBezTo>
                    <a:pt x="1" y="2940"/>
                    <a:pt x="614" y="4468"/>
                    <a:pt x="1946" y="4983"/>
                  </a:cubicBezTo>
                  <a:cubicBezTo>
                    <a:pt x="2259" y="5103"/>
                    <a:pt x="2584" y="5160"/>
                    <a:pt x="2906" y="5160"/>
                  </a:cubicBezTo>
                  <a:cubicBezTo>
                    <a:pt x="3945" y="5160"/>
                    <a:pt x="4952" y="4564"/>
                    <a:pt x="5420" y="3553"/>
                  </a:cubicBezTo>
                  <a:cubicBezTo>
                    <a:pt x="5926" y="2220"/>
                    <a:pt x="5313" y="692"/>
                    <a:pt x="3989" y="177"/>
                  </a:cubicBezTo>
                  <a:cubicBezTo>
                    <a:pt x="3674" y="57"/>
                    <a:pt x="3348" y="0"/>
                    <a:pt x="3027"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19" name="Google Shape;51;p2"/>
            <p:cNvSpPr/>
            <p:nvPr/>
          </p:nvSpPr>
          <p:spPr>
            <a:xfrm>
              <a:off x="1785950" y="1081625"/>
              <a:ext cx="130400" cy="78625"/>
            </a:xfrm>
            <a:custGeom>
              <a:avLst/>
              <a:ahLst/>
              <a:rect l="l" t="t" r="r" b="b"/>
              <a:pathLst>
                <a:path w="5216" h="3145" extrusionOk="0">
                  <a:moveTo>
                    <a:pt x="5109" y="0"/>
                  </a:moveTo>
                  <a:cubicBezTo>
                    <a:pt x="5109" y="311"/>
                    <a:pt x="5011" y="719"/>
                    <a:pt x="4904" y="1022"/>
                  </a:cubicBezTo>
                  <a:cubicBezTo>
                    <a:pt x="4454" y="2002"/>
                    <a:pt x="3507" y="2593"/>
                    <a:pt x="2551" y="2593"/>
                  </a:cubicBezTo>
                  <a:cubicBezTo>
                    <a:pt x="2207" y="2593"/>
                    <a:pt x="1861" y="2516"/>
                    <a:pt x="1537" y="2354"/>
                  </a:cubicBezTo>
                  <a:cubicBezTo>
                    <a:pt x="720" y="2044"/>
                    <a:pt x="107" y="1332"/>
                    <a:pt x="0" y="613"/>
                  </a:cubicBezTo>
                  <a:lnTo>
                    <a:pt x="0" y="613"/>
                  </a:lnTo>
                  <a:cubicBezTo>
                    <a:pt x="0" y="1537"/>
                    <a:pt x="515" y="2558"/>
                    <a:pt x="1537" y="2967"/>
                  </a:cubicBezTo>
                  <a:cubicBezTo>
                    <a:pt x="1850" y="3087"/>
                    <a:pt x="2175" y="3144"/>
                    <a:pt x="2497" y="3144"/>
                  </a:cubicBezTo>
                  <a:cubicBezTo>
                    <a:pt x="3536" y="3144"/>
                    <a:pt x="4543" y="2548"/>
                    <a:pt x="5011" y="1537"/>
                  </a:cubicBezTo>
                  <a:cubicBezTo>
                    <a:pt x="5215" y="1022"/>
                    <a:pt x="5215" y="515"/>
                    <a:pt x="5109" y="0"/>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20" name="Google Shape;52;p2"/>
            <p:cNvSpPr/>
            <p:nvPr/>
          </p:nvSpPr>
          <p:spPr>
            <a:xfrm>
              <a:off x="1785950" y="1071400"/>
              <a:ext cx="122625" cy="56225"/>
            </a:xfrm>
            <a:custGeom>
              <a:avLst/>
              <a:ahLst/>
              <a:rect l="l" t="t" r="r" b="b"/>
              <a:pathLst>
                <a:path w="4905" h="2249" extrusionOk="0">
                  <a:moveTo>
                    <a:pt x="205" y="0"/>
                  </a:moveTo>
                  <a:cubicBezTo>
                    <a:pt x="107" y="0"/>
                    <a:pt x="107" y="0"/>
                    <a:pt x="107" y="107"/>
                  </a:cubicBezTo>
                  <a:cubicBezTo>
                    <a:pt x="107" y="107"/>
                    <a:pt x="107" y="205"/>
                    <a:pt x="0" y="311"/>
                  </a:cubicBezTo>
                  <a:lnTo>
                    <a:pt x="4806" y="2248"/>
                  </a:lnTo>
                  <a:cubicBezTo>
                    <a:pt x="4806" y="2248"/>
                    <a:pt x="4904" y="2150"/>
                    <a:pt x="4904" y="2044"/>
                  </a:cubicBezTo>
                  <a:lnTo>
                    <a:pt x="4904" y="1946"/>
                  </a:lnTo>
                  <a:lnTo>
                    <a:pt x="205"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21" name="Google Shape;53;p2"/>
            <p:cNvSpPr/>
            <p:nvPr/>
          </p:nvSpPr>
          <p:spPr>
            <a:xfrm>
              <a:off x="1788600" y="1066300"/>
              <a:ext cx="122625" cy="58875"/>
            </a:xfrm>
            <a:custGeom>
              <a:avLst/>
              <a:ahLst/>
              <a:rect l="l" t="t" r="r" b="b"/>
              <a:pathLst>
                <a:path w="4905" h="2355" extrusionOk="0">
                  <a:moveTo>
                    <a:pt x="99" y="0"/>
                  </a:moveTo>
                  <a:lnTo>
                    <a:pt x="99" y="204"/>
                  </a:lnTo>
                  <a:cubicBezTo>
                    <a:pt x="1" y="204"/>
                    <a:pt x="1" y="311"/>
                    <a:pt x="1" y="311"/>
                  </a:cubicBezTo>
                  <a:lnTo>
                    <a:pt x="4798" y="2354"/>
                  </a:lnTo>
                  <a:cubicBezTo>
                    <a:pt x="4798" y="2248"/>
                    <a:pt x="4798" y="2248"/>
                    <a:pt x="4905" y="2150"/>
                  </a:cubicBezTo>
                  <a:lnTo>
                    <a:pt x="4905" y="2044"/>
                  </a:lnTo>
                  <a:lnTo>
                    <a:pt x="99"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22" name="Google Shape;54;p2"/>
            <p:cNvSpPr/>
            <p:nvPr/>
          </p:nvSpPr>
          <p:spPr>
            <a:xfrm>
              <a:off x="1952075" y="1110375"/>
              <a:ext cx="135300" cy="129625"/>
            </a:xfrm>
            <a:custGeom>
              <a:avLst/>
              <a:ahLst/>
              <a:rect l="l" t="t" r="r" b="b"/>
              <a:pathLst>
                <a:path w="5412" h="5185" extrusionOk="0">
                  <a:moveTo>
                    <a:pt x="2659" y="0"/>
                  </a:moveTo>
                  <a:cubicBezTo>
                    <a:pt x="2197" y="0"/>
                    <a:pt x="1734" y="125"/>
                    <a:pt x="1325" y="387"/>
                  </a:cubicBezTo>
                  <a:cubicBezTo>
                    <a:pt x="1226" y="387"/>
                    <a:pt x="1226" y="387"/>
                    <a:pt x="1226" y="485"/>
                  </a:cubicBezTo>
                  <a:lnTo>
                    <a:pt x="1120" y="485"/>
                  </a:lnTo>
                  <a:cubicBezTo>
                    <a:pt x="1022" y="485"/>
                    <a:pt x="1022" y="485"/>
                    <a:pt x="1022" y="591"/>
                  </a:cubicBezTo>
                  <a:lnTo>
                    <a:pt x="916" y="591"/>
                  </a:lnTo>
                  <a:lnTo>
                    <a:pt x="916" y="689"/>
                  </a:lnTo>
                  <a:cubicBezTo>
                    <a:pt x="712" y="795"/>
                    <a:pt x="613" y="1000"/>
                    <a:pt x="507" y="1204"/>
                  </a:cubicBezTo>
                  <a:lnTo>
                    <a:pt x="409" y="1204"/>
                  </a:lnTo>
                  <a:cubicBezTo>
                    <a:pt x="409" y="1302"/>
                    <a:pt x="409" y="1302"/>
                    <a:pt x="303" y="1408"/>
                  </a:cubicBezTo>
                  <a:cubicBezTo>
                    <a:pt x="303" y="1507"/>
                    <a:pt x="303" y="1507"/>
                    <a:pt x="205" y="1613"/>
                  </a:cubicBezTo>
                  <a:cubicBezTo>
                    <a:pt x="205" y="1711"/>
                    <a:pt x="205" y="1817"/>
                    <a:pt x="99" y="1817"/>
                  </a:cubicBezTo>
                  <a:lnTo>
                    <a:pt x="99" y="1915"/>
                  </a:lnTo>
                  <a:lnTo>
                    <a:pt x="99" y="2120"/>
                  </a:lnTo>
                  <a:lnTo>
                    <a:pt x="99" y="2324"/>
                  </a:lnTo>
                  <a:lnTo>
                    <a:pt x="99" y="2430"/>
                  </a:lnTo>
                  <a:cubicBezTo>
                    <a:pt x="0" y="2430"/>
                    <a:pt x="0" y="2528"/>
                    <a:pt x="0" y="2634"/>
                  </a:cubicBezTo>
                  <a:cubicBezTo>
                    <a:pt x="0" y="2733"/>
                    <a:pt x="0" y="2733"/>
                    <a:pt x="99" y="2839"/>
                  </a:cubicBezTo>
                  <a:lnTo>
                    <a:pt x="99" y="2937"/>
                  </a:lnTo>
                  <a:lnTo>
                    <a:pt x="99" y="3043"/>
                  </a:lnTo>
                  <a:lnTo>
                    <a:pt x="99" y="3141"/>
                  </a:lnTo>
                  <a:cubicBezTo>
                    <a:pt x="99" y="3247"/>
                    <a:pt x="99" y="3247"/>
                    <a:pt x="205" y="3346"/>
                  </a:cubicBezTo>
                  <a:lnTo>
                    <a:pt x="205" y="3550"/>
                  </a:lnTo>
                  <a:cubicBezTo>
                    <a:pt x="205" y="3550"/>
                    <a:pt x="205" y="3656"/>
                    <a:pt x="303" y="3656"/>
                  </a:cubicBezTo>
                  <a:lnTo>
                    <a:pt x="303" y="3754"/>
                  </a:lnTo>
                  <a:cubicBezTo>
                    <a:pt x="303" y="3860"/>
                    <a:pt x="409" y="3860"/>
                    <a:pt x="409" y="3860"/>
                  </a:cubicBezTo>
                  <a:cubicBezTo>
                    <a:pt x="409" y="3959"/>
                    <a:pt x="409" y="3959"/>
                    <a:pt x="507" y="4065"/>
                  </a:cubicBezTo>
                  <a:cubicBezTo>
                    <a:pt x="712" y="4473"/>
                    <a:pt x="1120" y="4678"/>
                    <a:pt x="1431" y="4882"/>
                  </a:cubicBezTo>
                  <a:cubicBezTo>
                    <a:pt x="1529" y="4980"/>
                    <a:pt x="1635" y="4980"/>
                    <a:pt x="1635" y="4980"/>
                  </a:cubicBezTo>
                  <a:cubicBezTo>
                    <a:pt x="1733" y="5086"/>
                    <a:pt x="1839" y="5086"/>
                    <a:pt x="1938" y="5086"/>
                  </a:cubicBezTo>
                  <a:cubicBezTo>
                    <a:pt x="2044" y="5086"/>
                    <a:pt x="2044" y="5185"/>
                    <a:pt x="2142" y="5185"/>
                  </a:cubicBezTo>
                  <a:lnTo>
                    <a:pt x="2657" y="5185"/>
                  </a:lnTo>
                  <a:cubicBezTo>
                    <a:pt x="3065" y="5185"/>
                    <a:pt x="3474" y="5086"/>
                    <a:pt x="3777" y="4882"/>
                  </a:cubicBezTo>
                  <a:lnTo>
                    <a:pt x="3981" y="4882"/>
                  </a:lnTo>
                  <a:lnTo>
                    <a:pt x="3981" y="4776"/>
                  </a:lnTo>
                  <a:lnTo>
                    <a:pt x="4087" y="4776"/>
                  </a:lnTo>
                  <a:cubicBezTo>
                    <a:pt x="4185" y="4678"/>
                    <a:pt x="4185" y="4678"/>
                    <a:pt x="4291" y="4678"/>
                  </a:cubicBezTo>
                  <a:lnTo>
                    <a:pt x="4291" y="4572"/>
                  </a:lnTo>
                  <a:lnTo>
                    <a:pt x="4390" y="4572"/>
                  </a:lnTo>
                  <a:cubicBezTo>
                    <a:pt x="4390" y="4473"/>
                    <a:pt x="4390" y="4473"/>
                    <a:pt x="4496" y="4473"/>
                  </a:cubicBezTo>
                  <a:lnTo>
                    <a:pt x="4496" y="4367"/>
                  </a:lnTo>
                  <a:cubicBezTo>
                    <a:pt x="4594" y="4367"/>
                    <a:pt x="4594" y="4269"/>
                    <a:pt x="4594" y="4269"/>
                  </a:cubicBezTo>
                  <a:cubicBezTo>
                    <a:pt x="4700" y="4269"/>
                    <a:pt x="4700" y="4269"/>
                    <a:pt x="4700" y="4163"/>
                  </a:cubicBezTo>
                  <a:lnTo>
                    <a:pt x="4798" y="4065"/>
                  </a:lnTo>
                  <a:cubicBezTo>
                    <a:pt x="4798" y="3959"/>
                    <a:pt x="4904" y="3959"/>
                    <a:pt x="4904" y="3959"/>
                  </a:cubicBezTo>
                  <a:lnTo>
                    <a:pt x="4904" y="3860"/>
                  </a:lnTo>
                  <a:lnTo>
                    <a:pt x="5003" y="3754"/>
                  </a:lnTo>
                  <a:lnTo>
                    <a:pt x="5003" y="3656"/>
                  </a:lnTo>
                  <a:cubicBezTo>
                    <a:pt x="5003" y="3550"/>
                    <a:pt x="5109" y="3550"/>
                    <a:pt x="5109" y="3550"/>
                  </a:cubicBezTo>
                  <a:lnTo>
                    <a:pt x="5109" y="3452"/>
                  </a:lnTo>
                  <a:cubicBezTo>
                    <a:pt x="5411" y="2733"/>
                    <a:pt x="5313" y="1817"/>
                    <a:pt x="4798" y="1098"/>
                  </a:cubicBezTo>
                  <a:cubicBezTo>
                    <a:pt x="4278" y="385"/>
                    <a:pt x="3469" y="0"/>
                    <a:pt x="2659"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23" name="Google Shape;55;p2"/>
            <p:cNvSpPr/>
            <p:nvPr/>
          </p:nvSpPr>
          <p:spPr>
            <a:xfrm>
              <a:off x="1936750" y="1097625"/>
              <a:ext cx="148175" cy="130550"/>
            </a:xfrm>
            <a:custGeom>
              <a:avLst/>
              <a:ahLst/>
              <a:rect l="l" t="t" r="r" b="b"/>
              <a:pathLst>
                <a:path w="5927" h="5222" extrusionOk="0">
                  <a:moveTo>
                    <a:pt x="3022" y="0"/>
                  </a:moveTo>
                  <a:cubicBezTo>
                    <a:pt x="1988" y="0"/>
                    <a:pt x="1000" y="597"/>
                    <a:pt x="613" y="1608"/>
                  </a:cubicBezTo>
                  <a:cubicBezTo>
                    <a:pt x="0" y="2940"/>
                    <a:pt x="712" y="4469"/>
                    <a:pt x="1938" y="4983"/>
                  </a:cubicBezTo>
                  <a:cubicBezTo>
                    <a:pt x="2290" y="5146"/>
                    <a:pt x="2656" y="5222"/>
                    <a:pt x="3015" y="5222"/>
                  </a:cubicBezTo>
                  <a:cubicBezTo>
                    <a:pt x="4014" y="5222"/>
                    <a:pt x="4960" y="4631"/>
                    <a:pt x="5411" y="3651"/>
                  </a:cubicBezTo>
                  <a:cubicBezTo>
                    <a:pt x="5926" y="2327"/>
                    <a:pt x="5313" y="791"/>
                    <a:pt x="3981" y="177"/>
                  </a:cubicBezTo>
                  <a:cubicBezTo>
                    <a:pt x="3668" y="58"/>
                    <a:pt x="3343" y="0"/>
                    <a:pt x="3022"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24" name="Google Shape;56;p2"/>
            <p:cNvSpPr/>
            <p:nvPr/>
          </p:nvSpPr>
          <p:spPr>
            <a:xfrm>
              <a:off x="1946975" y="1148025"/>
              <a:ext cx="130175" cy="80150"/>
            </a:xfrm>
            <a:custGeom>
              <a:avLst/>
              <a:ahLst/>
              <a:rect l="l" t="t" r="r" b="b"/>
              <a:pathLst>
                <a:path w="5207" h="3206" extrusionOk="0">
                  <a:moveTo>
                    <a:pt x="5108" y="1"/>
                  </a:moveTo>
                  <a:cubicBezTo>
                    <a:pt x="5108" y="311"/>
                    <a:pt x="5108" y="720"/>
                    <a:pt x="4904" y="1022"/>
                  </a:cubicBezTo>
                  <a:cubicBezTo>
                    <a:pt x="4512" y="2037"/>
                    <a:pt x="3532" y="2634"/>
                    <a:pt x="2499" y="2634"/>
                  </a:cubicBezTo>
                  <a:cubicBezTo>
                    <a:pt x="2175" y="2634"/>
                    <a:pt x="1846" y="2575"/>
                    <a:pt x="1529" y="2453"/>
                  </a:cubicBezTo>
                  <a:cubicBezTo>
                    <a:pt x="711" y="2044"/>
                    <a:pt x="204" y="1333"/>
                    <a:pt x="0" y="614"/>
                  </a:cubicBezTo>
                  <a:lnTo>
                    <a:pt x="0" y="614"/>
                  </a:lnTo>
                  <a:cubicBezTo>
                    <a:pt x="0" y="1635"/>
                    <a:pt x="613" y="2559"/>
                    <a:pt x="1529" y="2967"/>
                  </a:cubicBezTo>
                  <a:cubicBezTo>
                    <a:pt x="1881" y="3130"/>
                    <a:pt x="2247" y="3206"/>
                    <a:pt x="2606" y="3206"/>
                  </a:cubicBezTo>
                  <a:cubicBezTo>
                    <a:pt x="3605" y="3206"/>
                    <a:pt x="4551" y="2615"/>
                    <a:pt x="5002" y="1635"/>
                  </a:cubicBezTo>
                  <a:cubicBezTo>
                    <a:pt x="5207" y="1128"/>
                    <a:pt x="5207" y="515"/>
                    <a:pt x="5108"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25" name="Google Shape;57;p2"/>
            <p:cNvSpPr/>
            <p:nvPr/>
          </p:nvSpPr>
          <p:spPr>
            <a:xfrm>
              <a:off x="1949425" y="1137800"/>
              <a:ext cx="122625" cy="58875"/>
            </a:xfrm>
            <a:custGeom>
              <a:avLst/>
              <a:ahLst/>
              <a:rect l="l" t="t" r="r" b="b"/>
              <a:pathLst>
                <a:path w="4905" h="2355" extrusionOk="0">
                  <a:moveTo>
                    <a:pt x="106" y="1"/>
                  </a:moveTo>
                  <a:lnTo>
                    <a:pt x="106" y="107"/>
                  </a:lnTo>
                  <a:cubicBezTo>
                    <a:pt x="0" y="205"/>
                    <a:pt x="0" y="205"/>
                    <a:pt x="0" y="311"/>
                  </a:cubicBezTo>
                  <a:lnTo>
                    <a:pt x="4700" y="2355"/>
                  </a:lnTo>
                  <a:cubicBezTo>
                    <a:pt x="4806" y="2249"/>
                    <a:pt x="4806" y="2150"/>
                    <a:pt x="4806" y="2044"/>
                  </a:cubicBezTo>
                  <a:lnTo>
                    <a:pt x="4904" y="2044"/>
                  </a:lnTo>
                  <a:lnTo>
                    <a:pt x="106" y="1"/>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26" name="Google Shape;58;p2"/>
            <p:cNvSpPr/>
            <p:nvPr/>
          </p:nvSpPr>
          <p:spPr>
            <a:xfrm>
              <a:off x="1949425" y="1132700"/>
              <a:ext cx="122625" cy="58875"/>
            </a:xfrm>
            <a:custGeom>
              <a:avLst/>
              <a:ahLst/>
              <a:rect l="l" t="t" r="r" b="b"/>
              <a:pathLst>
                <a:path w="4905" h="2355" extrusionOk="0">
                  <a:moveTo>
                    <a:pt x="205" y="1"/>
                  </a:moveTo>
                  <a:cubicBezTo>
                    <a:pt x="106" y="107"/>
                    <a:pt x="106" y="107"/>
                    <a:pt x="106" y="205"/>
                  </a:cubicBezTo>
                  <a:lnTo>
                    <a:pt x="0" y="311"/>
                  </a:lnTo>
                  <a:lnTo>
                    <a:pt x="4806" y="2354"/>
                  </a:lnTo>
                  <a:lnTo>
                    <a:pt x="4904" y="2248"/>
                  </a:lnTo>
                  <a:lnTo>
                    <a:pt x="4904" y="2044"/>
                  </a:lnTo>
                  <a:lnTo>
                    <a:pt x="205" y="1"/>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27" name="Google Shape;59;p2"/>
            <p:cNvSpPr/>
            <p:nvPr/>
          </p:nvSpPr>
          <p:spPr>
            <a:xfrm>
              <a:off x="2115550" y="1176775"/>
              <a:ext cx="132825" cy="129625"/>
            </a:xfrm>
            <a:custGeom>
              <a:avLst/>
              <a:ahLst/>
              <a:rect l="l" t="t" r="r" b="b"/>
              <a:pathLst>
                <a:path w="5313" h="5185" extrusionOk="0">
                  <a:moveTo>
                    <a:pt x="2629" y="0"/>
                  </a:moveTo>
                  <a:cubicBezTo>
                    <a:pt x="2157" y="0"/>
                    <a:pt x="1672" y="126"/>
                    <a:pt x="1226" y="387"/>
                  </a:cubicBezTo>
                  <a:cubicBezTo>
                    <a:pt x="1226" y="387"/>
                    <a:pt x="1120" y="387"/>
                    <a:pt x="1120" y="485"/>
                  </a:cubicBezTo>
                  <a:lnTo>
                    <a:pt x="1022" y="485"/>
                  </a:lnTo>
                  <a:lnTo>
                    <a:pt x="1022" y="591"/>
                  </a:lnTo>
                  <a:cubicBezTo>
                    <a:pt x="916" y="591"/>
                    <a:pt x="916" y="591"/>
                    <a:pt x="916" y="690"/>
                  </a:cubicBezTo>
                  <a:lnTo>
                    <a:pt x="817" y="690"/>
                  </a:lnTo>
                  <a:cubicBezTo>
                    <a:pt x="711" y="796"/>
                    <a:pt x="507" y="1000"/>
                    <a:pt x="409" y="1204"/>
                  </a:cubicBezTo>
                  <a:cubicBezTo>
                    <a:pt x="303" y="1303"/>
                    <a:pt x="303" y="1303"/>
                    <a:pt x="303" y="1409"/>
                  </a:cubicBezTo>
                  <a:lnTo>
                    <a:pt x="204" y="1507"/>
                  </a:lnTo>
                  <a:lnTo>
                    <a:pt x="204" y="1613"/>
                  </a:lnTo>
                  <a:lnTo>
                    <a:pt x="204" y="1711"/>
                  </a:lnTo>
                  <a:cubicBezTo>
                    <a:pt x="98" y="1711"/>
                    <a:pt x="98" y="1817"/>
                    <a:pt x="98" y="1916"/>
                  </a:cubicBezTo>
                  <a:cubicBezTo>
                    <a:pt x="98" y="2022"/>
                    <a:pt x="0" y="2022"/>
                    <a:pt x="0" y="2120"/>
                  </a:cubicBezTo>
                  <a:lnTo>
                    <a:pt x="0" y="2226"/>
                  </a:lnTo>
                  <a:lnTo>
                    <a:pt x="0" y="2324"/>
                  </a:lnTo>
                  <a:lnTo>
                    <a:pt x="0" y="2430"/>
                  </a:lnTo>
                  <a:lnTo>
                    <a:pt x="0" y="2635"/>
                  </a:lnTo>
                  <a:lnTo>
                    <a:pt x="0" y="2839"/>
                  </a:lnTo>
                  <a:lnTo>
                    <a:pt x="0" y="2937"/>
                  </a:lnTo>
                  <a:lnTo>
                    <a:pt x="0" y="3043"/>
                  </a:lnTo>
                  <a:lnTo>
                    <a:pt x="0" y="3142"/>
                  </a:lnTo>
                  <a:cubicBezTo>
                    <a:pt x="0" y="3248"/>
                    <a:pt x="98" y="3346"/>
                    <a:pt x="98" y="3346"/>
                  </a:cubicBezTo>
                  <a:cubicBezTo>
                    <a:pt x="98" y="3452"/>
                    <a:pt x="98" y="3550"/>
                    <a:pt x="204" y="3550"/>
                  </a:cubicBezTo>
                  <a:lnTo>
                    <a:pt x="204" y="3656"/>
                  </a:lnTo>
                  <a:cubicBezTo>
                    <a:pt x="204" y="3755"/>
                    <a:pt x="204" y="3755"/>
                    <a:pt x="303" y="3861"/>
                  </a:cubicBezTo>
                  <a:cubicBezTo>
                    <a:pt x="303" y="3959"/>
                    <a:pt x="409" y="4065"/>
                    <a:pt x="409" y="4065"/>
                  </a:cubicBezTo>
                  <a:cubicBezTo>
                    <a:pt x="711" y="4474"/>
                    <a:pt x="1022" y="4776"/>
                    <a:pt x="1430" y="4882"/>
                  </a:cubicBezTo>
                  <a:cubicBezTo>
                    <a:pt x="1430" y="4981"/>
                    <a:pt x="1529" y="4981"/>
                    <a:pt x="1635" y="4981"/>
                  </a:cubicBezTo>
                  <a:cubicBezTo>
                    <a:pt x="1733" y="5087"/>
                    <a:pt x="1733" y="5087"/>
                    <a:pt x="1839" y="5087"/>
                  </a:cubicBezTo>
                  <a:cubicBezTo>
                    <a:pt x="1937" y="5185"/>
                    <a:pt x="2043" y="5185"/>
                    <a:pt x="2142" y="5185"/>
                  </a:cubicBezTo>
                  <a:lnTo>
                    <a:pt x="2550" y="5185"/>
                  </a:lnTo>
                  <a:cubicBezTo>
                    <a:pt x="2959" y="5185"/>
                    <a:pt x="3368" y="5087"/>
                    <a:pt x="3776" y="4981"/>
                  </a:cubicBezTo>
                  <a:lnTo>
                    <a:pt x="3776" y="4882"/>
                  </a:lnTo>
                  <a:lnTo>
                    <a:pt x="3981" y="4882"/>
                  </a:lnTo>
                  <a:lnTo>
                    <a:pt x="3981" y="4776"/>
                  </a:lnTo>
                  <a:lnTo>
                    <a:pt x="4087" y="4776"/>
                  </a:lnTo>
                  <a:lnTo>
                    <a:pt x="4185" y="4678"/>
                  </a:lnTo>
                  <a:lnTo>
                    <a:pt x="4185" y="4572"/>
                  </a:lnTo>
                  <a:lnTo>
                    <a:pt x="4291" y="4572"/>
                  </a:lnTo>
                  <a:lnTo>
                    <a:pt x="4389" y="4474"/>
                  </a:lnTo>
                  <a:lnTo>
                    <a:pt x="4496" y="4368"/>
                  </a:lnTo>
                  <a:cubicBezTo>
                    <a:pt x="4496" y="4368"/>
                    <a:pt x="4594" y="4368"/>
                    <a:pt x="4594" y="4269"/>
                  </a:cubicBezTo>
                  <a:cubicBezTo>
                    <a:pt x="4700" y="4163"/>
                    <a:pt x="4700" y="4065"/>
                    <a:pt x="4798" y="4065"/>
                  </a:cubicBezTo>
                  <a:lnTo>
                    <a:pt x="4798" y="3959"/>
                  </a:lnTo>
                  <a:cubicBezTo>
                    <a:pt x="4798" y="3959"/>
                    <a:pt x="4798" y="3861"/>
                    <a:pt x="4904" y="3861"/>
                  </a:cubicBezTo>
                  <a:lnTo>
                    <a:pt x="4904" y="3755"/>
                  </a:lnTo>
                  <a:lnTo>
                    <a:pt x="5002" y="3656"/>
                  </a:lnTo>
                  <a:lnTo>
                    <a:pt x="5002" y="3550"/>
                  </a:lnTo>
                  <a:cubicBezTo>
                    <a:pt x="5313" y="2733"/>
                    <a:pt x="5207" y="1916"/>
                    <a:pt x="4700" y="1098"/>
                  </a:cubicBezTo>
                  <a:cubicBezTo>
                    <a:pt x="4242" y="385"/>
                    <a:pt x="3456" y="0"/>
                    <a:pt x="2629"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28" name="Google Shape;60;p2"/>
            <p:cNvSpPr/>
            <p:nvPr/>
          </p:nvSpPr>
          <p:spPr>
            <a:xfrm>
              <a:off x="2100225" y="1164025"/>
              <a:ext cx="148150" cy="130575"/>
            </a:xfrm>
            <a:custGeom>
              <a:avLst/>
              <a:ahLst/>
              <a:rect l="l" t="t" r="r" b="b"/>
              <a:pathLst>
                <a:path w="5926" h="5223" extrusionOk="0">
                  <a:moveTo>
                    <a:pt x="3021" y="1"/>
                  </a:moveTo>
                  <a:cubicBezTo>
                    <a:pt x="1981" y="1"/>
                    <a:pt x="975" y="597"/>
                    <a:pt x="507" y="1608"/>
                  </a:cubicBezTo>
                  <a:cubicBezTo>
                    <a:pt x="0" y="2940"/>
                    <a:pt x="613" y="4469"/>
                    <a:pt x="1937" y="4984"/>
                  </a:cubicBezTo>
                  <a:cubicBezTo>
                    <a:pt x="2290" y="5146"/>
                    <a:pt x="2656" y="5222"/>
                    <a:pt x="3013" y="5222"/>
                  </a:cubicBezTo>
                  <a:cubicBezTo>
                    <a:pt x="4007" y="5222"/>
                    <a:pt x="4934" y="4631"/>
                    <a:pt x="5313" y="3652"/>
                  </a:cubicBezTo>
                  <a:cubicBezTo>
                    <a:pt x="5926" y="2327"/>
                    <a:pt x="5313" y="791"/>
                    <a:pt x="3981" y="178"/>
                  </a:cubicBezTo>
                  <a:cubicBezTo>
                    <a:pt x="3667" y="58"/>
                    <a:pt x="3342" y="1"/>
                    <a:pt x="3021" y="1"/>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29" name="Google Shape;61;p2"/>
            <p:cNvSpPr/>
            <p:nvPr/>
          </p:nvSpPr>
          <p:spPr>
            <a:xfrm>
              <a:off x="2107775" y="1214425"/>
              <a:ext cx="132850" cy="80175"/>
            </a:xfrm>
            <a:custGeom>
              <a:avLst/>
              <a:ahLst/>
              <a:rect l="l" t="t" r="r" b="b"/>
              <a:pathLst>
                <a:path w="5314" h="3207" extrusionOk="0">
                  <a:moveTo>
                    <a:pt x="5215" y="1"/>
                  </a:moveTo>
                  <a:cubicBezTo>
                    <a:pt x="5215" y="410"/>
                    <a:pt x="5109" y="720"/>
                    <a:pt x="5011" y="1023"/>
                  </a:cubicBezTo>
                  <a:cubicBezTo>
                    <a:pt x="4544" y="2037"/>
                    <a:pt x="3542" y="2634"/>
                    <a:pt x="2506" y="2634"/>
                  </a:cubicBezTo>
                  <a:cubicBezTo>
                    <a:pt x="2181" y="2634"/>
                    <a:pt x="1853" y="2576"/>
                    <a:pt x="1537" y="2453"/>
                  </a:cubicBezTo>
                  <a:cubicBezTo>
                    <a:pt x="720" y="2044"/>
                    <a:pt x="205" y="1431"/>
                    <a:pt x="1" y="614"/>
                  </a:cubicBezTo>
                  <a:lnTo>
                    <a:pt x="1" y="614"/>
                  </a:lnTo>
                  <a:cubicBezTo>
                    <a:pt x="1" y="1636"/>
                    <a:pt x="614" y="2559"/>
                    <a:pt x="1635" y="2968"/>
                  </a:cubicBezTo>
                  <a:cubicBezTo>
                    <a:pt x="1988" y="3130"/>
                    <a:pt x="2354" y="3206"/>
                    <a:pt x="2711" y="3206"/>
                  </a:cubicBezTo>
                  <a:cubicBezTo>
                    <a:pt x="3705" y="3206"/>
                    <a:pt x="4632" y="2615"/>
                    <a:pt x="5011" y="1636"/>
                  </a:cubicBezTo>
                  <a:cubicBezTo>
                    <a:pt x="5215" y="1129"/>
                    <a:pt x="5313" y="516"/>
                    <a:pt x="5215"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30" name="Google Shape;62;p2"/>
            <p:cNvSpPr/>
            <p:nvPr/>
          </p:nvSpPr>
          <p:spPr>
            <a:xfrm>
              <a:off x="2110425" y="1204225"/>
              <a:ext cx="122625" cy="58875"/>
            </a:xfrm>
            <a:custGeom>
              <a:avLst/>
              <a:ahLst/>
              <a:rect l="l" t="t" r="r" b="b"/>
              <a:pathLst>
                <a:path w="4905" h="2355" extrusionOk="0">
                  <a:moveTo>
                    <a:pt x="99" y="0"/>
                  </a:moveTo>
                  <a:lnTo>
                    <a:pt x="99" y="106"/>
                  </a:lnTo>
                  <a:cubicBezTo>
                    <a:pt x="99" y="205"/>
                    <a:pt x="1" y="205"/>
                    <a:pt x="1" y="311"/>
                  </a:cubicBezTo>
                  <a:lnTo>
                    <a:pt x="4799" y="2354"/>
                  </a:lnTo>
                  <a:cubicBezTo>
                    <a:pt x="4799" y="2248"/>
                    <a:pt x="4799" y="2150"/>
                    <a:pt x="4905" y="2150"/>
                  </a:cubicBezTo>
                  <a:lnTo>
                    <a:pt x="4905" y="2044"/>
                  </a:lnTo>
                  <a:lnTo>
                    <a:pt x="99"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31" name="Google Shape;63;p2"/>
            <p:cNvSpPr/>
            <p:nvPr/>
          </p:nvSpPr>
          <p:spPr>
            <a:xfrm>
              <a:off x="2112875" y="1201775"/>
              <a:ext cx="122625" cy="56200"/>
            </a:xfrm>
            <a:custGeom>
              <a:avLst/>
              <a:ahLst/>
              <a:rect l="l" t="t" r="r" b="b"/>
              <a:pathLst>
                <a:path w="4905" h="2248" extrusionOk="0">
                  <a:moveTo>
                    <a:pt x="107" y="0"/>
                  </a:moveTo>
                  <a:lnTo>
                    <a:pt x="1" y="98"/>
                  </a:lnTo>
                  <a:lnTo>
                    <a:pt x="1" y="303"/>
                  </a:lnTo>
                  <a:lnTo>
                    <a:pt x="4807" y="2248"/>
                  </a:lnTo>
                  <a:lnTo>
                    <a:pt x="4807" y="2142"/>
                  </a:lnTo>
                  <a:cubicBezTo>
                    <a:pt x="4807" y="2043"/>
                    <a:pt x="4905" y="2043"/>
                    <a:pt x="4905" y="1937"/>
                  </a:cubicBezTo>
                  <a:lnTo>
                    <a:pt x="107"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nvGrpSpPr>
          <p:cNvPr id="31" name="Google Shape;64;p2"/>
          <p:cNvGrpSpPr/>
          <p:nvPr/>
        </p:nvGrpSpPr>
        <p:grpSpPr>
          <a:xfrm>
            <a:off x="5039213" y="4229775"/>
            <a:ext cx="482850" cy="615300"/>
            <a:chOff x="6278450" y="5904625"/>
            <a:chExt cx="482850" cy="615300"/>
          </a:xfrm>
        </p:grpSpPr>
        <p:sp>
          <p:nvSpPr>
            <p:cNvPr id="1048632" name="Google Shape;65;p2"/>
            <p:cNvSpPr/>
            <p:nvPr/>
          </p:nvSpPr>
          <p:spPr>
            <a:xfrm>
              <a:off x="6278450" y="5986375"/>
              <a:ext cx="482850" cy="533550"/>
            </a:xfrm>
            <a:custGeom>
              <a:avLst/>
              <a:ahLst/>
              <a:rect l="l" t="t" r="r" b="b"/>
              <a:pathLst>
                <a:path w="19314" h="21342" extrusionOk="0">
                  <a:moveTo>
                    <a:pt x="5926" y="0"/>
                  </a:moveTo>
                  <a:lnTo>
                    <a:pt x="5722" y="1022"/>
                  </a:lnTo>
                  <a:cubicBezTo>
                    <a:pt x="4291" y="1128"/>
                    <a:pt x="3065" y="1945"/>
                    <a:pt x="2763" y="3270"/>
                  </a:cubicBezTo>
                  <a:lnTo>
                    <a:pt x="311" y="15840"/>
                  </a:lnTo>
                  <a:cubicBezTo>
                    <a:pt x="0" y="17475"/>
                    <a:pt x="1332" y="19003"/>
                    <a:pt x="3172" y="19412"/>
                  </a:cubicBezTo>
                  <a:lnTo>
                    <a:pt x="12571" y="21251"/>
                  </a:lnTo>
                  <a:cubicBezTo>
                    <a:pt x="12860" y="21312"/>
                    <a:pt x="13145" y="21341"/>
                    <a:pt x="13421" y="21341"/>
                  </a:cubicBezTo>
                  <a:cubicBezTo>
                    <a:pt x="14996" y="21341"/>
                    <a:pt x="16294" y="20394"/>
                    <a:pt x="16551" y="19003"/>
                  </a:cubicBezTo>
                  <a:lnTo>
                    <a:pt x="19003" y="6539"/>
                  </a:lnTo>
                  <a:cubicBezTo>
                    <a:pt x="19314" y="5215"/>
                    <a:pt x="18497" y="3883"/>
                    <a:pt x="17164" y="3270"/>
                  </a:cubicBezTo>
                  <a:lnTo>
                    <a:pt x="17369" y="2248"/>
                  </a:lnTo>
                  <a:lnTo>
                    <a:pt x="5926"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33" name="Google Shape;66;p2"/>
            <p:cNvSpPr/>
            <p:nvPr/>
          </p:nvSpPr>
          <p:spPr>
            <a:xfrm>
              <a:off x="6424125" y="5986375"/>
              <a:ext cx="288550" cy="71525"/>
            </a:xfrm>
            <a:custGeom>
              <a:avLst/>
              <a:ahLst/>
              <a:rect l="l" t="t" r="r" b="b"/>
              <a:pathLst>
                <a:path w="11542" h="2861" extrusionOk="0">
                  <a:moveTo>
                    <a:pt x="99" y="0"/>
                  </a:moveTo>
                  <a:lnTo>
                    <a:pt x="1" y="613"/>
                  </a:lnTo>
                  <a:lnTo>
                    <a:pt x="11444" y="2861"/>
                  </a:lnTo>
                  <a:lnTo>
                    <a:pt x="11542" y="2248"/>
                  </a:lnTo>
                  <a:lnTo>
                    <a:pt x="99"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34" name="Google Shape;67;p2"/>
            <p:cNvSpPr/>
            <p:nvPr/>
          </p:nvSpPr>
          <p:spPr>
            <a:xfrm>
              <a:off x="6406150" y="5904625"/>
              <a:ext cx="344950" cy="143075"/>
            </a:xfrm>
            <a:custGeom>
              <a:avLst/>
              <a:ahLst/>
              <a:rect l="l" t="t" r="r" b="b"/>
              <a:pathLst>
                <a:path w="13798" h="5723" extrusionOk="0">
                  <a:moveTo>
                    <a:pt x="614" y="1"/>
                  </a:moveTo>
                  <a:lnTo>
                    <a:pt x="1" y="3066"/>
                  </a:lnTo>
                  <a:lnTo>
                    <a:pt x="13184" y="5722"/>
                  </a:lnTo>
                  <a:lnTo>
                    <a:pt x="13797" y="2559"/>
                  </a:lnTo>
                  <a:lnTo>
                    <a:pt x="614"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35" name="Google Shape;68;p2"/>
            <p:cNvSpPr/>
            <p:nvPr/>
          </p:nvSpPr>
          <p:spPr>
            <a:xfrm>
              <a:off x="6416375" y="5904625"/>
              <a:ext cx="30675" cy="81775"/>
            </a:xfrm>
            <a:custGeom>
              <a:avLst/>
              <a:ahLst/>
              <a:rect l="l" t="t" r="r" b="b"/>
              <a:pathLst>
                <a:path w="1227" h="3271" extrusionOk="0">
                  <a:moveTo>
                    <a:pt x="613" y="1"/>
                  </a:moveTo>
                  <a:lnTo>
                    <a:pt x="0" y="3172"/>
                  </a:lnTo>
                  <a:lnTo>
                    <a:pt x="613" y="3270"/>
                  </a:lnTo>
                  <a:lnTo>
                    <a:pt x="1226" y="205"/>
                  </a:lnTo>
                  <a:lnTo>
                    <a:pt x="613" y="1"/>
                  </a:ln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36" name="Google Shape;69;p2"/>
            <p:cNvSpPr/>
            <p:nvPr/>
          </p:nvSpPr>
          <p:spPr>
            <a:xfrm>
              <a:off x="6447025" y="5912400"/>
              <a:ext cx="28225" cy="79100"/>
            </a:xfrm>
            <a:custGeom>
              <a:avLst/>
              <a:ahLst/>
              <a:rect l="l" t="t" r="r" b="b"/>
              <a:pathLst>
                <a:path w="1129" h="3164" extrusionOk="0">
                  <a:moveTo>
                    <a:pt x="613" y="0"/>
                  </a:moveTo>
                  <a:lnTo>
                    <a:pt x="0" y="3065"/>
                  </a:lnTo>
                  <a:lnTo>
                    <a:pt x="515" y="3164"/>
                  </a:lnTo>
                  <a:lnTo>
                    <a:pt x="1128" y="99"/>
                  </a:lnTo>
                  <a:lnTo>
                    <a:pt x="613" y="0"/>
                  </a:ln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37" name="Google Shape;70;p2"/>
            <p:cNvSpPr/>
            <p:nvPr/>
          </p:nvSpPr>
          <p:spPr>
            <a:xfrm>
              <a:off x="6475225" y="5917500"/>
              <a:ext cx="30675" cy="81775"/>
            </a:xfrm>
            <a:custGeom>
              <a:avLst/>
              <a:ahLst/>
              <a:rect l="l" t="t" r="r" b="b"/>
              <a:pathLst>
                <a:path w="1227" h="3271" extrusionOk="0">
                  <a:moveTo>
                    <a:pt x="613" y="1"/>
                  </a:moveTo>
                  <a:lnTo>
                    <a:pt x="0" y="3164"/>
                  </a:lnTo>
                  <a:lnTo>
                    <a:pt x="613" y="3270"/>
                  </a:lnTo>
                  <a:lnTo>
                    <a:pt x="1226" y="99"/>
                  </a:lnTo>
                  <a:lnTo>
                    <a:pt x="613" y="1"/>
                  </a:ln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38" name="Google Shape;71;p2"/>
            <p:cNvSpPr/>
            <p:nvPr/>
          </p:nvSpPr>
          <p:spPr>
            <a:xfrm>
              <a:off x="6505875" y="5922625"/>
              <a:ext cx="28000" cy="81750"/>
            </a:xfrm>
            <a:custGeom>
              <a:avLst/>
              <a:ahLst/>
              <a:rect l="l" t="t" r="r" b="b"/>
              <a:pathLst>
                <a:path w="1120" h="3270" extrusionOk="0">
                  <a:moveTo>
                    <a:pt x="613" y="0"/>
                  </a:moveTo>
                  <a:lnTo>
                    <a:pt x="0" y="3163"/>
                  </a:lnTo>
                  <a:lnTo>
                    <a:pt x="507" y="3269"/>
                  </a:lnTo>
                  <a:lnTo>
                    <a:pt x="1120" y="98"/>
                  </a:lnTo>
                  <a:lnTo>
                    <a:pt x="613" y="0"/>
                  </a:ln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39" name="Google Shape;72;p2"/>
            <p:cNvSpPr/>
            <p:nvPr/>
          </p:nvSpPr>
          <p:spPr>
            <a:xfrm>
              <a:off x="6533850" y="5930175"/>
              <a:ext cx="30675" cy="79300"/>
            </a:xfrm>
            <a:custGeom>
              <a:avLst/>
              <a:ahLst/>
              <a:rect l="l" t="t" r="r" b="b"/>
              <a:pathLst>
                <a:path w="1227" h="3172" extrusionOk="0">
                  <a:moveTo>
                    <a:pt x="614" y="1"/>
                  </a:moveTo>
                  <a:lnTo>
                    <a:pt x="1" y="3066"/>
                  </a:lnTo>
                  <a:lnTo>
                    <a:pt x="516" y="3172"/>
                  </a:lnTo>
                  <a:lnTo>
                    <a:pt x="1227" y="107"/>
                  </a:lnTo>
                  <a:lnTo>
                    <a:pt x="614" y="1"/>
                  </a:ln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40" name="Google Shape;73;p2"/>
            <p:cNvSpPr/>
            <p:nvPr/>
          </p:nvSpPr>
          <p:spPr>
            <a:xfrm>
              <a:off x="6562050" y="5935275"/>
              <a:ext cx="30675" cy="81775"/>
            </a:xfrm>
            <a:custGeom>
              <a:avLst/>
              <a:ahLst/>
              <a:rect l="l" t="t" r="r" b="b"/>
              <a:pathLst>
                <a:path w="1227" h="3271" extrusionOk="0">
                  <a:moveTo>
                    <a:pt x="712" y="1"/>
                  </a:moveTo>
                  <a:lnTo>
                    <a:pt x="1" y="3066"/>
                  </a:lnTo>
                  <a:lnTo>
                    <a:pt x="614" y="3270"/>
                  </a:lnTo>
                  <a:lnTo>
                    <a:pt x="1227" y="107"/>
                  </a:lnTo>
                  <a:lnTo>
                    <a:pt x="712" y="1"/>
                  </a:ln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41" name="Google Shape;74;p2"/>
            <p:cNvSpPr/>
            <p:nvPr/>
          </p:nvSpPr>
          <p:spPr>
            <a:xfrm>
              <a:off x="6592700" y="5940400"/>
              <a:ext cx="28025" cy="81750"/>
            </a:xfrm>
            <a:custGeom>
              <a:avLst/>
              <a:ahLst/>
              <a:rect l="l" t="t" r="r" b="b"/>
              <a:pathLst>
                <a:path w="1121" h="3270" extrusionOk="0">
                  <a:moveTo>
                    <a:pt x="614" y="0"/>
                  </a:moveTo>
                  <a:lnTo>
                    <a:pt x="1" y="3171"/>
                  </a:lnTo>
                  <a:lnTo>
                    <a:pt x="508" y="3270"/>
                  </a:lnTo>
                  <a:lnTo>
                    <a:pt x="1121" y="106"/>
                  </a:lnTo>
                  <a:lnTo>
                    <a:pt x="614" y="0"/>
                  </a:ln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42" name="Google Shape;75;p2"/>
            <p:cNvSpPr/>
            <p:nvPr/>
          </p:nvSpPr>
          <p:spPr>
            <a:xfrm>
              <a:off x="6620700" y="5945500"/>
              <a:ext cx="30675" cy="81750"/>
            </a:xfrm>
            <a:custGeom>
              <a:avLst/>
              <a:ahLst/>
              <a:rect l="l" t="t" r="r" b="b"/>
              <a:pathLst>
                <a:path w="1227" h="3270" extrusionOk="0">
                  <a:moveTo>
                    <a:pt x="614" y="1"/>
                  </a:moveTo>
                  <a:lnTo>
                    <a:pt x="1" y="3172"/>
                  </a:lnTo>
                  <a:lnTo>
                    <a:pt x="614" y="3270"/>
                  </a:lnTo>
                  <a:lnTo>
                    <a:pt x="1227" y="205"/>
                  </a:lnTo>
                  <a:lnTo>
                    <a:pt x="614" y="1"/>
                  </a:ln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43" name="Google Shape;76;p2"/>
            <p:cNvSpPr/>
            <p:nvPr/>
          </p:nvSpPr>
          <p:spPr>
            <a:xfrm>
              <a:off x="6651350" y="5953275"/>
              <a:ext cx="28225" cy="79100"/>
            </a:xfrm>
            <a:custGeom>
              <a:avLst/>
              <a:ahLst/>
              <a:rect l="l" t="t" r="r" b="b"/>
              <a:pathLst>
                <a:path w="1129" h="3164" extrusionOk="0">
                  <a:moveTo>
                    <a:pt x="614" y="0"/>
                  </a:moveTo>
                  <a:lnTo>
                    <a:pt x="1" y="3065"/>
                  </a:lnTo>
                  <a:lnTo>
                    <a:pt x="516" y="3163"/>
                  </a:lnTo>
                  <a:lnTo>
                    <a:pt x="1129" y="98"/>
                  </a:lnTo>
                  <a:lnTo>
                    <a:pt x="614" y="0"/>
                  </a:ln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44" name="Google Shape;77;p2"/>
            <p:cNvSpPr/>
            <p:nvPr/>
          </p:nvSpPr>
          <p:spPr>
            <a:xfrm>
              <a:off x="6679550" y="5958375"/>
              <a:ext cx="30675" cy="81750"/>
            </a:xfrm>
            <a:custGeom>
              <a:avLst/>
              <a:ahLst/>
              <a:rect l="l" t="t" r="r" b="b"/>
              <a:pathLst>
                <a:path w="1227" h="3270" extrusionOk="0">
                  <a:moveTo>
                    <a:pt x="614" y="0"/>
                  </a:moveTo>
                  <a:lnTo>
                    <a:pt x="1" y="3164"/>
                  </a:lnTo>
                  <a:lnTo>
                    <a:pt x="614" y="3270"/>
                  </a:lnTo>
                  <a:lnTo>
                    <a:pt x="1227" y="99"/>
                  </a:lnTo>
                  <a:lnTo>
                    <a:pt x="614" y="0"/>
                  </a:ln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45" name="Google Shape;78;p2"/>
            <p:cNvSpPr/>
            <p:nvPr/>
          </p:nvSpPr>
          <p:spPr>
            <a:xfrm>
              <a:off x="6710200" y="5963475"/>
              <a:ext cx="28025" cy="81775"/>
            </a:xfrm>
            <a:custGeom>
              <a:avLst/>
              <a:ahLst/>
              <a:rect l="l" t="t" r="r" b="b"/>
              <a:pathLst>
                <a:path w="1121" h="3271" extrusionOk="0">
                  <a:moveTo>
                    <a:pt x="614" y="1"/>
                  </a:moveTo>
                  <a:lnTo>
                    <a:pt x="1" y="3164"/>
                  </a:lnTo>
                  <a:lnTo>
                    <a:pt x="507" y="3270"/>
                  </a:lnTo>
                  <a:lnTo>
                    <a:pt x="1120" y="99"/>
                  </a:lnTo>
                  <a:lnTo>
                    <a:pt x="614" y="1"/>
                  </a:ln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46" name="Google Shape;79;p2"/>
            <p:cNvSpPr/>
            <p:nvPr/>
          </p:nvSpPr>
          <p:spPr>
            <a:xfrm>
              <a:off x="6301525" y="6124300"/>
              <a:ext cx="441800" cy="260550"/>
            </a:xfrm>
            <a:custGeom>
              <a:avLst/>
              <a:ahLst/>
              <a:rect l="l" t="t" r="r" b="b"/>
              <a:pathLst>
                <a:path w="17672" h="10422" extrusionOk="0">
                  <a:moveTo>
                    <a:pt x="1431" y="0"/>
                  </a:moveTo>
                  <a:lnTo>
                    <a:pt x="1" y="7152"/>
                  </a:lnTo>
                  <a:lnTo>
                    <a:pt x="16241" y="10421"/>
                  </a:lnTo>
                  <a:lnTo>
                    <a:pt x="17672" y="3172"/>
                  </a:lnTo>
                  <a:lnTo>
                    <a:pt x="1431" y="0"/>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47" name="Google Shape;80;p2"/>
            <p:cNvSpPr/>
            <p:nvPr/>
          </p:nvSpPr>
          <p:spPr>
            <a:xfrm>
              <a:off x="6332175" y="6124300"/>
              <a:ext cx="411150" cy="112400"/>
            </a:xfrm>
            <a:custGeom>
              <a:avLst/>
              <a:ahLst/>
              <a:rect l="l" t="t" r="r" b="b"/>
              <a:pathLst>
                <a:path w="16446" h="4496" extrusionOk="0">
                  <a:moveTo>
                    <a:pt x="205" y="0"/>
                  </a:moveTo>
                  <a:lnTo>
                    <a:pt x="1" y="1333"/>
                  </a:lnTo>
                  <a:lnTo>
                    <a:pt x="16241" y="4496"/>
                  </a:lnTo>
                  <a:lnTo>
                    <a:pt x="16446" y="3172"/>
                  </a:lnTo>
                  <a:lnTo>
                    <a:pt x="205" y="0"/>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48" name="Google Shape;81;p2"/>
            <p:cNvSpPr/>
            <p:nvPr/>
          </p:nvSpPr>
          <p:spPr>
            <a:xfrm>
              <a:off x="6349950" y="6195800"/>
              <a:ext cx="97100" cy="94650"/>
            </a:xfrm>
            <a:custGeom>
              <a:avLst/>
              <a:ahLst/>
              <a:rect l="l" t="t" r="r" b="b"/>
              <a:pathLst>
                <a:path w="3884" h="3786" extrusionOk="0">
                  <a:moveTo>
                    <a:pt x="1538" y="1"/>
                  </a:moveTo>
                  <a:lnTo>
                    <a:pt x="1333" y="1023"/>
                  </a:lnTo>
                  <a:lnTo>
                    <a:pt x="312" y="818"/>
                  </a:lnTo>
                  <a:lnTo>
                    <a:pt x="1" y="2249"/>
                  </a:lnTo>
                  <a:lnTo>
                    <a:pt x="1129" y="2453"/>
                  </a:lnTo>
                  <a:lnTo>
                    <a:pt x="925" y="3475"/>
                  </a:lnTo>
                  <a:lnTo>
                    <a:pt x="2355" y="3785"/>
                  </a:lnTo>
                  <a:lnTo>
                    <a:pt x="2559" y="2764"/>
                  </a:lnTo>
                  <a:lnTo>
                    <a:pt x="3581" y="2968"/>
                  </a:lnTo>
                  <a:lnTo>
                    <a:pt x="3883" y="1538"/>
                  </a:lnTo>
                  <a:lnTo>
                    <a:pt x="2862" y="1333"/>
                  </a:lnTo>
                  <a:lnTo>
                    <a:pt x="3066" y="205"/>
                  </a:lnTo>
                  <a:lnTo>
                    <a:pt x="1538" y="1"/>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49" name="Google Shape;82;p2"/>
            <p:cNvSpPr/>
            <p:nvPr/>
          </p:nvSpPr>
          <p:spPr>
            <a:xfrm>
              <a:off x="6546725" y="6236675"/>
              <a:ext cx="145525" cy="43550"/>
            </a:xfrm>
            <a:custGeom>
              <a:avLst/>
              <a:ahLst/>
              <a:rect l="l" t="t" r="r" b="b"/>
              <a:pathLst>
                <a:path w="5821" h="1742" extrusionOk="0">
                  <a:moveTo>
                    <a:pt x="99" y="1"/>
                  </a:moveTo>
                  <a:lnTo>
                    <a:pt x="1" y="614"/>
                  </a:lnTo>
                  <a:lnTo>
                    <a:pt x="5722" y="1742"/>
                  </a:lnTo>
                  <a:lnTo>
                    <a:pt x="5820" y="1129"/>
                  </a:lnTo>
                  <a:lnTo>
                    <a:pt x="99" y="1"/>
                  </a:ln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50" name="Google Shape;83;p2"/>
            <p:cNvSpPr/>
            <p:nvPr/>
          </p:nvSpPr>
          <p:spPr>
            <a:xfrm>
              <a:off x="6538975" y="6275100"/>
              <a:ext cx="145700" cy="43325"/>
            </a:xfrm>
            <a:custGeom>
              <a:avLst/>
              <a:ahLst/>
              <a:rect l="l" t="t" r="r" b="b"/>
              <a:pathLst>
                <a:path w="5828" h="1733" extrusionOk="0">
                  <a:moveTo>
                    <a:pt x="107" y="0"/>
                  </a:moveTo>
                  <a:lnTo>
                    <a:pt x="0" y="613"/>
                  </a:lnTo>
                  <a:lnTo>
                    <a:pt x="5722" y="1733"/>
                  </a:lnTo>
                  <a:lnTo>
                    <a:pt x="5828" y="1120"/>
                  </a:lnTo>
                  <a:lnTo>
                    <a:pt x="107" y="0"/>
                  </a:ln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nvGrpSpPr>
          <p:cNvPr id="32" name="Google Shape;84;p2"/>
          <p:cNvGrpSpPr/>
          <p:nvPr/>
        </p:nvGrpSpPr>
        <p:grpSpPr>
          <a:xfrm>
            <a:off x="8430775" y="3865875"/>
            <a:ext cx="597725" cy="702975"/>
            <a:chOff x="5070725" y="5750900"/>
            <a:chExt cx="597725" cy="702975"/>
          </a:xfrm>
        </p:grpSpPr>
        <p:sp>
          <p:nvSpPr>
            <p:cNvPr id="1048651" name="Google Shape;85;p2"/>
            <p:cNvSpPr/>
            <p:nvPr/>
          </p:nvSpPr>
          <p:spPr>
            <a:xfrm>
              <a:off x="5469200" y="5750900"/>
              <a:ext cx="199250" cy="176175"/>
            </a:xfrm>
            <a:custGeom>
              <a:avLst/>
              <a:ahLst/>
              <a:rect l="l" t="t" r="r" b="b"/>
              <a:pathLst>
                <a:path w="7970" h="7047" extrusionOk="0">
                  <a:moveTo>
                    <a:pt x="1741" y="1"/>
                  </a:moveTo>
                  <a:lnTo>
                    <a:pt x="0" y="2248"/>
                  </a:lnTo>
                  <a:lnTo>
                    <a:pt x="6334" y="7046"/>
                  </a:lnTo>
                  <a:lnTo>
                    <a:pt x="7969" y="4798"/>
                  </a:lnTo>
                  <a:lnTo>
                    <a:pt x="1741" y="1"/>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52" name="Google Shape;86;p2"/>
            <p:cNvSpPr/>
            <p:nvPr/>
          </p:nvSpPr>
          <p:spPr>
            <a:xfrm>
              <a:off x="5476950" y="5756000"/>
              <a:ext cx="48450" cy="61325"/>
            </a:xfrm>
            <a:custGeom>
              <a:avLst/>
              <a:ahLst/>
              <a:rect l="l" t="t" r="r" b="b"/>
              <a:pathLst>
                <a:path w="1938" h="2453" extrusionOk="0">
                  <a:moveTo>
                    <a:pt x="1635" y="1"/>
                  </a:moveTo>
                  <a:lnTo>
                    <a:pt x="1" y="2249"/>
                  </a:lnTo>
                  <a:lnTo>
                    <a:pt x="205" y="2453"/>
                  </a:lnTo>
                  <a:lnTo>
                    <a:pt x="1938" y="205"/>
                  </a:lnTo>
                  <a:lnTo>
                    <a:pt x="1635"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53" name="Google Shape;87;p2"/>
            <p:cNvSpPr/>
            <p:nvPr/>
          </p:nvSpPr>
          <p:spPr>
            <a:xfrm>
              <a:off x="5492275" y="5768675"/>
              <a:ext cx="48450" cy="61325"/>
            </a:xfrm>
            <a:custGeom>
              <a:avLst/>
              <a:ahLst/>
              <a:rect l="l" t="t" r="r" b="b"/>
              <a:pathLst>
                <a:path w="1938" h="2453" extrusionOk="0">
                  <a:moveTo>
                    <a:pt x="1635" y="1"/>
                  </a:moveTo>
                  <a:lnTo>
                    <a:pt x="1" y="2150"/>
                  </a:lnTo>
                  <a:lnTo>
                    <a:pt x="303" y="2453"/>
                  </a:lnTo>
                  <a:lnTo>
                    <a:pt x="1938" y="205"/>
                  </a:lnTo>
                  <a:lnTo>
                    <a:pt x="1635"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54" name="Google Shape;88;p2"/>
            <p:cNvSpPr/>
            <p:nvPr/>
          </p:nvSpPr>
          <p:spPr>
            <a:xfrm>
              <a:off x="5507600" y="5778900"/>
              <a:ext cx="48450" cy="61325"/>
            </a:xfrm>
            <a:custGeom>
              <a:avLst/>
              <a:ahLst/>
              <a:rect l="l" t="t" r="r" b="b"/>
              <a:pathLst>
                <a:path w="1938" h="2453" extrusionOk="0">
                  <a:moveTo>
                    <a:pt x="1635" y="0"/>
                  </a:moveTo>
                  <a:lnTo>
                    <a:pt x="1" y="2248"/>
                  </a:lnTo>
                  <a:lnTo>
                    <a:pt x="303" y="2452"/>
                  </a:lnTo>
                  <a:lnTo>
                    <a:pt x="1938" y="311"/>
                  </a:lnTo>
                  <a:lnTo>
                    <a:pt x="1635"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55" name="Google Shape;89;p2"/>
            <p:cNvSpPr/>
            <p:nvPr/>
          </p:nvSpPr>
          <p:spPr>
            <a:xfrm>
              <a:off x="5522925" y="5791775"/>
              <a:ext cx="48450" cy="61325"/>
            </a:xfrm>
            <a:custGeom>
              <a:avLst/>
              <a:ahLst/>
              <a:rect l="l" t="t" r="r" b="b"/>
              <a:pathLst>
                <a:path w="1938" h="2453" extrusionOk="0">
                  <a:moveTo>
                    <a:pt x="1635" y="0"/>
                  </a:moveTo>
                  <a:lnTo>
                    <a:pt x="1" y="2248"/>
                  </a:lnTo>
                  <a:lnTo>
                    <a:pt x="303" y="2452"/>
                  </a:lnTo>
                  <a:lnTo>
                    <a:pt x="1938" y="205"/>
                  </a:lnTo>
                  <a:lnTo>
                    <a:pt x="1635"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56" name="Google Shape;90;p2"/>
            <p:cNvSpPr/>
            <p:nvPr/>
          </p:nvSpPr>
          <p:spPr>
            <a:xfrm>
              <a:off x="5538250" y="5804450"/>
              <a:ext cx="48450" cy="61325"/>
            </a:xfrm>
            <a:custGeom>
              <a:avLst/>
              <a:ahLst/>
              <a:rect l="l" t="t" r="r" b="b"/>
              <a:pathLst>
                <a:path w="1938" h="2453" extrusionOk="0">
                  <a:moveTo>
                    <a:pt x="1635" y="0"/>
                  </a:moveTo>
                  <a:lnTo>
                    <a:pt x="1" y="2150"/>
                  </a:lnTo>
                  <a:lnTo>
                    <a:pt x="303" y="2452"/>
                  </a:lnTo>
                  <a:lnTo>
                    <a:pt x="1938" y="204"/>
                  </a:lnTo>
                  <a:lnTo>
                    <a:pt x="1635"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57" name="Google Shape;91;p2"/>
            <p:cNvSpPr/>
            <p:nvPr/>
          </p:nvSpPr>
          <p:spPr>
            <a:xfrm>
              <a:off x="5553575" y="5814650"/>
              <a:ext cx="48450" cy="61325"/>
            </a:xfrm>
            <a:custGeom>
              <a:avLst/>
              <a:ahLst/>
              <a:rect l="l" t="t" r="r" b="b"/>
              <a:pathLst>
                <a:path w="1938" h="2453" extrusionOk="0">
                  <a:moveTo>
                    <a:pt x="1733" y="1"/>
                  </a:moveTo>
                  <a:lnTo>
                    <a:pt x="1" y="2248"/>
                  </a:lnTo>
                  <a:lnTo>
                    <a:pt x="303" y="2453"/>
                  </a:lnTo>
                  <a:lnTo>
                    <a:pt x="1938" y="311"/>
                  </a:lnTo>
                  <a:lnTo>
                    <a:pt x="1733"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58" name="Google Shape;92;p2"/>
            <p:cNvSpPr/>
            <p:nvPr/>
          </p:nvSpPr>
          <p:spPr>
            <a:xfrm>
              <a:off x="5568900" y="5827525"/>
              <a:ext cx="51125" cy="61325"/>
            </a:xfrm>
            <a:custGeom>
              <a:avLst/>
              <a:ahLst/>
              <a:rect l="l" t="t" r="r" b="b"/>
              <a:pathLst>
                <a:path w="2045" h="2453" extrusionOk="0">
                  <a:moveTo>
                    <a:pt x="1733" y="1"/>
                  </a:moveTo>
                  <a:lnTo>
                    <a:pt x="1" y="2248"/>
                  </a:lnTo>
                  <a:lnTo>
                    <a:pt x="303" y="2453"/>
                  </a:lnTo>
                  <a:lnTo>
                    <a:pt x="2044" y="205"/>
                  </a:lnTo>
                  <a:lnTo>
                    <a:pt x="1733"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59" name="Google Shape;93;p2"/>
            <p:cNvSpPr/>
            <p:nvPr/>
          </p:nvSpPr>
          <p:spPr>
            <a:xfrm>
              <a:off x="5584225" y="5840200"/>
              <a:ext cx="51125" cy="61325"/>
            </a:xfrm>
            <a:custGeom>
              <a:avLst/>
              <a:ahLst/>
              <a:rect l="l" t="t" r="r" b="b"/>
              <a:pathLst>
                <a:path w="2045" h="2453" extrusionOk="0">
                  <a:moveTo>
                    <a:pt x="1733" y="0"/>
                  </a:moveTo>
                  <a:lnTo>
                    <a:pt x="1" y="2150"/>
                  </a:lnTo>
                  <a:lnTo>
                    <a:pt x="303" y="2452"/>
                  </a:lnTo>
                  <a:lnTo>
                    <a:pt x="2044" y="205"/>
                  </a:lnTo>
                  <a:lnTo>
                    <a:pt x="1733"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60" name="Google Shape;94;p2"/>
            <p:cNvSpPr/>
            <p:nvPr/>
          </p:nvSpPr>
          <p:spPr>
            <a:xfrm>
              <a:off x="5599550" y="5850425"/>
              <a:ext cx="51125" cy="61325"/>
            </a:xfrm>
            <a:custGeom>
              <a:avLst/>
              <a:ahLst/>
              <a:rect l="l" t="t" r="r" b="b"/>
              <a:pathLst>
                <a:path w="2045" h="2453" extrusionOk="0">
                  <a:moveTo>
                    <a:pt x="1733" y="0"/>
                  </a:moveTo>
                  <a:lnTo>
                    <a:pt x="1" y="2248"/>
                  </a:lnTo>
                  <a:lnTo>
                    <a:pt x="303" y="2452"/>
                  </a:lnTo>
                  <a:lnTo>
                    <a:pt x="2044" y="204"/>
                  </a:lnTo>
                  <a:lnTo>
                    <a:pt x="1733"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61" name="Google Shape;95;p2"/>
            <p:cNvSpPr/>
            <p:nvPr/>
          </p:nvSpPr>
          <p:spPr>
            <a:xfrm>
              <a:off x="5614875" y="5863275"/>
              <a:ext cx="51125" cy="61325"/>
            </a:xfrm>
            <a:custGeom>
              <a:avLst/>
              <a:ahLst/>
              <a:rect l="l" t="t" r="r" b="b"/>
              <a:pathLst>
                <a:path w="2045" h="2453" extrusionOk="0">
                  <a:moveTo>
                    <a:pt x="1733" y="1"/>
                  </a:moveTo>
                  <a:lnTo>
                    <a:pt x="1" y="2249"/>
                  </a:lnTo>
                  <a:lnTo>
                    <a:pt x="303" y="2453"/>
                  </a:lnTo>
                  <a:lnTo>
                    <a:pt x="2044" y="205"/>
                  </a:lnTo>
                  <a:lnTo>
                    <a:pt x="1733"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62" name="Google Shape;96;p2"/>
            <p:cNvSpPr/>
            <p:nvPr/>
          </p:nvSpPr>
          <p:spPr>
            <a:xfrm>
              <a:off x="5070725" y="5832625"/>
              <a:ext cx="531300" cy="621250"/>
            </a:xfrm>
            <a:custGeom>
              <a:avLst/>
              <a:ahLst/>
              <a:rect l="l" t="t" r="r" b="b"/>
              <a:pathLst>
                <a:path w="21252" h="24850" extrusionOk="0">
                  <a:moveTo>
                    <a:pt x="16143" y="1"/>
                  </a:moveTo>
                  <a:lnTo>
                    <a:pt x="1023" y="19715"/>
                  </a:lnTo>
                  <a:cubicBezTo>
                    <a:pt x="1" y="21047"/>
                    <a:pt x="205" y="23091"/>
                    <a:pt x="1636" y="24211"/>
                  </a:cubicBezTo>
                  <a:cubicBezTo>
                    <a:pt x="2232" y="24636"/>
                    <a:pt x="2917" y="24849"/>
                    <a:pt x="3595" y="24849"/>
                  </a:cubicBezTo>
                  <a:cubicBezTo>
                    <a:pt x="4544" y="24849"/>
                    <a:pt x="5478" y="24432"/>
                    <a:pt x="6131" y="23598"/>
                  </a:cubicBezTo>
                  <a:lnTo>
                    <a:pt x="21252" y="3883"/>
                  </a:lnTo>
                  <a:lnTo>
                    <a:pt x="16143"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63" name="Google Shape;97;p2"/>
            <p:cNvSpPr/>
            <p:nvPr/>
          </p:nvSpPr>
          <p:spPr>
            <a:xfrm>
              <a:off x="5096275" y="5980775"/>
              <a:ext cx="383150" cy="446850"/>
            </a:xfrm>
            <a:custGeom>
              <a:avLst/>
              <a:ahLst/>
              <a:rect l="l" t="t" r="r" b="b"/>
              <a:pathLst>
                <a:path w="15326" h="17874" extrusionOk="0">
                  <a:moveTo>
                    <a:pt x="11648" y="1"/>
                  </a:moveTo>
                  <a:lnTo>
                    <a:pt x="818" y="14100"/>
                  </a:lnTo>
                  <a:cubicBezTo>
                    <a:pt x="1" y="15121"/>
                    <a:pt x="205" y="16650"/>
                    <a:pt x="1227" y="17369"/>
                  </a:cubicBezTo>
                  <a:cubicBezTo>
                    <a:pt x="1653" y="17710"/>
                    <a:pt x="2169" y="17873"/>
                    <a:pt x="2678" y="17873"/>
                  </a:cubicBezTo>
                  <a:cubicBezTo>
                    <a:pt x="3387" y="17873"/>
                    <a:pt x="4082" y="17556"/>
                    <a:pt x="4496" y="16960"/>
                  </a:cubicBezTo>
                  <a:lnTo>
                    <a:pt x="15326" y="2861"/>
                  </a:lnTo>
                  <a:lnTo>
                    <a:pt x="11648" y="1"/>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64" name="Google Shape;98;p2"/>
            <p:cNvSpPr/>
            <p:nvPr/>
          </p:nvSpPr>
          <p:spPr>
            <a:xfrm>
              <a:off x="5453875" y="5804450"/>
              <a:ext cx="173700" cy="143050"/>
            </a:xfrm>
            <a:custGeom>
              <a:avLst/>
              <a:ahLst/>
              <a:rect l="l" t="t" r="r" b="b"/>
              <a:pathLst>
                <a:path w="6948" h="5722" extrusionOk="0">
                  <a:moveTo>
                    <a:pt x="719" y="0"/>
                  </a:moveTo>
                  <a:lnTo>
                    <a:pt x="0" y="924"/>
                  </a:lnTo>
                  <a:lnTo>
                    <a:pt x="6236" y="5721"/>
                  </a:lnTo>
                  <a:lnTo>
                    <a:pt x="6947" y="4806"/>
                  </a:lnTo>
                  <a:lnTo>
                    <a:pt x="719" y="0"/>
                  </a:lnTo>
                  <a:close/>
                </a:path>
              </a:pathLst>
            </a:custGeom>
            <a:solidFill>
              <a:srgbClr val="E8E8E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65" name="Google Shape;99;p2"/>
            <p:cNvSpPr/>
            <p:nvPr/>
          </p:nvSpPr>
          <p:spPr>
            <a:xfrm>
              <a:off x="5096275" y="6289725"/>
              <a:ext cx="145725" cy="137900"/>
            </a:xfrm>
            <a:custGeom>
              <a:avLst/>
              <a:ahLst/>
              <a:rect l="l" t="t" r="r" b="b"/>
              <a:pathLst>
                <a:path w="5829" h="5516" extrusionOk="0">
                  <a:moveTo>
                    <a:pt x="2150" y="1"/>
                  </a:moveTo>
                  <a:lnTo>
                    <a:pt x="2150" y="1"/>
                  </a:lnTo>
                  <a:cubicBezTo>
                    <a:pt x="2130" y="27"/>
                    <a:pt x="2110" y="53"/>
                    <a:pt x="2090" y="79"/>
                  </a:cubicBezTo>
                  <a:lnTo>
                    <a:pt x="2090" y="79"/>
                  </a:lnTo>
                  <a:lnTo>
                    <a:pt x="2150" y="1"/>
                  </a:lnTo>
                  <a:close/>
                  <a:moveTo>
                    <a:pt x="5828" y="2861"/>
                  </a:moveTo>
                  <a:lnTo>
                    <a:pt x="5728" y="2992"/>
                  </a:lnTo>
                  <a:lnTo>
                    <a:pt x="5728" y="2992"/>
                  </a:lnTo>
                  <a:cubicBezTo>
                    <a:pt x="5763" y="2950"/>
                    <a:pt x="5797" y="2907"/>
                    <a:pt x="5828" y="2861"/>
                  </a:cubicBezTo>
                  <a:close/>
                  <a:moveTo>
                    <a:pt x="2090" y="79"/>
                  </a:moveTo>
                  <a:lnTo>
                    <a:pt x="818" y="1742"/>
                  </a:lnTo>
                  <a:cubicBezTo>
                    <a:pt x="1" y="2763"/>
                    <a:pt x="205" y="4292"/>
                    <a:pt x="1227" y="5011"/>
                  </a:cubicBezTo>
                  <a:cubicBezTo>
                    <a:pt x="1653" y="5352"/>
                    <a:pt x="2169" y="5515"/>
                    <a:pt x="2678" y="5515"/>
                  </a:cubicBezTo>
                  <a:cubicBezTo>
                    <a:pt x="3387" y="5515"/>
                    <a:pt x="4082" y="5198"/>
                    <a:pt x="4496" y="4602"/>
                  </a:cubicBezTo>
                  <a:lnTo>
                    <a:pt x="5728" y="2992"/>
                  </a:lnTo>
                  <a:lnTo>
                    <a:pt x="5728" y="2992"/>
                  </a:lnTo>
                  <a:cubicBezTo>
                    <a:pt x="5304" y="3503"/>
                    <a:pt x="4662" y="3774"/>
                    <a:pt x="4008" y="3774"/>
                  </a:cubicBezTo>
                  <a:cubicBezTo>
                    <a:pt x="3500" y="3774"/>
                    <a:pt x="2985" y="3611"/>
                    <a:pt x="2559" y="3270"/>
                  </a:cubicBezTo>
                  <a:cubicBezTo>
                    <a:pt x="1563" y="2577"/>
                    <a:pt x="1344" y="1100"/>
                    <a:pt x="2090" y="79"/>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nvGrpSpPr>
          <p:cNvPr id="33" name="Google Shape;100;p2"/>
          <p:cNvGrpSpPr/>
          <p:nvPr/>
        </p:nvGrpSpPr>
        <p:grpSpPr>
          <a:xfrm>
            <a:off x="1442650" y="4290013"/>
            <a:ext cx="840250" cy="618825"/>
            <a:chOff x="1584275" y="3431500"/>
            <a:chExt cx="840250" cy="618825"/>
          </a:xfrm>
        </p:grpSpPr>
        <p:sp>
          <p:nvSpPr>
            <p:cNvPr id="1048666" name="Google Shape;101;p2"/>
            <p:cNvSpPr/>
            <p:nvPr/>
          </p:nvSpPr>
          <p:spPr>
            <a:xfrm>
              <a:off x="1849900" y="3431500"/>
              <a:ext cx="158400" cy="143000"/>
            </a:xfrm>
            <a:custGeom>
              <a:avLst/>
              <a:ahLst/>
              <a:rect l="l" t="t" r="r" b="b"/>
              <a:pathLst>
                <a:path w="6336" h="5720" extrusionOk="0">
                  <a:moveTo>
                    <a:pt x="3146" y="1"/>
                  </a:moveTo>
                  <a:cubicBezTo>
                    <a:pt x="2881" y="1"/>
                    <a:pt x="2612" y="35"/>
                    <a:pt x="2346" y="105"/>
                  </a:cubicBezTo>
                  <a:cubicBezTo>
                    <a:pt x="818" y="514"/>
                    <a:pt x="1" y="2149"/>
                    <a:pt x="409" y="3579"/>
                  </a:cubicBezTo>
                  <a:cubicBezTo>
                    <a:pt x="753" y="4862"/>
                    <a:pt x="1960" y="5719"/>
                    <a:pt x="3185" y="5719"/>
                  </a:cubicBezTo>
                  <a:cubicBezTo>
                    <a:pt x="3419" y="5719"/>
                    <a:pt x="3654" y="5688"/>
                    <a:pt x="3883" y="5622"/>
                  </a:cubicBezTo>
                  <a:cubicBezTo>
                    <a:pt x="5412" y="5214"/>
                    <a:pt x="6335" y="3579"/>
                    <a:pt x="5926" y="2042"/>
                  </a:cubicBezTo>
                  <a:cubicBezTo>
                    <a:pt x="5588" y="778"/>
                    <a:pt x="4412" y="1"/>
                    <a:pt x="3146" y="1"/>
                  </a:cubicBez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67" name="Google Shape;102;p2"/>
            <p:cNvSpPr/>
            <p:nvPr/>
          </p:nvSpPr>
          <p:spPr>
            <a:xfrm>
              <a:off x="1872800" y="3446800"/>
              <a:ext cx="135500" cy="127725"/>
            </a:xfrm>
            <a:custGeom>
              <a:avLst/>
              <a:ahLst/>
              <a:rect l="l" t="t" r="r" b="b"/>
              <a:pathLst>
                <a:path w="5420" h="5109" extrusionOk="0">
                  <a:moveTo>
                    <a:pt x="3989" y="0"/>
                  </a:moveTo>
                  <a:lnTo>
                    <a:pt x="3989" y="0"/>
                  </a:lnTo>
                  <a:cubicBezTo>
                    <a:pt x="4291" y="311"/>
                    <a:pt x="4397" y="613"/>
                    <a:pt x="4496" y="1022"/>
                  </a:cubicBezTo>
                  <a:cubicBezTo>
                    <a:pt x="5010" y="2558"/>
                    <a:pt x="4087" y="4087"/>
                    <a:pt x="2558" y="4495"/>
                  </a:cubicBezTo>
                  <a:cubicBezTo>
                    <a:pt x="2271" y="4592"/>
                    <a:pt x="1984" y="4639"/>
                    <a:pt x="1703" y="4639"/>
                  </a:cubicBezTo>
                  <a:cubicBezTo>
                    <a:pt x="1083" y="4639"/>
                    <a:pt x="495" y="4411"/>
                    <a:pt x="0" y="3989"/>
                  </a:cubicBezTo>
                  <a:lnTo>
                    <a:pt x="0" y="3989"/>
                  </a:lnTo>
                  <a:cubicBezTo>
                    <a:pt x="561" y="4703"/>
                    <a:pt x="1367" y="5109"/>
                    <a:pt x="2229" y="5109"/>
                  </a:cubicBezTo>
                  <a:cubicBezTo>
                    <a:pt x="2472" y="5109"/>
                    <a:pt x="2719" y="5077"/>
                    <a:pt x="2967" y="5010"/>
                  </a:cubicBezTo>
                  <a:cubicBezTo>
                    <a:pt x="4496" y="4602"/>
                    <a:pt x="5419" y="2967"/>
                    <a:pt x="5010" y="1430"/>
                  </a:cubicBezTo>
                  <a:cubicBezTo>
                    <a:pt x="4806" y="817"/>
                    <a:pt x="4496" y="409"/>
                    <a:pt x="3989" y="0"/>
                  </a:cubicBezTo>
                  <a:close/>
                </a:path>
              </a:pathLst>
            </a:custGeom>
            <a:solidFill>
              <a:srgbClr val="F0F2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68" name="Google Shape;103;p2"/>
            <p:cNvSpPr/>
            <p:nvPr/>
          </p:nvSpPr>
          <p:spPr>
            <a:xfrm>
              <a:off x="1860125" y="3482550"/>
              <a:ext cx="137950" cy="48650"/>
            </a:xfrm>
            <a:custGeom>
              <a:avLst/>
              <a:ahLst/>
              <a:rect l="l" t="t" r="r" b="b"/>
              <a:pathLst>
                <a:path w="5518" h="1946" extrusionOk="0">
                  <a:moveTo>
                    <a:pt x="5517" y="0"/>
                  </a:moveTo>
                  <a:lnTo>
                    <a:pt x="0" y="1537"/>
                  </a:lnTo>
                  <a:lnTo>
                    <a:pt x="0" y="1635"/>
                  </a:lnTo>
                  <a:cubicBezTo>
                    <a:pt x="0" y="1741"/>
                    <a:pt x="98" y="1839"/>
                    <a:pt x="98" y="1946"/>
                  </a:cubicBezTo>
                  <a:lnTo>
                    <a:pt x="5517" y="409"/>
                  </a:lnTo>
                  <a:lnTo>
                    <a:pt x="5517" y="107"/>
                  </a:lnTo>
                  <a:lnTo>
                    <a:pt x="5517" y="0"/>
                  </a:lnTo>
                  <a:close/>
                </a:path>
              </a:pathLst>
            </a:custGeom>
            <a:solidFill>
              <a:srgbClr val="F0F2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69" name="Google Shape;104;p2"/>
            <p:cNvSpPr/>
            <p:nvPr/>
          </p:nvSpPr>
          <p:spPr>
            <a:xfrm>
              <a:off x="1857475" y="3477450"/>
              <a:ext cx="140600" cy="48650"/>
            </a:xfrm>
            <a:custGeom>
              <a:avLst/>
              <a:ahLst/>
              <a:rect l="l" t="t" r="r" b="b"/>
              <a:pathLst>
                <a:path w="5624" h="1946" extrusionOk="0">
                  <a:moveTo>
                    <a:pt x="5517" y="0"/>
                  </a:moveTo>
                  <a:lnTo>
                    <a:pt x="0" y="1635"/>
                  </a:lnTo>
                  <a:cubicBezTo>
                    <a:pt x="106" y="1635"/>
                    <a:pt x="106" y="1741"/>
                    <a:pt x="106" y="1741"/>
                  </a:cubicBezTo>
                  <a:lnTo>
                    <a:pt x="106" y="1945"/>
                  </a:lnTo>
                  <a:lnTo>
                    <a:pt x="5623" y="409"/>
                  </a:lnTo>
                  <a:lnTo>
                    <a:pt x="5623" y="204"/>
                  </a:lnTo>
                  <a:cubicBezTo>
                    <a:pt x="5623" y="204"/>
                    <a:pt x="5517" y="106"/>
                    <a:pt x="5517" y="0"/>
                  </a:cubicBez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34" name="Google Shape;105;p2"/>
            <p:cNvGrpSpPr/>
            <p:nvPr/>
          </p:nvGrpSpPr>
          <p:grpSpPr>
            <a:xfrm>
              <a:off x="2268800" y="3907175"/>
              <a:ext cx="155725" cy="143150"/>
              <a:chOff x="2268800" y="3907175"/>
              <a:chExt cx="155725" cy="143150"/>
            </a:xfrm>
          </p:grpSpPr>
          <p:sp>
            <p:nvSpPr>
              <p:cNvPr id="1048670" name="Google Shape;106;p2"/>
              <p:cNvSpPr/>
              <p:nvPr/>
            </p:nvSpPr>
            <p:spPr>
              <a:xfrm>
                <a:off x="2268800" y="3907175"/>
                <a:ext cx="155725" cy="143150"/>
              </a:xfrm>
              <a:custGeom>
                <a:avLst/>
                <a:ahLst/>
                <a:rect l="l" t="t" r="r" b="b"/>
                <a:pathLst>
                  <a:path w="6229" h="5726" extrusionOk="0">
                    <a:moveTo>
                      <a:pt x="3066" y="1"/>
                    </a:moveTo>
                    <a:cubicBezTo>
                      <a:pt x="2359" y="1"/>
                      <a:pt x="1658" y="258"/>
                      <a:pt x="1120" y="792"/>
                    </a:cubicBezTo>
                    <a:cubicBezTo>
                      <a:pt x="0" y="1920"/>
                      <a:pt x="0" y="3759"/>
                      <a:pt x="1022" y="4879"/>
                    </a:cubicBezTo>
                    <a:cubicBezTo>
                      <a:pt x="1582" y="5443"/>
                      <a:pt x="2321" y="5725"/>
                      <a:pt x="3062" y="5725"/>
                    </a:cubicBezTo>
                    <a:cubicBezTo>
                      <a:pt x="3803" y="5725"/>
                      <a:pt x="4545" y="5443"/>
                      <a:pt x="5109" y="4879"/>
                    </a:cubicBezTo>
                    <a:cubicBezTo>
                      <a:pt x="6228" y="3857"/>
                      <a:pt x="6228" y="2018"/>
                      <a:pt x="5207" y="899"/>
                    </a:cubicBezTo>
                    <a:cubicBezTo>
                      <a:pt x="4621" y="309"/>
                      <a:pt x="3840" y="1"/>
                      <a:pt x="3066" y="1"/>
                    </a:cubicBez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71" name="Google Shape;107;p2"/>
              <p:cNvSpPr/>
              <p:nvPr/>
            </p:nvSpPr>
            <p:spPr>
              <a:xfrm>
                <a:off x="2317225" y="3909200"/>
                <a:ext cx="107300" cy="140400"/>
              </a:xfrm>
              <a:custGeom>
                <a:avLst/>
                <a:ahLst/>
                <a:rect l="l" t="t" r="r" b="b"/>
                <a:pathLst>
                  <a:path w="4292" h="5616" extrusionOk="0">
                    <a:moveTo>
                      <a:pt x="1741" y="0"/>
                    </a:moveTo>
                    <a:cubicBezTo>
                      <a:pt x="2044" y="98"/>
                      <a:pt x="2354" y="303"/>
                      <a:pt x="2657" y="613"/>
                    </a:cubicBezTo>
                    <a:cubicBezTo>
                      <a:pt x="3678" y="1733"/>
                      <a:pt x="3678" y="3572"/>
                      <a:pt x="2559" y="4700"/>
                    </a:cubicBezTo>
                    <a:cubicBezTo>
                      <a:pt x="1990" y="5184"/>
                      <a:pt x="1300" y="5475"/>
                      <a:pt x="580" y="5475"/>
                    </a:cubicBezTo>
                    <a:cubicBezTo>
                      <a:pt x="388" y="5475"/>
                      <a:pt x="194" y="5454"/>
                      <a:pt x="0" y="5411"/>
                    </a:cubicBezTo>
                    <a:lnTo>
                      <a:pt x="0" y="5411"/>
                    </a:lnTo>
                    <a:cubicBezTo>
                      <a:pt x="341" y="5547"/>
                      <a:pt x="704" y="5616"/>
                      <a:pt x="1071" y="5616"/>
                    </a:cubicBezTo>
                    <a:cubicBezTo>
                      <a:pt x="1806" y="5616"/>
                      <a:pt x="2556" y="5343"/>
                      <a:pt x="3172" y="4798"/>
                    </a:cubicBezTo>
                    <a:cubicBezTo>
                      <a:pt x="4291" y="3776"/>
                      <a:pt x="4291" y="1937"/>
                      <a:pt x="3270" y="818"/>
                    </a:cubicBezTo>
                    <a:cubicBezTo>
                      <a:pt x="2763" y="303"/>
                      <a:pt x="2248" y="98"/>
                      <a:pt x="1741" y="0"/>
                    </a:cubicBezTo>
                    <a:close/>
                  </a:path>
                </a:pathLst>
              </a:custGeom>
              <a:solidFill>
                <a:srgbClr val="F0F2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72" name="Google Shape;108;p2"/>
              <p:cNvSpPr/>
              <p:nvPr/>
            </p:nvSpPr>
            <p:spPr>
              <a:xfrm>
                <a:off x="2294325" y="3929625"/>
                <a:ext cx="109750" cy="104650"/>
              </a:xfrm>
              <a:custGeom>
                <a:avLst/>
                <a:ahLst/>
                <a:rect l="l" t="t" r="r" b="b"/>
                <a:pathLst>
                  <a:path w="4390" h="4186" extrusionOk="0">
                    <a:moveTo>
                      <a:pt x="4186" y="1"/>
                    </a:moveTo>
                    <a:lnTo>
                      <a:pt x="1" y="3981"/>
                    </a:lnTo>
                    <a:lnTo>
                      <a:pt x="99" y="3981"/>
                    </a:lnTo>
                    <a:cubicBezTo>
                      <a:pt x="205" y="4087"/>
                      <a:pt x="205" y="4186"/>
                      <a:pt x="303" y="4186"/>
                    </a:cubicBezTo>
                    <a:lnTo>
                      <a:pt x="4390" y="303"/>
                    </a:lnTo>
                    <a:cubicBezTo>
                      <a:pt x="4292" y="205"/>
                      <a:pt x="4292" y="99"/>
                      <a:pt x="4186" y="99"/>
                    </a:cubicBezTo>
                    <a:lnTo>
                      <a:pt x="4186" y="1"/>
                    </a:lnTo>
                    <a:close/>
                  </a:path>
                </a:pathLst>
              </a:custGeom>
              <a:solidFill>
                <a:srgbClr val="F0F2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73" name="Google Shape;109;p2"/>
              <p:cNvSpPr/>
              <p:nvPr/>
            </p:nvSpPr>
            <p:spPr>
              <a:xfrm>
                <a:off x="2291675" y="3926975"/>
                <a:ext cx="109950" cy="104850"/>
              </a:xfrm>
              <a:custGeom>
                <a:avLst/>
                <a:ahLst/>
                <a:rect l="l" t="t" r="r" b="b"/>
                <a:pathLst>
                  <a:path w="4398" h="4194" extrusionOk="0">
                    <a:moveTo>
                      <a:pt x="4087" y="0"/>
                    </a:moveTo>
                    <a:lnTo>
                      <a:pt x="1" y="3883"/>
                    </a:lnTo>
                    <a:cubicBezTo>
                      <a:pt x="1" y="3989"/>
                      <a:pt x="107" y="3989"/>
                      <a:pt x="107" y="4087"/>
                    </a:cubicBezTo>
                    <a:cubicBezTo>
                      <a:pt x="205" y="4087"/>
                      <a:pt x="205" y="4193"/>
                      <a:pt x="311" y="4193"/>
                    </a:cubicBezTo>
                    <a:lnTo>
                      <a:pt x="4398" y="205"/>
                    </a:lnTo>
                    <a:cubicBezTo>
                      <a:pt x="4292" y="205"/>
                      <a:pt x="4292" y="107"/>
                      <a:pt x="4292" y="107"/>
                    </a:cubicBezTo>
                    <a:cubicBezTo>
                      <a:pt x="4194" y="0"/>
                      <a:pt x="4194" y="0"/>
                      <a:pt x="4087" y="0"/>
                    </a:cubicBez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674" name="Google Shape;110;p2"/>
            <p:cNvSpPr/>
            <p:nvPr/>
          </p:nvSpPr>
          <p:spPr>
            <a:xfrm>
              <a:off x="1584275" y="3575875"/>
              <a:ext cx="163500" cy="142975"/>
            </a:xfrm>
            <a:custGeom>
              <a:avLst/>
              <a:ahLst/>
              <a:rect l="l" t="t" r="r" b="b"/>
              <a:pathLst>
                <a:path w="6540" h="5719" extrusionOk="0">
                  <a:moveTo>
                    <a:pt x="3250" y="0"/>
                  </a:moveTo>
                  <a:cubicBezTo>
                    <a:pt x="2177" y="0"/>
                    <a:pt x="1152" y="551"/>
                    <a:pt x="711" y="1580"/>
                  </a:cubicBezTo>
                  <a:cubicBezTo>
                    <a:pt x="0" y="3010"/>
                    <a:pt x="507" y="4751"/>
                    <a:pt x="1937" y="5462"/>
                  </a:cubicBezTo>
                  <a:cubicBezTo>
                    <a:pt x="2339" y="5634"/>
                    <a:pt x="2765" y="5718"/>
                    <a:pt x="3185" y="5718"/>
                  </a:cubicBezTo>
                  <a:cubicBezTo>
                    <a:pt x="4264" y="5718"/>
                    <a:pt x="5308" y="5167"/>
                    <a:pt x="5820" y="4138"/>
                  </a:cubicBezTo>
                  <a:cubicBezTo>
                    <a:pt x="6539" y="2708"/>
                    <a:pt x="5926" y="967"/>
                    <a:pt x="4496" y="256"/>
                  </a:cubicBezTo>
                  <a:cubicBezTo>
                    <a:pt x="4094" y="84"/>
                    <a:pt x="3668" y="0"/>
                    <a:pt x="3250" y="0"/>
                  </a:cubicBez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75" name="Google Shape;111;p2"/>
            <p:cNvSpPr/>
            <p:nvPr/>
          </p:nvSpPr>
          <p:spPr>
            <a:xfrm>
              <a:off x="1591825" y="3635800"/>
              <a:ext cx="145725" cy="83050"/>
            </a:xfrm>
            <a:custGeom>
              <a:avLst/>
              <a:ahLst/>
              <a:rect l="l" t="t" r="r" b="b"/>
              <a:pathLst>
                <a:path w="5829" h="3322" extrusionOk="0">
                  <a:moveTo>
                    <a:pt x="5722" y="0"/>
                  </a:moveTo>
                  <a:cubicBezTo>
                    <a:pt x="5722" y="409"/>
                    <a:pt x="5624" y="720"/>
                    <a:pt x="5420" y="1128"/>
                  </a:cubicBezTo>
                  <a:cubicBezTo>
                    <a:pt x="4992" y="2125"/>
                    <a:pt x="4017" y="2673"/>
                    <a:pt x="2981" y="2673"/>
                  </a:cubicBezTo>
                  <a:cubicBezTo>
                    <a:pt x="2531" y="2673"/>
                    <a:pt x="2069" y="2570"/>
                    <a:pt x="1635" y="2354"/>
                  </a:cubicBezTo>
                  <a:cubicBezTo>
                    <a:pt x="818" y="1946"/>
                    <a:pt x="205" y="1226"/>
                    <a:pt x="107" y="311"/>
                  </a:cubicBezTo>
                  <a:lnTo>
                    <a:pt x="107" y="311"/>
                  </a:lnTo>
                  <a:cubicBezTo>
                    <a:pt x="1" y="1431"/>
                    <a:pt x="614" y="2559"/>
                    <a:pt x="1635" y="3065"/>
                  </a:cubicBezTo>
                  <a:cubicBezTo>
                    <a:pt x="2037" y="3237"/>
                    <a:pt x="2463" y="3321"/>
                    <a:pt x="2883" y="3321"/>
                  </a:cubicBezTo>
                  <a:cubicBezTo>
                    <a:pt x="3962" y="3321"/>
                    <a:pt x="5006" y="2770"/>
                    <a:pt x="5518" y="1741"/>
                  </a:cubicBezTo>
                  <a:cubicBezTo>
                    <a:pt x="5722" y="1128"/>
                    <a:pt x="5828" y="613"/>
                    <a:pt x="5722" y="0"/>
                  </a:cubicBezTo>
                  <a:close/>
                </a:path>
              </a:pathLst>
            </a:custGeom>
            <a:solidFill>
              <a:srgbClr val="F0F2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76" name="Google Shape;112;p2"/>
            <p:cNvSpPr/>
            <p:nvPr/>
          </p:nvSpPr>
          <p:spPr>
            <a:xfrm>
              <a:off x="1596950" y="3615375"/>
              <a:ext cx="132825" cy="71525"/>
            </a:xfrm>
            <a:custGeom>
              <a:avLst/>
              <a:ahLst/>
              <a:rect l="l" t="t" r="r" b="b"/>
              <a:pathLst>
                <a:path w="5313" h="2861" extrusionOk="0">
                  <a:moveTo>
                    <a:pt x="204" y="0"/>
                  </a:moveTo>
                  <a:lnTo>
                    <a:pt x="106" y="106"/>
                  </a:lnTo>
                  <a:cubicBezTo>
                    <a:pt x="106" y="204"/>
                    <a:pt x="0" y="311"/>
                    <a:pt x="0" y="409"/>
                  </a:cubicBezTo>
                  <a:lnTo>
                    <a:pt x="5108" y="2861"/>
                  </a:lnTo>
                  <a:cubicBezTo>
                    <a:pt x="5108" y="2763"/>
                    <a:pt x="5215" y="2763"/>
                    <a:pt x="5215" y="2656"/>
                  </a:cubicBezTo>
                  <a:cubicBezTo>
                    <a:pt x="5215" y="2558"/>
                    <a:pt x="5313" y="2558"/>
                    <a:pt x="5313" y="2558"/>
                  </a:cubicBezTo>
                  <a:lnTo>
                    <a:pt x="204" y="0"/>
                  </a:lnTo>
                  <a:close/>
                </a:path>
              </a:pathLst>
            </a:custGeom>
            <a:solidFill>
              <a:srgbClr val="F0F2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77" name="Google Shape;113;p2"/>
            <p:cNvSpPr/>
            <p:nvPr/>
          </p:nvSpPr>
          <p:spPr>
            <a:xfrm>
              <a:off x="1599600" y="3612900"/>
              <a:ext cx="132850" cy="68900"/>
            </a:xfrm>
            <a:custGeom>
              <a:avLst/>
              <a:ahLst/>
              <a:rect l="l" t="t" r="r" b="b"/>
              <a:pathLst>
                <a:path w="5314" h="2756" extrusionOk="0">
                  <a:moveTo>
                    <a:pt x="98" y="1"/>
                  </a:moveTo>
                  <a:lnTo>
                    <a:pt x="98" y="99"/>
                  </a:lnTo>
                  <a:cubicBezTo>
                    <a:pt x="0" y="205"/>
                    <a:pt x="0" y="205"/>
                    <a:pt x="0" y="303"/>
                  </a:cubicBezTo>
                  <a:lnTo>
                    <a:pt x="5109" y="2755"/>
                  </a:lnTo>
                  <a:lnTo>
                    <a:pt x="5207" y="2657"/>
                  </a:lnTo>
                  <a:cubicBezTo>
                    <a:pt x="5207" y="2551"/>
                    <a:pt x="5207" y="2551"/>
                    <a:pt x="5313" y="2453"/>
                  </a:cubicBezTo>
                  <a:lnTo>
                    <a:pt x="98"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69" name="Shape 114"/>
        <p:cNvGrpSpPr/>
        <p:nvPr/>
      </p:nvGrpSpPr>
      <p:grpSpPr>
        <a:xfrm>
          <a:off x="0" y="0"/>
          <a:ext cx="0" cy="0"/>
          <a:chOff x="0" y="0"/>
          <a:chExt cx="0" cy="0"/>
        </a:xfrm>
      </p:grpSpPr>
      <p:sp>
        <p:nvSpPr>
          <p:cNvPr id="1049022" name="Google Shape;115;p3"/>
          <p:cNvSpPr txBox="1">
            <a:spLocks noGrp="1"/>
          </p:cNvSpPr>
          <p:nvPr>
            <p:ph type="title"/>
          </p:nvPr>
        </p:nvSpPr>
        <p:spPr>
          <a:xfrm>
            <a:off x="713275" y="2288400"/>
            <a:ext cx="7687500" cy="841800"/>
          </a:xfrm>
          <a:prstGeom prst="rect"/>
        </p:spPr>
        <p:txBody>
          <a:bodyPr anchor="ctr" anchorCtr="0" bIns="91425" lIns="91425" rIns="91425" spcFirstLastPara="1" tIns="91425" wrap="square">
            <a:noAutofit/>
          </a:bodyPr>
          <a:lstStyle>
            <a:lvl1pPr algn="ctr" lvl="0" rtl="0">
              <a:spcBef>
                <a:spcPts val="0"/>
              </a:spcBef>
              <a:spcAft>
                <a:spcPts val="0"/>
              </a:spcAft>
              <a:buSzPts val="3600"/>
              <a:buNone/>
              <a:defRPr sz="4500"/>
            </a:lvl1pPr>
            <a:lvl2pPr algn="ctr" lvl="1" rtl="0">
              <a:spcBef>
                <a:spcPts val="0"/>
              </a:spcBef>
              <a:spcAft>
                <a:spcPts val="0"/>
              </a:spcAft>
              <a:buSzPts val="3600"/>
              <a:buNone/>
              <a:defRPr sz="3600"/>
            </a:lvl2pPr>
            <a:lvl3pPr algn="ctr" lvl="2" rtl="0">
              <a:spcBef>
                <a:spcPts val="0"/>
              </a:spcBef>
              <a:spcAft>
                <a:spcPts val="0"/>
              </a:spcAft>
              <a:buSzPts val="3600"/>
              <a:buNone/>
              <a:defRPr sz="3600"/>
            </a:lvl3pPr>
            <a:lvl4pPr algn="ctr" lvl="3" rtl="0">
              <a:spcBef>
                <a:spcPts val="0"/>
              </a:spcBef>
              <a:spcAft>
                <a:spcPts val="0"/>
              </a:spcAft>
              <a:buSzPts val="3600"/>
              <a:buNone/>
              <a:defRPr sz="3600"/>
            </a:lvl4pPr>
            <a:lvl5pPr algn="ctr" lvl="4" rtl="0">
              <a:spcBef>
                <a:spcPts val="0"/>
              </a:spcBef>
              <a:spcAft>
                <a:spcPts val="0"/>
              </a:spcAft>
              <a:buSzPts val="3600"/>
              <a:buNone/>
              <a:defRPr sz="3600"/>
            </a:lvl5pPr>
            <a:lvl6pPr algn="ctr" lvl="5" rtl="0">
              <a:spcBef>
                <a:spcPts val="0"/>
              </a:spcBef>
              <a:spcAft>
                <a:spcPts val="0"/>
              </a:spcAft>
              <a:buSzPts val="3600"/>
              <a:buNone/>
              <a:defRPr sz="3600"/>
            </a:lvl6pPr>
            <a:lvl7pPr algn="ctr" lvl="6" rtl="0">
              <a:spcBef>
                <a:spcPts val="0"/>
              </a:spcBef>
              <a:spcAft>
                <a:spcPts val="0"/>
              </a:spcAft>
              <a:buSzPts val="3600"/>
              <a:buNone/>
              <a:defRPr sz="3600"/>
            </a:lvl7pPr>
            <a:lvl8pPr algn="ctr" lvl="7" rtl="0">
              <a:spcBef>
                <a:spcPts val="0"/>
              </a:spcBef>
              <a:spcAft>
                <a:spcPts val="0"/>
              </a:spcAft>
              <a:buSzPts val="3600"/>
              <a:buNone/>
              <a:defRPr sz="3600"/>
            </a:lvl8pPr>
            <a:lvl9pPr algn="ctr" lvl="8" rtl="0">
              <a:spcBef>
                <a:spcPts val="0"/>
              </a:spcBef>
              <a:spcAft>
                <a:spcPts val="0"/>
              </a:spcAft>
              <a:buSzPts val="3600"/>
              <a:buNone/>
              <a:defRPr sz="3600"/>
            </a:lvl9pPr>
          </a:lstStyle>
          <a:p/>
        </p:txBody>
      </p:sp>
      <p:sp>
        <p:nvSpPr>
          <p:cNvPr id="1049023" name="Google Shape;116;p3"/>
          <p:cNvSpPr/>
          <p:nvPr/>
        </p:nvSpPr>
        <p:spPr>
          <a:xfrm>
            <a:off x="0" y="0"/>
            <a:ext cx="2143137" cy="3002177"/>
          </a:xfrm>
          <a:custGeom>
            <a:avLst/>
            <a:ah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24" name="Google Shape;117;p3"/>
          <p:cNvSpPr/>
          <p:nvPr/>
        </p:nvSpPr>
        <p:spPr>
          <a:xfrm rot="10800000">
            <a:off x="7000875" y="2141325"/>
            <a:ext cx="2143137" cy="3002177"/>
          </a:xfrm>
          <a:custGeom>
            <a:avLst/>
            <a:ah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25" name="Google Shape;118;p3"/>
          <p:cNvSpPr txBox="1">
            <a:spLocks noGrp="1"/>
          </p:cNvSpPr>
          <p:nvPr>
            <p:ph type="subTitle" idx="1"/>
          </p:nvPr>
        </p:nvSpPr>
        <p:spPr>
          <a:xfrm>
            <a:off x="1988250" y="3078375"/>
            <a:ext cx="5167500" cy="504900"/>
          </a:xfrm>
          <a:prstGeom prst="rect"/>
        </p:spPr>
        <p:txBody>
          <a:bodyPr anchor="t" anchorCtr="0" bIns="91425" lIns="91425" rIns="91425" spcFirstLastPara="1" tIns="91425" wrap="square">
            <a:noAutofit/>
          </a:bodyPr>
          <a:lstStyle>
            <a:lvl1pPr algn="ctr" lvl="0" rtl="0">
              <a:spcBef>
                <a:spcPts val="0"/>
              </a:spcBef>
              <a:spcAft>
                <a:spcPts val="0"/>
              </a:spcAft>
              <a:buSzPts val="1800"/>
              <a:buNone/>
            </a:lvl1pPr>
            <a:lvl2pPr algn="ctr" lvl="1" rtl="0">
              <a:spcBef>
                <a:spcPts val="0"/>
              </a:spcBef>
              <a:spcAft>
                <a:spcPts val="0"/>
              </a:spcAft>
              <a:buSzPts val="1400"/>
              <a:buNone/>
            </a:lvl2pPr>
            <a:lvl3pPr algn="ctr" lvl="2" rtl="0">
              <a:spcBef>
                <a:spcPts val="1600"/>
              </a:spcBef>
              <a:spcAft>
                <a:spcPts val="0"/>
              </a:spcAft>
              <a:buSzPts val="1400"/>
              <a:buNone/>
            </a:lvl3pPr>
            <a:lvl4pPr algn="ctr" lvl="3" rtl="0">
              <a:spcBef>
                <a:spcPts val="1600"/>
              </a:spcBef>
              <a:spcAft>
                <a:spcPts val="0"/>
              </a:spcAft>
              <a:buSzPts val="1400"/>
              <a:buNone/>
            </a:lvl4pPr>
            <a:lvl5pPr algn="ctr" lvl="4" rtl="0">
              <a:spcBef>
                <a:spcPts val="1600"/>
              </a:spcBef>
              <a:spcAft>
                <a:spcPts val="0"/>
              </a:spcAft>
              <a:buSzPts val="1400"/>
              <a:buNone/>
            </a:lvl5pPr>
            <a:lvl6pPr algn="ctr" lvl="5" rtl="0">
              <a:spcBef>
                <a:spcPts val="1600"/>
              </a:spcBef>
              <a:spcAft>
                <a:spcPts val="0"/>
              </a:spcAft>
              <a:buSzPts val="1400"/>
              <a:buNone/>
            </a:lvl6pPr>
            <a:lvl7pPr algn="ctr" lvl="6" rtl="0">
              <a:spcBef>
                <a:spcPts val="1600"/>
              </a:spcBef>
              <a:spcAft>
                <a:spcPts val="0"/>
              </a:spcAft>
              <a:buSzPts val="1400"/>
              <a:buNone/>
            </a:lvl7pPr>
            <a:lvl8pPr algn="ctr" lvl="7" rtl="0">
              <a:spcBef>
                <a:spcPts val="1600"/>
              </a:spcBef>
              <a:spcAft>
                <a:spcPts val="0"/>
              </a:spcAft>
              <a:buSzPts val="1400"/>
              <a:buNone/>
            </a:lvl8pPr>
            <a:lvl9pPr algn="ctr" lvl="8" rtl="0">
              <a:spcBef>
                <a:spcPts val="1600"/>
              </a:spcBef>
              <a:spcAft>
                <a:spcPts val="1600"/>
              </a:spcAft>
              <a:buSzPts val="1400"/>
              <a:buNone/>
            </a:lvl9pPr>
          </a:lstStyle>
          <a:p/>
        </p:txBody>
      </p:sp>
      <p:sp>
        <p:nvSpPr>
          <p:cNvPr id="1049026" name="Google Shape;119;p3"/>
          <p:cNvSpPr txBox="1">
            <a:spLocks noGrp="1"/>
          </p:cNvSpPr>
          <p:nvPr>
            <p:ph type="title" idx="2" hasCustomPrompt="1"/>
          </p:nvPr>
        </p:nvSpPr>
        <p:spPr>
          <a:xfrm>
            <a:off x="3994525" y="1619250"/>
            <a:ext cx="1125000" cy="446100"/>
          </a:xfrm>
          <a:prstGeom prst="rect"/>
        </p:spPr>
        <p:txBody>
          <a:bodyPr anchor="ctr" anchorCtr="0" bIns="91425" lIns="91425" rIns="91425" spcFirstLastPara="1" tIns="91425" wrap="square">
            <a:noAutofit/>
          </a:bodyPr>
          <a:lstStyle>
            <a:lvl1pPr algn="ctr" lvl="0" rtl="0">
              <a:spcBef>
                <a:spcPts val="0"/>
              </a:spcBef>
              <a:spcAft>
                <a:spcPts val="0"/>
              </a:spcAft>
              <a:buSzPts val="3000"/>
              <a:buNone/>
              <a:defRPr sz="4500"/>
            </a:lvl1pPr>
            <a:lvl2pPr algn="ctr" lvl="1" rtl="0">
              <a:spcBef>
                <a:spcPts val="0"/>
              </a:spcBef>
              <a:spcAft>
                <a:spcPts val="0"/>
              </a:spcAft>
              <a:buSzPts val="3000"/>
              <a:buFont typeface="Neucha"/>
              <a:buNone/>
              <a:defRPr b="1" sz="3000">
                <a:latin typeface="Neucha"/>
                <a:ea typeface="Neucha"/>
                <a:cs typeface="Neucha"/>
                <a:sym typeface="Neucha"/>
              </a:defRPr>
            </a:lvl2pPr>
            <a:lvl3pPr algn="ctr" lvl="2" rtl="0">
              <a:spcBef>
                <a:spcPts val="0"/>
              </a:spcBef>
              <a:spcAft>
                <a:spcPts val="0"/>
              </a:spcAft>
              <a:buSzPts val="3000"/>
              <a:buFont typeface="Neucha"/>
              <a:buNone/>
              <a:defRPr b="1" sz="3000">
                <a:latin typeface="Neucha"/>
                <a:ea typeface="Neucha"/>
                <a:cs typeface="Neucha"/>
                <a:sym typeface="Neucha"/>
              </a:defRPr>
            </a:lvl3pPr>
            <a:lvl4pPr algn="ctr" lvl="3" rtl="0">
              <a:spcBef>
                <a:spcPts val="0"/>
              </a:spcBef>
              <a:spcAft>
                <a:spcPts val="0"/>
              </a:spcAft>
              <a:buSzPts val="3000"/>
              <a:buFont typeface="Neucha"/>
              <a:buNone/>
              <a:defRPr b="1" sz="3000">
                <a:latin typeface="Neucha"/>
                <a:ea typeface="Neucha"/>
                <a:cs typeface="Neucha"/>
                <a:sym typeface="Neucha"/>
              </a:defRPr>
            </a:lvl4pPr>
            <a:lvl5pPr algn="ctr" lvl="4" rtl="0">
              <a:spcBef>
                <a:spcPts val="0"/>
              </a:spcBef>
              <a:spcAft>
                <a:spcPts val="0"/>
              </a:spcAft>
              <a:buSzPts val="3000"/>
              <a:buFont typeface="Neucha"/>
              <a:buNone/>
              <a:defRPr b="1" sz="3000">
                <a:latin typeface="Neucha"/>
                <a:ea typeface="Neucha"/>
                <a:cs typeface="Neucha"/>
                <a:sym typeface="Neucha"/>
              </a:defRPr>
            </a:lvl5pPr>
            <a:lvl6pPr algn="ctr" lvl="5" rtl="0">
              <a:spcBef>
                <a:spcPts val="0"/>
              </a:spcBef>
              <a:spcAft>
                <a:spcPts val="0"/>
              </a:spcAft>
              <a:buSzPts val="3000"/>
              <a:buFont typeface="Neucha"/>
              <a:buNone/>
              <a:defRPr b="1" sz="3000">
                <a:latin typeface="Neucha"/>
                <a:ea typeface="Neucha"/>
                <a:cs typeface="Neucha"/>
                <a:sym typeface="Neucha"/>
              </a:defRPr>
            </a:lvl6pPr>
            <a:lvl7pPr algn="ctr" lvl="6" rtl="0">
              <a:spcBef>
                <a:spcPts val="0"/>
              </a:spcBef>
              <a:spcAft>
                <a:spcPts val="0"/>
              </a:spcAft>
              <a:buSzPts val="3000"/>
              <a:buFont typeface="Neucha"/>
              <a:buNone/>
              <a:defRPr b="1" sz="3000">
                <a:latin typeface="Neucha"/>
                <a:ea typeface="Neucha"/>
                <a:cs typeface="Neucha"/>
                <a:sym typeface="Neucha"/>
              </a:defRPr>
            </a:lvl7pPr>
            <a:lvl8pPr algn="ctr" lvl="7" rtl="0">
              <a:spcBef>
                <a:spcPts val="0"/>
              </a:spcBef>
              <a:spcAft>
                <a:spcPts val="0"/>
              </a:spcAft>
              <a:buSzPts val="3000"/>
              <a:buFont typeface="Neucha"/>
              <a:buNone/>
              <a:defRPr b="1" sz="3000">
                <a:latin typeface="Neucha"/>
                <a:ea typeface="Neucha"/>
                <a:cs typeface="Neucha"/>
                <a:sym typeface="Neucha"/>
              </a:defRPr>
            </a:lvl8pPr>
            <a:lvl9pPr algn="ctr" lvl="8" rtl="0">
              <a:spcBef>
                <a:spcPts val="0"/>
              </a:spcBef>
              <a:spcAft>
                <a:spcPts val="0"/>
              </a:spcAft>
              <a:buSzPts val="3000"/>
              <a:buFont typeface="Neucha"/>
              <a:buNone/>
              <a:defRPr b="1" sz="3000">
                <a:latin typeface="Neucha"/>
                <a:ea typeface="Neucha"/>
                <a:cs typeface="Neucha"/>
                <a:sym typeface="Neucha"/>
              </a:defRPr>
            </a:lvl9pPr>
          </a:lstStyle>
          <a:p>
            <a:r>
              <a:t>xx%</a:t>
            </a:r>
          </a:p>
        </p:txBody>
      </p:sp>
      <p:grpSp>
        <p:nvGrpSpPr>
          <p:cNvPr id="70" name="Google Shape;120;p3"/>
          <p:cNvGrpSpPr/>
          <p:nvPr/>
        </p:nvGrpSpPr>
        <p:grpSpPr>
          <a:xfrm>
            <a:off x="714013" y="3855263"/>
            <a:ext cx="985925" cy="744150"/>
            <a:chOff x="1666700" y="5967688"/>
            <a:chExt cx="985925" cy="744150"/>
          </a:xfrm>
        </p:grpSpPr>
        <p:sp>
          <p:nvSpPr>
            <p:cNvPr id="1049027" name="Google Shape;121;p3"/>
            <p:cNvSpPr/>
            <p:nvPr/>
          </p:nvSpPr>
          <p:spPr>
            <a:xfrm>
              <a:off x="1666700" y="5967688"/>
              <a:ext cx="985925" cy="744150"/>
            </a:xfrm>
            <a:custGeom>
              <a:avLst/>
              <a:ah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28" name="Google Shape;122;p3"/>
            <p:cNvSpPr/>
            <p:nvPr/>
          </p:nvSpPr>
          <p:spPr>
            <a:xfrm>
              <a:off x="1758650" y="6363863"/>
              <a:ext cx="130375" cy="130375"/>
            </a:xfrm>
            <a:custGeom>
              <a:avLst/>
              <a:ah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29" name="Google Shape;123;p3"/>
            <p:cNvSpPr/>
            <p:nvPr/>
          </p:nvSpPr>
          <p:spPr>
            <a:xfrm>
              <a:off x="1735750" y="6361013"/>
              <a:ext cx="148175" cy="131150"/>
            </a:xfrm>
            <a:custGeom>
              <a:avLst/>
              <a:ah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30" name="Google Shape;124;p3"/>
            <p:cNvSpPr/>
            <p:nvPr/>
          </p:nvSpPr>
          <p:spPr>
            <a:xfrm>
              <a:off x="1766400" y="6369163"/>
              <a:ext cx="117525" cy="122175"/>
            </a:xfrm>
            <a:custGeom>
              <a:avLst/>
              <a:ah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31" name="Google Shape;125;p3"/>
            <p:cNvSpPr/>
            <p:nvPr/>
          </p:nvSpPr>
          <p:spPr>
            <a:xfrm>
              <a:off x="1751075" y="6397163"/>
              <a:ext cx="119975" cy="66425"/>
            </a:xfrm>
            <a:custGeom>
              <a:avLst/>
              <a:ah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32" name="Google Shape;126;p3"/>
            <p:cNvSpPr/>
            <p:nvPr/>
          </p:nvSpPr>
          <p:spPr>
            <a:xfrm>
              <a:off x="1748425" y="6392063"/>
              <a:ext cx="120175" cy="69075"/>
            </a:xfrm>
            <a:custGeom>
              <a:avLst/>
              <a:ah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33" name="Google Shape;127;p3"/>
            <p:cNvSpPr/>
            <p:nvPr/>
          </p:nvSpPr>
          <p:spPr>
            <a:xfrm>
              <a:off x="1911900" y="6282113"/>
              <a:ext cx="130375" cy="130400"/>
            </a:xfrm>
            <a:custGeom>
              <a:avLst/>
              <a:ah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34" name="Google Shape;128;p3"/>
            <p:cNvSpPr/>
            <p:nvPr/>
          </p:nvSpPr>
          <p:spPr>
            <a:xfrm>
              <a:off x="1889000" y="6279288"/>
              <a:ext cx="148175" cy="129975"/>
            </a:xfrm>
            <a:custGeom>
              <a:avLst/>
              <a:ah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35" name="Google Shape;129;p3"/>
            <p:cNvSpPr/>
            <p:nvPr/>
          </p:nvSpPr>
          <p:spPr>
            <a:xfrm>
              <a:off x="1922125" y="6287438"/>
              <a:ext cx="115050" cy="122175"/>
            </a:xfrm>
            <a:custGeom>
              <a:avLst/>
              <a:ah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36" name="Google Shape;130;p3"/>
            <p:cNvSpPr/>
            <p:nvPr/>
          </p:nvSpPr>
          <p:spPr>
            <a:xfrm>
              <a:off x="1906800" y="6315438"/>
              <a:ext cx="117500" cy="66425"/>
            </a:xfrm>
            <a:custGeom>
              <a:avLst/>
              <a:ah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37" name="Google Shape;131;p3"/>
            <p:cNvSpPr/>
            <p:nvPr/>
          </p:nvSpPr>
          <p:spPr>
            <a:xfrm>
              <a:off x="1904325" y="6310313"/>
              <a:ext cx="119975" cy="69100"/>
            </a:xfrm>
            <a:custGeom>
              <a:avLst/>
              <a:ah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38" name="Google Shape;132;p3"/>
            <p:cNvSpPr/>
            <p:nvPr/>
          </p:nvSpPr>
          <p:spPr>
            <a:xfrm>
              <a:off x="2067800" y="6200388"/>
              <a:ext cx="130200" cy="130400"/>
            </a:xfrm>
            <a:custGeom>
              <a:avLst/>
              <a:ah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39" name="Google Shape;133;p3"/>
            <p:cNvSpPr/>
            <p:nvPr/>
          </p:nvSpPr>
          <p:spPr>
            <a:xfrm>
              <a:off x="2044725" y="6197563"/>
              <a:ext cx="148150" cy="129975"/>
            </a:xfrm>
            <a:custGeom>
              <a:avLst/>
              <a:ah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40" name="Google Shape;134;p3"/>
            <p:cNvSpPr/>
            <p:nvPr/>
          </p:nvSpPr>
          <p:spPr>
            <a:xfrm>
              <a:off x="2078025" y="6205713"/>
              <a:ext cx="114850" cy="122175"/>
            </a:xfrm>
            <a:custGeom>
              <a:avLst/>
              <a:ah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41" name="Google Shape;135;p3"/>
            <p:cNvSpPr/>
            <p:nvPr/>
          </p:nvSpPr>
          <p:spPr>
            <a:xfrm>
              <a:off x="2060050" y="6233688"/>
              <a:ext cx="120175" cy="66450"/>
            </a:xfrm>
            <a:custGeom>
              <a:avLst/>
              <a:ah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42" name="Google Shape;136;p3"/>
            <p:cNvSpPr/>
            <p:nvPr/>
          </p:nvSpPr>
          <p:spPr>
            <a:xfrm>
              <a:off x="2060050" y="6228588"/>
              <a:ext cx="117500" cy="69100"/>
            </a:xfrm>
            <a:custGeom>
              <a:avLst/>
              <a:ah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43" name="Google Shape;137;p3"/>
            <p:cNvSpPr/>
            <p:nvPr/>
          </p:nvSpPr>
          <p:spPr>
            <a:xfrm>
              <a:off x="2221050" y="6118663"/>
              <a:ext cx="130200" cy="130375"/>
            </a:xfrm>
            <a:custGeom>
              <a:avLst/>
              <a:ah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44" name="Google Shape;138;p3"/>
            <p:cNvSpPr/>
            <p:nvPr/>
          </p:nvSpPr>
          <p:spPr>
            <a:xfrm>
              <a:off x="2197975" y="6115813"/>
              <a:ext cx="150825" cy="129975"/>
            </a:xfrm>
            <a:custGeom>
              <a:avLst/>
              <a:ah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45" name="Google Shape;139;p3"/>
            <p:cNvSpPr/>
            <p:nvPr/>
          </p:nvSpPr>
          <p:spPr>
            <a:xfrm>
              <a:off x="2231275" y="6123963"/>
              <a:ext cx="117525" cy="122175"/>
            </a:xfrm>
            <a:custGeom>
              <a:avLst/>
              <a:ah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46" name="Google Shape;140;p3"/>
            <p:cNvSpPr/>
            <p:nvPr/>
          </p:nvSpPr>
          <p:spPr>
            <a:xfrm>
              <a:off x="2215950" y="6151963"/>
              <a:ext cx="117525" cy="66425"/>
            </a:xfrm>
            <a:custGeom>
              <a:avLst/>
              <a:ah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47" name="Google Shape;141;p3"/>
            <p:cNvSpPr/>
            <p:nvPr/>
          </p:nvSpPr>
          <p:spPr>
            <a:xfrm>
              <a:off x="2213300" y="6146863"/>
              <a:ext cx="120175" cy="69075"/>
            </a:xfrm>
            <a:custGeom>
              <a:avLst/>
              <a:ah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48" name="Google Shape;142;p3"/>
            <p:cNvSpPr/>
            <p:nvPr/>
          </p:nvSpPr>
          <p:spPr>
            <a:xfrm>
              <a:off x="2376750" y="6036913"/>
              <a:ext cx="130400" cy="130400"/>
            </a:xfrm>
            <a:custGeom>
              <a:avLst/>
              <a:ah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49" name="Google Shape;143;p3"/>
            <p:cNvSpPr/>
            <p:nvPr/>
          </p:nvSpPr>
          <p:spPr>
            <a:xfrm>
              <a:off x="2353875" y="6034013"/>
              <a:ext cx="148175" cy="130050"/>
            </a:xfrm>
            <a:custGeom>
              <a:avLst/>
              <a:ah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50" name="Google Shape;144;p3"/>
            <p:cNvSpPr/>
            <p:nvPr/>
          </p:nvSpPr>
          <p:spPr>
            <a:xfrm>
              <a:off x="2386975" y="6042238"/>
              <a:ext cx="115075" cy="122175"/>
            </a:xfrm>
            <a:custGeom>
              <a:avLst/>
              <a:ah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51" name="Google Shape;145;p3"/>
            <p:cNvSpPr/>
            <p:nvPr/>
          </p:nvSpPr>
          <p:spPr>
            <a:xfrm>
              <a:off x="2371650" y="6070238"/>
              <a:ext cx="117525" cy="66425"/>
            </a:xfrm>
            <a:custGeom>
              <a:avLst/>
              <a:ah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52" name="Google Shape;146;p3"/>
            <p:cNvSpPr/>
            <p:nvPr/>
          </p:nvSpPr>
          <p:spPr>
            <a:xfrm>
              <a:off x="2369200" y="6065113"/>
              <a:ext cx="117525" cy="69100"/>
            </a:xfrm>
            <a:custGeom>
              <a:avLst/>
              <a:ah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53" name="Google Shape;147;p3"/>
            <p:cNvSpPr/>
            <p:nvPr/>
          </p:nvSpPr>
          <p:spPr>
            <a:xfrm>
              <a:off x="1832825" y="6506888"/>
              <a:ext cx="130175" cy="130400"/>
            </a:xfrm>
            <a:custGeom>
              <a:avLst/>
              <a:ah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54" name="Google Shape;148;p3"/>
            <p:cNvSpPr/>
            <p:nvPr/>
          </p:nvSpPr>
          <p:spPr>
            <a:xfrm>
              <a:off x="1809725" y="6504063"/>
              <a:ext cx="148175" cy="129975"/>
            </a:xfrm>
            <a:custGeom>
              <a:avLst/>
              <a:ah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55" name="Google Shape;149;p3"/>
            <p:cNvSpPr/>
            <p:nvPr/>
          </p:nvSpPr>
          <p:spPr>
            <a:xfrm>
              <a:off x="1843025" y="6512213"/>
              <a:ext cx="114875" cy="122175"/>
            </a:xfrm>
            <a:custGeom>
              <a:avLst/>
              <a:ah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56" name="Google Shape;150;p3"/>
            <p:cNvSpPr/>
            <p:nvPr/>
          </p:nvSpPr>
          <p:spPr>
            <a:xfrm>
              <a:off x="1827700" y="6540188"/>
              <a:ext cx="117525" cy="66450"/>
            </a:xfrm>
            <a:custGeom>
              <a:avLst/>
              <a:ah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57" name="Google Shape;151;p3"/>
            <p:cNvSpPr/>
            <p:nvPr/>
          </p:nvSpPr>
          <p:spPr>
            <a:xfrm>
              <a:off x="1825050" y="6535088"/>
              <a:ext cx="120175" cy="69100"/>
            </a:xfrm>
            <a:custGeom>
              <a:avLst/>
              <a:ah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58" name="Google Shape;152;p3"/>
            <p:cNvSpPr/>
            <p:nvPr/>
          </p:nvSpPr>
          <p:spPr>
            <a:xfrm>
              <a:off x="1988525" y="6425163"/>
              <a:ext cx="130400" cy="130375"/>
            </a:xfrm>
            <a:custGeom>
              <a:avLst/>
              <a:ah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59" name="Google Shape;153;p3"/>
            <p:cNvSpPr/>
            <p:nvPr/>
          </p:nvSpPr>
          <p:spPr>
            <a:xfrm>
              <a:off x="1965625" y="6422313"/>
              <a:ext cx="148175" cy="129975"/>
            </a:xfrm>
            <a:custGeom>
              <a:avLst/>
              <a:ah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60" name="Google Shape;154;p3"/>
            <p:cNvSpPr/>
            <p:nvPr/>
          </p:nvSpPr>
          <p:spPr>
            <a:xfrm>
              <a:off x="1998750" y="6430463"/>
              <a:ext cx="115050" cy="122175"/>
            </a:xfrm>
            <a:custGeom>
              <a:avLst/>
              <a:ah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61" name="Google Shape;155;p3"/>
            <p:cNvSpPr/>
            <p:nvPr/>
          </p:nvSpPr>
          <p:spPr>
            <a:xfrm>
              <a:off x="1980950" y="6458463"/>
              <a:ext cx="119975" cy="66425"/>
            </a:xfrm>
            <a:custGeom>
              <a:avLst/>
              <a:ah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62" name="Google Shape;156;p3"/>
            <p:cNvSpPr/>
            <p:nvPr/>
          </p:nvSpPr>
          <p:spPr>
            <a:xfrm>
              <a:off x="1980950" y="6453363"/>
              <a:ext cx="117525" cy="69075"/>
            </a:xfrm>
            <a:custGeom>
              <a:avLst/>
              <a:ah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63" name="Google Shape;157;p3"/>
            <p:cNvSpPr/>
            <p:nvPr/>
          </p:nvSpPr>
          <p:spPr>
            <a:xfrm>
              <a:off x="2141775" y="6343413"/>
              <a:ext cx="130400" cy="130400"/>
            </a:xfrm>
            <a:custGeom>
              <a:avLst/>
              <a:ah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64" name="Google Shape;158;p3"/>
            <p:cNvSpPr/>
            <p:nvPr/>
          </p:nvSpPr>
          <p:spPr>
            <a:xfrm>
              <a:off x="2118900" y="6340513"/>
              <a:ext cx="150600" cy="130050"/>
            </a:xfrm>
            <a:custGeom>
              <a:avLst/>
              <a:ah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65" name="Google Shape;159;p3"/>
            <p:cNvSpPr/>
            <p:nvPr/>
          </p:nvSpPr>
          <p:spPr>
            <a:xfrm>
              <a:off x="2152000" y="6348738"/>
              <a:ext cx="117500" cy="122175"/>
            </a:xfrm>
            <a:custGeom>
              <a:avLst/>
              <a:ah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66" name="Google Shape;160;p3"/>
            <p:cNvSpPr/>
            <p:nvPr/>
          </p:nvSpPr>
          <p:spPr>
            <a:xfrm>
              <a:off x="2136675" y="6376738"/>
              <a:ext cx="117500" cy="66425"/>
            </a:xfrm>
            <a:custGeom>
              <a:avLst/>
              <a:ah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67" name="Google Shape;161;p3"/>
            <p:cNvSpPr/>
            <p:nvPr/>
          </p:nvSpPr>
          <p:spPr>
            <a:xfrm>
              <a:off x="2134225" y="6371613"/>
              <a:ext cx="119950" cy="66450"/>
            </a:xfrm>
            <a:custGeom>
              <a:avLst/>
              <a:ah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68" name="Google Shape;162;p3"/>
            <p:cNvSpPr/>
            <p:nvPr/>
          </p:nvSpPr>
          <p:spPr>
            <a:xfrm>
              <a:off x="2297675" y="6261688"/>
              <a:ext cx="130200" cy="130400"/>
            </a:xfrm>
            <a:custGeom>
              <a:avLst/>
              <a:ah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69" name="Google Shape;163;p3"/>
            <p:cNvSpPr/>
            <p:nvPr/>
          </p:nvSpPr>
          <p:spPr>
            <a:xfrm>
              <a:off x="2274600" y="6258788"/>
              <a:ext cx="148150" cy="129600"/>
            </a:xfrm>
            <a:custGeom>
              <a:avLst/>
              <a:ah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70" name="Google Shape;164;p3"/>
            <p:cNvSpPr/>
            <p:nvPr/>
          </p:nvSpPr>
          <p:spPr>
            <a:xfrm>
              <a:off x="2307900" y="6267013"/>
              <a:ext cx="114850" cy="122175"/>
            </a:xfrm>
            <a:custGeom>
              <a:avLst/>
              <a:ah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71" name="Google Shape;165;p3"/>
            <p:cNvSpPr/>
            <p:nvPr/>
          </p:nvSpPr>
          <p:spPr>
            <a:xfrm>
              <a:off x="2292575" y="6292538"/>
              <a:ext cx="117525" cy="68900"/>
            </a:xfrm>
            <a:custGeom>
              <a:avLst/>
              <a:ah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72" name="Google Shape;166;p3"/>
            <p:cNvSpPr/>
            <p:nvPr/>
          </p:nvSpPr>
          <p:spPr>
            <a:xfrm>
              <a:off x="2289925" y="6289888"/>
              <a:ext cx="117500" cy="66425"/>
            </a:xfrm>
            <a:custGeom>
              <a:avLst/>
              <a:ah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73" name="Google Shape;167;p3"/>
            <p:cNvSpPr/>
            <p:nvPr/>
          </p:nvSpPr>
          <p:spPr>
            <a:xfrm>
              <a:off x="2453375" y="6179963"/>
              <a:ext cx="130400" cy="130375"/>
            </a:xfrm>
            <a:custGeom>
              <a:avLst/>
              <a:ah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74" name="Google Shape;168;p3"/>
            <p:cNvSpPr/>
            <p:nvPr/>
          </p:nvSpPr>
          <p:spPr>
            <a:xfrm>
              <a:off x="2430500" y="6177038"/>
              <a:ext cx="148175" cy="129600"/>
            </a:xfrm>
            <a:custGeom>
              <a:avLst/>
              <a:ah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75" name="Google Shape;169;p3"/>
            <p:cNvSpPr/>
            <p:nvPr/>
          </p:nvSpPr>
          <p:spPr>
            <a:xfrm>
              <a:off x="2461150" y="6182613"/>
              <a:ext cx="117525" cy="124825"/>
            </a:xfrm>
            <a:custGeom>
              <a:avLst/>
              <a:ah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76" name="Google Shape;170;p3"/>
            <p:cNvSpPr/>
            <p:nvPr/>
          </p:nvSpPr>
          <p:spPr>
            <a:xfrm>
              <a:off x="2445825" y="6210813"/>
              <a:ext cx="119975" cy="68875"/>
            </a:xfrm>
            <a:custGeom>
              <a:avLst/>
              <a:ah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77" name="Google Shape;171;p3"/>
            <p:cNvSpPr/>
            <p:nvPr/>
          </p:nvSpPr>
          <p:spPr>
            <a:xfrm>
              <a:off x="2443175" y="6208163"/>
              <a:ext cx="120175" cy="66425"/>
            </a:xfrm>
            <a:custGeom>
              <a:avLst/>
              <a:ah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nvGrpSpPr>
          <p:cNvPr id="71" name="Google Shape;172;p3"/>
          <p:cNvGrpSpPr/>
          <p:nvPr/>
        </p:nvGrpSpPr>
        <p:grpSpPr>
          <a:xfrm>
            <a:off x="580675" y="3130200"/>
            <a:ext cx="531275" cy="821125"/>
            <a:chOff x="238125" y="3188925"/>
            <a:chExt cx="531275" cy="821125"/>
          </a:xfrm>
        </p:grpSpPr>
        <p:sp>
          <p:nvSpPr>
            <p:cNvPr id="1049078" name="Google Shape;173;p3"/>
            <p:cNvSpPr/>
            <p:nvPr/>
          </p:nvSpPr>
          <p:spPr>
            <a:xfrm>
              <a:off x="281625" y="3275750"/>
              <a:ext cx="487775" cy="734300"/>
            </a:xfrm>
            <a:custGeom>
              <a:avLst/>
              <a:ahLst/>
              <a:rect l="l" t="t" r="r" b="b"/>
              <a:pathLst>
                <a:path w="19511" h="29372" extrusionOk="0">
                  <a:moveTo>
                    <a:pt x="11950" y="1"/>
                  </a:moveTo>
                  <a:lnTo>
                    <a:pt x="1" y="3475"/>
                  </a:lnTo>
                  <a:lnTo>
                    <a:pt x="7357" y="28403"/>
                  </a:lnTo>
                  <a:cubicBezTo>
                    <a:pt x="7526" y="28991"/>
                    <a:pt x="8040" y="29371"/>
                    <a:pt x="8619" y="29371"/>
                  </a:cubicBezTo>
                  <a:cubicBezTo>
                    <a:pt x="8741" y="29371"/>
                    <a:pt x="8866" y="29354"/>
                    <a:pt x="8992" y="29319"/>
                  </a:cubicBezTo>
                  <a:lnTo>
                    <a:pt x="18391" y="26564"/>
                  </a:lnTo>
                  <a:cubicBezTo>
                    <a:pt x="19102" y="26360"/>
                    <a:pt x="19511" y="25641"/>
                    <a:pt x="19306" y="24930"/>
                  </a:cubicBezTo>
                  <a:lnTo>
                    <a:pt x="11950" y="1"/>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79" name="Google Shape;174;p3"/>
            <p:cNvSpPr/>
            <p:nvPr/>
          </p:nvSpPr>
          <p:spPr>
            <a:xfrm>
              <a:off x="324950" y="3418800"/>
              <a:ext cx="365375" cy="316750"/>
            </a:xfrm>
            <a:custGeom>
              <a:avLst/>
              <a:ahLst/>
              <a:rect l="l" t="t" r="r" b="b"/>
              <a:pathLst>
                <a:path w="14615" h="12670" extrusionOk="0">
                  <a:moveTo>
                    <a:pt x="11852" y="0"/>
                  </a:moveTo>
                  <a:lnTo>
                    <a:pt x="1" y="3474"/>
                  </a:lnTo>
                  <a:lnTo>
                    <a:pt x="2657" y="12669"/>
                  </a:lnTo>
                  <a:lnTo>
                    <a:pt x="14615" y="9195"/>
                  </a:lnTo>
                  <a:lnTo>
                    <a:pt x="11852" y="0"/>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80" name="Google Shape;175;p3"/>
            <p:cNvSpPr/>
            <p:nvPr/>
          </p:nvSpPr>
          <p:spPr>
            <a:xfrm>
              <a:off x="238125" y="3188925"/>
              <a:ext cx="360250" cy="178800"/>
            </a:xfrm>
            <a:custGeom>
              <a:avLst/>
              <a:ahLst/>
              <a:rect l="l" t="t" r="r" b="b"/>
              <a:pathLst>
                <a:path w="14410" h="7152" extrusionOk="0">
                  <a:moveTo>
                    <a:pt x="13486" y="0"/>
                  </a:moveTo>
                  <a:lnTo>
                    <a:pt x="0" y="3981"/>
                  </a:lnTo>
                  <a:lnTo>
                    <a:pt x="1022" y="7152"/>
                  </a:lnTo>
                  <a:lnTo>
                    <a:pt x="14410" y="3270"/>
                  </a:lnTo>
                  <a:lnTo>
                    <a:pt x="13486" y="0"/>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81" name="Google Shape;176;p3"/>
            <p:cNvSpPr/>
            <p:nvPr/>
          </p:nvSpPr>
          <p:spPr>
            <a:xfrm>
              <a:off x="250975" y="3280875"/>
              <a:ext cx="38250" cy="84200"/>
            </a:xfrm>
            <a:custGeom>
              <a:avLst/>
              <a:ah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82" name="Google Shape;177;p3"/>
            <p:cNvSpPr/>
            <p:nvPr/>
          </p:nvSpPr>
          <p:spPr>
            <a:xfrm>
              <a:off x="281625" y="3273100"/>
              <a:ext cx="35800" cy="84425"/>
            </a:xfrm>
            <a:custGeom>
              <a:avLst/>
              <a:ahLst/>
              <a:rect l="l" t="t" r="r" b="b"/>
              <a:pathLst>
                <a:path w="1432" h="3377" extrusionOk="0">
                  <a:moveTo>
                    <a:pt x="508" y="1"/>
                  </a:moveTo>
                  <a:lnTo>
                    <a:pt x="1" y="107"/>
                  </a:lnTo>
                  <a:lnTo>
                    <a:pt x="916" y="3376"/>
                  </a:lnTo>
                  <a:lnTo>
                    <a:pt x="1431" y="3172"/>
                  </a:lnTo>
                  <a:lnTo>
                    <a:pt x="508"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83" name="Google Shape;178;p3"/>
            <p:cNvSpPr/>
            <p:nvPr/>
          </p:nvSpPr>
          <p:spPr>
            <a:xfrm>
              <a:off x="309625" y="3262875"/>
              <a:ext cx="38450" cy="84425"/>
            </a:xfrm>
            <a:custGeom>
              <a:avLst/>
              <a:ahLst/>
              <a:rect l="l" t="t" r="r" b="b"/>
              <a:pathLst>
                <a:path w="1538" h="3377" extrusionOk="0">
                  <a:moveTo>
                    <a:pt x="614" y="1"/>
                  </a:moveTo>
                  <a:lnTo>
                    <a:pt x="1" y="205"/>
                  </a:lnTo>
                  <a:lnTo>
                    <a:pt x="1022" y="3377"/>
                  </a:lnTo>
                  <a:lnTo>
                    <a:pt x="1537" y="3270"/>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84" name="Google Shape;179;p3"/>
            <p:cNvSpPr/>
            <p:nvPr/>
          </p:nvSpPr>
          <p:spPr>
            <a:xfrm>
              <a:off x="340275" y="3255325"/>
              <a:ext cx="38450" cy="84200"/>
            </a:xfrm>
            <a:custGeom>
              <a:avLst/>
              <a:ahLst/>
              <a:rect l="l" t="t" r="r" b="b"/>
              <a:pathLst>
                <a:path w="1538" h="3368" extrusionOk="0">
                  <a:moveTo>
                    <a:pt x="614" y="1"/>
                  </a:moveTo>
                  <a:lnTo>
                    <a:pt x="1" y="205"/>
                  </a:lnTo>
                  <a:lnTo>
                    <a:pt x="924" y="3368"/>
                  </a:lnTo>
                  <a:lnTo>
                    <a:pt x="1537" y="3164"/>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85" name="Google Shape;180;p3"/>
            <p:cNvSpPr/>
            <p:nvPr/>
          </p:nvSpPr>
          <p:spPr>
            <a:xfrm>
              <a:off x="370925" y="3245100"/>
              <a:ext cx="38450" cy="84225"/>
            </a:xfrm>
            <a:custGeom>
              <a:avLst/>
              <a:ahLst/>
              <a:rect l="l" t="t" r="r" b="b"/>
              <a:pathLst>
                <a:path w="1538" h="3369" extrusionOk="0">
                  <a:moveTo>
                    <a:pt x="516" y="1"/>
                  </a:moveTo>
                  <a:lnTo>
                    <a:pt x="1" y="205"/>
                  </a:lnTo>
                  <a:lnTo>
                    <a:pt x="924" y="3368"/>
                  </a:lnTo>
                  <a:lnTo>
                    <a:pt x="1537" y="3270"/>
                  </a:lnTo>
                  <a:lnTo>
                    <a:pt x="516"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86" name="Google Shape;181;p3"/>
            <p:cNvSpPr/>
            <p:nvPr/>
          </p:nvSpPr>
          <p:spPr>
            <a:xfrm>
              <a:off x="401575" y="3237350"/>
              <a:ext cx="35800" cy="84400"/>
            </a:xfrm>
            <a:custGeom>
              <a:avLst/>
              <a:ahLst/>
              <a:rect l="l" t="t" r="r" b="b"/>
              <a:pathLst>
                <a:path w="1432" h="3376" extrusionOk="0">
                  <a:moveTo>
                    <a:pt x="516" y="0"/>
                  </a:moveTo>
                  <a:lnTo>
                    <a:pt x="1" y="205"/>
                  </a:lnTo>
                  <a:lnTo>
                    <a:pt x="924" y="3376"/>
                  </a:lnTo>
                  <a:lnTo>
                    <a:pt x="1431" y="3172"/>
                  </a:lnTo>
                  <a:lnTo>
                    <a:pt x="516"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87" name="Google Shape;182;p3"/>
            <p:cNvSpPr/>
            <p:nvPr/>
          </p:nvSpPr>
          <p:spPr>
            <a:xfrm>
              <a:off x="429775" y="3229775"/>
              <a:ext cx="38250" cy="81775"/>
            </a:xfrm>
            <a:custGeom>
              <a:avLst/>
              <a:ahLst/>
              <a:rect l="l" t="t" r="r" b="b"/>
              <a:pathLst>
                <a:path w="1530" h="3271" extrusionOk="0">
                  <a:moveTo>
                    <a:pt x="614" y="1"/>
                  </a:moveTo>
                  <a:lnTo>
                    <a:pt x="1" y="99"/>
                  </a:lnTo>
                  <a:lnTo>
                    <a:pt x="916" y="3270"/>
                  </a:lnTo>
                  <a:lnTo>
                    <a:pt x="1529" y="3164"/>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88" name="Google Shape;183;p3"/>
            <p:cNvSpPr/>
            <p:nvPr/>
          </p:nvSpPr>
          <p:spPr>
            <a:xfrm>
              <a:off x="460425" y="3219575"/>
              <a:ext cx="38250" cy="84200"/>
            </a:xfrm>
            <a:custGeom>
              <a:avLst/>
              <a:ah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89" name="Google Shape;184;p3"/>
            <p:cNvSpPr/>
            <p:nvPr/>
          </p:nvSpPr>
          <p:spPr>
            <a:xfrm>
              <a:off x="491075" y="3211800"/>
              <a:ext cx="35800" cy="84425"/>
            </a:xfrm>
            <a:custGeom>
              <a:avLst/>
              <a:ahLst/>
              <a:rect l="l" t="t" r="r" b="b"/>
              <a:pathLst>
                <a:path w="1432" h="3377" extrusionOk="0">
                  <a:moveTo>
                    <a:pt x="507" y="1"/>
                  </a:moveTo>
                  <a:lnTo>
                    <a:pt x="1" y="107"/>
                  </a:lnTo>
                  <a:lnTo>
                    <a:pt x="916" y="3376"/>
                  </a:lnTo>
                  <a:lnTo>
                    <a:pt x="1431" y="3172"/>
                  </a:lnTo>
                  <a:lnTo>
                    <a:pt x="507"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90" name="Google Shape;185;p3"/>
            <p:cNvSpPr/>
            <p:nvPr/>
          </p:nvSpPr>
          <p:spPr>
            <a:xfrm>
              <a:off x="519075" y="3201575"/>
              <a:ext cx="38450" cy="84425"/>
            </a:xfrm>
            <a:custGeom>
              <a:avLst/>
              <a:ahLst/>
              <a:rect l="l" t="t" r="r" b="b"/>
              <a:pathLst>
                <a:path w="1538" h="3377" extrusionOk="0">
                  <a:moveTo>
                    <a:pt x="613" y="1"/>
                  </a:moveTo>
                  <a:lnTo>
                    <a:pt x="0" y="205"/>
                  </a:lnTo>
                  <a:lnTo>
                    <a:pt x="1022" y="3377"/>
                  </a:lnTo>
                  <a:lnTo>
                    <a:pt x="1537" y="3270"/>
                  </a:lnTo>
                  <a:lnTo>
                    <a:pt x="613"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91" name="Google Shape;186;p3"/>
            <p:cNvSpPr/>
            <p:nvPr/>
          </p:nvSpPr>
          <p:spPr>
            <a:xfrm>
              <a:off x="549725" y="3194025"/>
              <a:ext cx="38450" cy="84200"/>
            </a:xfrm>
            <a:custGeom>
              <a:avLst/>
              <a:ahLst/>
              <a:rect l="l" t="t" r="r" b="b"/>
              <a:pathLst>
                <a:path w="1538" h="3368" extrusionOk="0">
                  <a:moveTo>
                    <a:pt x="613" y="1"/>
                  </a:moveTo>
                  <a:lnTo>
                    <a:pt x="0" y="99"/>
                  </a:lnTo>
                  <a:lnTo>
                    <a:pt x="924" y="3368"/>
                  </a:lnTo>
                  <a:lnTo>
                    <a:pt x="1537" y="3164"/>
                  </a:lnTo>
                  <a:lnTo>
                    <a:pt x="613"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92" name="Google Shape;187;p3"/>
            <p:cNvSpPr/>
            <p:nvPr/>
          </p:nvSpPr>
          <p:spPr>
            <a:xfrm>
              <a:off x="281625" y="3275750"/>
              <a:ext cx="309000" cy="122625"/>
            </a:xfrm>
            <a:custGeom>
              <a:avLst/>
              <a:ahLst/>
              <a:rect l="l" t="t" r="r" b="b"/>
              <a:pathLst>
                <a:path w="12360" h="4905" extrusionOk="0">
                  <a:moveTo>
                    <a:pt x="11950" y="1"/>
                  </a:moveTo>
                  <a:lnTo>
                    <a:pt x="1" y="3475"/>
                  </a:lnTo>
                  <a:lnTo>
                    <a:pt x="410" y="4905"/>
                  </a:lnTo>
                  <a:lnTo>
                    <a:pt x="12359" y="1325"/>
                  </a:lnTo>
                  <a:lnTo>
                    <a:pt x="11950" y="1"/>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93" name="Google Shape;188;p3"/>
            <p:cNvSpPr/>
            <p:nvPr/>
          </p:nvSpPr>
          <p:spPr>
            <a:xfrm>
              <a:off x="557500" y="3574500"/>
              <a:ext cx="86850" cy="38425"/>
            </a:xfrm>
            <a:custGeom>
              <a:avLst/>
              <a:ahLst/>
              <a:rect l="l" t="t" r="r" b="b"/>
              <a:pathLst>
                <a:path w="3474" h="1537" extrusionOk="0">
                  <a:moveTo>
                    <a:pt x="3367" y="0"/>
                  </a:moveTo>
                  <a:lnTo>
                    <a:pt x="0" y="1022"/>
                  </a:lnTo>
                  <a:lnTo>
                    <a:pt x="204" y="1537"/>
                  </a:lnTo>
                  <a:lnTo>
                    <a:pt x="3474" y="613"/>
                  </a:lnTo>
                  <a:lnTo>
                    <a:pt x="3367"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94" name="Google Shape;189;p3"/>
            <p:cNvSpPr/>
            <p:nvPr/>
          </p:nvSpPr>
          <p:spPr>
            <a:xfrm>
              <a:off x="549725" y="3546500"/>
              <a:ext cx="86875" cy="38250"/>
            </a:xfrm>
            <a:custGeom>
              <a:avLst/>
              <a:ahLst/>
              <a:rect l="l" t="t" r="r" b="b"/>
              <a:pathLst>
                <a:path w="3475" h="1530" extrusionOk="0">
                  <a:moveTo>
                    <a:pt x="3270" y="1"/>
                  </a:moveTo>
                  <a:lnTo>
                    <a:pt x="0" y="1022"/>
                  </a:lnTo>
                  <a:lnTo>
                    <a:pt x="205" y="1529"/>
                  </a:lnTo>
                  <a:lnTo>
                    <a:pt x="3474" y="614"/>
                  </a:lnTo>
                  <a:lnTo>
                    <a:pt x="3270"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95" name="Google Shape;190;p3"/>
            <p:cNvSpPr/>
            <p:nvPr/>
          </p:nvSpPr>
          <p:spPr>
            <a:xfrm>
              <a:off x="542175" y="3518300"/>
              <a:ext cx="86850" cy="38450"/>
            </a:xfrm>
            <a:custGeom>
              <a:avLst/>
              <a:ahLst/>
              <a:rect l="l" t="t" r="r" b="b"/>
              <a:pathLst>
                <a:path w="3474" h="1538" extrusionOk="0">
                  <a:moveTo>
                    <a:pt x="3269" y="1"/>
                  </a:moveTo>
                  <a:lnTo>
                    <a:pt x="0" y="1022"/>
                  </a:lnTo>
                  <a:lnTo>
                    <a:pt x="98" y="1537"/>
                  </a:lnTo>
                  <a:lnTo>
                    <a:pt x="3474" y="614"/>
                  </a:lnTo>
                  <a:lnTo>
                    <a:pt x="3269"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96" name="Google Shape;191;p3"/>
            <p:cNvSpPr/>
            <p:nvPr/>
          </p:nvSpPr>
          <p:spPr>
            <a:xfrm>
              <a:off x="360725" y="3514550"/>
              <a:ext cx="84400" cy="75050"/>
            </a:xfrm>
            <a:custGeom>
              <a:avLst/>
              <a:ahLst/>
              <a:rect l="l" t="t" r="r" b="b"/>
              <a:pathLst>
                <a:path w="3376" h="3002" extrusionOk="0">
                  <a:moveTo>
                    <a:pt x="1712" y="1"/>
                  </a:moveTo>
                  <a:cubicBezTo>
                    <a:pt x="1583" y="1"/>
                    <a:pt x="1454" y="18"/>
                    <a:pt x="1332" y="53"/>
                  </a:cubicBezTo>
                  <a:cubicBezTo>
                    <a:pt x="515" y="355"/>
                    <a:pt x="0" y="1172"/>
                    <a:pt x="311" y="1892"/>
                  </a:cubicBezTo>
                  <a:cubicBezTo>
                    <a:pt x="474" y="2546"/>
                    <a:pt x="1031" y="3002"/>
                    <a:pt x="1666" y="3002"/>
                  </a:cubicBezTo>
                  <a:cubicBezTo>
                    <a:pt x="1824" y="3002"/>
                    <a:pt x="1987" y="2974"/>
                    <a:pt x="2150" y="2913"/>
                  </a:cubicBezTo>
                  <a:cubicBezTo>
                    <a:pt x="2967" y="2709"/>
                    <a:pt x="3376" y="1892"/>
                    <a:pt x="3171" y="1074"/>
                  </a:cubicBezTo>
                  <a:cubicBezTo>
                    <a:pt x="3002" y="397"/>
                    <a:pt x="2339" y="1"/>
                    <a:pt x="1712"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97" name="Google Shape;192;p3"/>
            <p:cNvSpPr/>
            <p:nvPr/>
          </p:nvSpPr>
          <p:spPr>
            <a:xfrm>
              <a:off x="450200" y="3847900"/>
              <a:ext cx="319200" cy="162150"/>
            </a:xfrm>
            <a:custGeom>
              <a:avLst/>
              <a:ahLst/>
              <a:rect l="l" t="t" r="r" b="b"/>
              <a:pathLst>
                <a:path w="12768" h="6486" extrusionOk="0">
                  <a:moveTo>
                    <a:pt x="1" y="3572"/>
                  </a:moveTo>
                  <a:lnTo>
                    <a:pt x="1" y="3572"/>
                  </a:lnTo>
                  <a:cubicBezTo>
                    <a:pt x="9" y="3599"/>
                    <a:pt x="17" y="3625"/>
                    <a:pt x="26" y="3651"/>
                  </a:cubicBezTo>
                  <a:lnTo>
                    <a:pt x="26" y="3651"/>
                  </a:lnTo>
                  <a:lnTo>
                    <a:pt x="1" y="3572"/>
                  </a:lnTo>
                  <a:close/>
                  <a:moveTo>
                    <a:pt x="11950" y="0"/>
                  </a:moveTo>
                  <a:cubicBezTo>
                    <a:pt x="12155" y="711"/>
                    <a:pt x="11746" y="1431"/>
                    <a:pt x="11035" y="1635"/>
                  </a:cubicBezTo>
                  <a:lnTo>
                    <a:pt x="1636" y="4496"/>
                  </a:lnTo>
                  <a:cubicBezTo>
                    <a:pt x="1510" y="4531"/>
                    <a:pt x="1385" y="4548"/>
                    <a:pt x="1263" y="4548"/>
                  </a:cubicBezTo>
                  <a:cubicBezTo>
                    <a:pt x="710" y="4548"/>
                    <a:pt x="216" y="4200"/>
                    <a:pt x="26" y="3651"/>
                  </a:cubicBezTo>
                  <a:lnTo>
                    <a:pt x="26" y="3651"/>
                  </a:lnTo>
                  <a:lnTo>
                    <a:pt x="614" y="5517"/>
                  </a:lnTo>
                  <a:cubicBezTo>
                    <a:pt x="783" y="6105"/>
                    <a:pt x="1297" y="6485"/>
                    <a:pt x="1876" y="6485"/>
                  </a:cubicBezTo>
                  <a:cubicBezTo>
                    <a:pt x="1998" y="6485"/>
                    <a:pt x="2123" y="6468"/>
                    <a:pt x="2249" y="6433"/>
                  </a:cubicBezTo>
                  <a:lnTo>
                    <a:pt x="11648" y="3678"/>
                  </a:lnTo>
                  <a:cubicBezTo>
                    <a:pt x="12359" y="3474"/>
                    <a:pt x="12768" y="2755"/>
                    <a:pt x="12563" y="2044"/>
                  </a:cubicBezTo>
                  <a:lnTo>
                    <a:pt x="11950"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nvGrpSpPr>
          <p:cNvPr id="72" name="Google Shape;193;p3"/>
          <p:cNvGrpSpPr/>
          <p:nvPr/>
        </p:nvGrpSpPr>
        <p:grpSpPr>
          <a:xfrm>
            <a:off x="7950550" y="4029050"/>
            <a:ext cx="480225" cy="615300"/>
            <a:chOff x="912850" y="4743425"/>
            <a:chExt cx="480225" cy="615300"/>
          </a:xfrm>
        </p:grpSpPr>
        <p:sp>
          <p:nvSpPr>
            <p:cNvPr id="1049098" name="Google Shape;194;p3"/>
            <p:cNvSpPr/>
            <p:nvPr/>
          </p:nvSpPr>
          <p:spPr>
            <a:xfrm>
              <a:off x="912850" y="4825175"/>
              <a:ext cx="480225" cy="533550"/>
            </a:xfrm>
            <a:custGeom>
              <a:avLst/>
              <a:ah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99" name="Google Shape;195;p3"/>
            <p:cNvSpPr/>
            <p:nvPr/>
          </p:nvSpPr>
          <p:spPr>
            <a:xfrm>
              <a:off x="1055900" y="4825175"/>
              <a:ext cx="291200" cy="71525"/>
            </a:xfrm>
            <a:custGeom>
              <a:avLst/>
              <a:ah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00" name="Google Shape;196;p3"/>
            <p:cNvSpPr/>
            <p:nvPr/>
          </p:nvSpPr>
          <p:spPr>
            <a:xfrm>
              <a:off x="1038125" y="4743425"/>
              <a:ext cx="344725" cy="143075"/>
            </a:xfrm>
            <a:custGeom>
              <a:avLst/>
              <a:ah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01" name="Google Shape;197;p3"/>
            <p:cNvSpPr/>
            <p:nvPr/>
          </p:nvSpPr>
          <p:spPr>
            <a:xfrm>
              <a:off x="1050775" y="4745900"/>
              <a:ext cx="28225" cy="79300"/>
            </a:xfrm>
            <a:custGeom>
              <a:avLst/>
              <a:ah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02" name="Google Shape;198;p3"/>
            <p:cNvSpPr/>
            <p:nvPr/>
          </p:nvSpPr>
          <p:spPr>
            <a:xfrm>
              <a:off x="1078975" y="4751000"/>
              <a:ext cx="30675" cy="81750"/>
            </a:xfrm>
            <a:custGeom>
              <a:avLst/>
              <a:ah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03" name="Google Shape;199;p3"/>
            <p:cNvSpPr/>
            <p:nvPr/>
          </p:nvSpPr>
          <p:spPr>
            <a:xfrm>
              <a:off x="1109625" y="4756100"/>
              <a:ext cx="28025" cy="81775"/>
            </a:xfrm>
            <a:custGeom>
              <a:avLst/>
              <a:ah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04" name="Google Shape;200;p3"/>
            <p:cNvSpPr/>
            <p:nvPr/>
          </p:nvSpPr>
          <p:spPr>
            <a:xfrm>
              <a:off x="1137625" y="4763875"/>
              <a:ext cx="30675" cy="79100"/>
            </a:xfrm>
            <a:custGeom>
              <a:avLst/>
              <a:ah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05" name="Google Shape;201;p3"/>
            <p:cNvSpPr/>
            <p:nvPr/>
          </p:nvSpPr>
          <p:spPr>
            <a:xfrm>
              <a:off x="1165825" y="4768975"/>
              <a:ext cx="30675" cy="79100"/>
            </a:xfrm>
            <a:custGeom>
              <a:avLst/>
              <a:ah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06" name="Google Shape;202;p3"/>
            <p:cNvSpPr/>
            <p:nvPr/>
          </p:nvSpPr>
          <p:spPr>
            <a:xfrm>
              <a:off x="1196475" y="4774075"/>
              <a:ext cx="28025" cy="81775"/>
            </a:xfrm>
            <a:custGeom>
              <a:avLst/>
              <a:ah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07" name="Google Shape;203;p3"/>
            <p:cNvSpPr/>
            <p:nvPr/>
          </p:nvSpPr>
          <p:spPr>
            <a:xfrm>
              <a:off x="1224475" y="4779200"/>
              <a:ext cx="30675" cy="81750"/>
            </a:xfrm>
            <a:custGeom>
              <a:avLst/>
              <a:ah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08" name="Google Shape;204;p3"/>
            <p:cNvSpPr/>
            <p:nvPr/>
          </p:nvSpPr>
          <p:spPr>
            <a:xfrm>
              <a:off x="1255125" y="4786750"/>
              <a:ext cx="28225" cy="79300"/>
            </a:xfrm>
            <a:custGeom>
              <a:avLst/>
              <a:ah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09" name="Google Shape;205;p3"/>
            <p:cNvSpPr/>
            <p:nvPr/>
          </p:nvSpPr>
          <p:spPr>
            <a:xfrm>
              <a:off x="1283325" y="4791875"/>
              <a:ext cx="30675" cy="81750"/>
            </a:xfrm>
            <a:custGeom>
              <a:avLst/>
              <a:ah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10" name="Google Shape;206;p3"/>
            <p:cNvSpPr/>
            <p:nvPr/>
          </p:nvSpPr>
          <p:spPr>
            <a:xfrm>
              <a:off x="1313975" y="4796975"/>
              <a:ext cx="28000" cy="81750"/>
            </a:xfrm>
            <a:custGeom>
              <a:avLst/>
              <a:ah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11" name="Google Shape;207;p3"/>
            <p:cNvSpPr/>
            <p:nvPr/>
          </p:nvSpPr>
          <p:spPr>
            <a:xfrm>
              <a:off x="1341950" y="4804725"/>
              <a:ext cx="30675" cy="79125"/>
            </a:xfrm>
            <a:custGeom>
              <a:avLst/>
              <a:ah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12" name="Google Shape;208;p3"/>
            <p:cNvSpPr/>
            <p:nvPr/>
          </p:nvSpPr>
          <p:spPr>
            <a:xfrm>
              <a:off x="935950" y="4963100"/>
              <a:ext cx="441800" cy="260550"/>
            </a:xfrm>
            <a:custGeom>
              <a:avLst/>
              <a:ah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13" name="Google Shape;209;p3"/>
            <p:cNvSpPr/>
            <p:nvPr/>
          </p:nvSpPr>
          <p:spPr>
            <a:xfrm>
              <a:off x="912850" y="5169875"/>
              <a:ext cx="424025" cy="188850"/>
            </a:xfrm>
            <a:custGeom>
              <a:avLst/>
              <a:ah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14" name="Google Shape;210;p3"/>
            <p:cNvSpPr/>
            <p:nvPr/>
          </p:nvSpPr>
          <p:spPr>
            <a:xfrm>
              <a:off x="963950" y="4963100"/>
              <a:ext cx="413800" cy="112400"/>
            </a:xfrm>
            <a:custGeom>
              <a:avLst/>
              <a:ah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15" name="Google Shape;211;p3"/>
            <p:cNvSpPr/>
            <p:nvPr/>
          </p:nvSpPr>
          <p:spPr>
            <a:xfrm>
              <a:off x="984375" y="5034625"/>
              <a:ext cx="94625" cy="94425"/>
            </a:xfrm>
            <a:custGeom>
              <a:avLst/>
              <a:ah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16" name="Google Shape;212;p3"/>
            <p:cNvSpPr/>
            <p:nvPr/>
          </p:nvSpPr>
          <p:spPr>
            <a:xfrm>
              <a:off x="1178500" y="5075475"/>
              <a:ext cx="145700" cy="43350"/>
            </a:xfrm>
            <a:custGeom>
              <a:avLst/>
              <a:ah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17" name="Google Shape;213;p3"/>
            <p:cNvSpPr/>
            <p:nvPr/>
          </p:nvSpPr>
          <p:spPr>
            <a:xfrm>
              <a:off x="1170925" y="5113700"/>
              <a:ext cx="145525" cy="43550"/>
            </a:xfrm>
            <a:custGeom>
              <a:avLst/>
              <a:ah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nvGrpSpPr>
          <p:cNvPr id="73" name="Google Shape;214;p3"/>
          <p:cNvGrpSpPr/>
          <p:nvPr/>
        </p:nvGrpSpPr>
        <p:grpSpPr>
          <a:xfrm>
            <a:off x="6710472" y="173020"/>
            <a:ext cx="2270722" cy="1272963"/>
            <a:chOff x="5158247" y="5768045"/>
            <a:chExt cx="2270722" cy="1272963"/>
          </a:xfrm>
        </p:grpSpPr>
        <p:sp>
          <p:nvSpPr>
            <p:cNvPr id="1049118" name="Google Shape;215;p3"/>
            <p:cNvSpPr/>
            <p:nvPr/>
          </p:nvSpPr>
          <p:spPr>
            <a:xfrm>
              <a:off x="7002455" y="6557766"/>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19" name="Google Shape;216;p3"/>
            <p:cNvSpPr/>
            <p:nvPr/>
          </p:nvSpPr>
          <p:spPr>
            <a:xfrm>
              <a:off x="5637767" y="5768045"/>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20" name="Google Shape;217;p3"/>
            <p:cNvSpPr/>
            <p:nvPr/>
          </p:nvSpPr>
          <p:spPr>
            <a:xfrm>
              <a:off x="7372528" y="6980813"/>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21" name="Google Shape;218;p3"/>
            <p:cNvSpPr/>
            <p:nvPr/>
          </p:nvSpPr>
          <p:spPr>
            <a:xfrm>
              <a:off x="6910763" y="6282776"/>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22" name="Google Shape;219;p3"/>
            <p:cNvSpPr/>
            <p:nvPr/>
          </p:nvSpPr>
          <p:spPr>
            <a:xfrm>
              <a:off x="6812073" y="5866727"/>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23" name="Google Shape;220;p3"/>
            <p:cNvSpPr/>
            <p:nvPr/>
          </p:nvSpPr>
          <p:spPr>
            <a:xfrm>
              <a:off x="5158247" y="5976166"/>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nvGrpSpPr>
          <p:cNvPr id="74" name="Google Shape;221;p3"/>
          <p:cNvGrpSpPr/>
          <p:nvPr/>
        </p:nvGrpSpPr>
        <p:grpSpPr>
          <a:xfrm>
            <a:off x="7593350" y="539488"/>
            <a:ext cx="837425" cy="742113"/>
            <a:chOff x="6215925" y="6858088"/>
            <a:chExt cx="837425" cy="742113"/>
          </a:xfrm>
        </p:grpSpPr>
        <p:sp>
          <p:nvSpPr>
            <p:cNvPr id="1049124" name="Google Shape;222;p3"/>
            <p:cNvSpPr/>
            <p:nvPr/>
          </p:nvSpPr>
          <p:spPr>
            <a:xfrm>
              <a:off x="6215925" y="7421400"/>
              <a:ext cx="201900" cy="178800"/>
            </a:xfrm>
            <a:custGeom>
              <a:avLst/>
              <a:ah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25" name="Google Shape;223;p3"/>
            <p:cNvSpPr/>
            <p:nvPr/>
          </p:nvSpPr>
          <p:spPr>
            <a:xfrm>
              <a:off x="6401775" y="7430925"/>
              <a:ext cx="25575" cy="22900"/>
            </a:xfrm>
            <a:custGeom>
              <a:avLst/>
              <a:ah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75" name="Google Shape;224;p3"/>
            <p:cNvGrpSpPr/>
            <p:nvPr/>
          </p:nvGrpSpPr>
          <p:grpSpPr>
            <a:xfrm>
              <a:off x="6361025" y="6858088"/>
              <a:ext cx="692325" cy="623250"/>
              <a:chOff x="6361025" y="6858088"/>
              <a:chExt cx="692325" cy="623250"/>
            </a:xfrm>
          </p:grpSpPr>
          <p:sp>
            <p:nvSpPr>
              <p:cNvPr id="1049126" name="Google Shape;225;p3"/>
              <p:cNvSpPr/>
              <p:nvPr/>
            </p:nvSpPr>
            <p:spPr>
              <a:xfrm>
                <a:off x="6361025" y="7011338"/>
                <a:ext cx="510875" cy="470000"/>
              </a:xfrm>
              <a:custGeom>
                <a:avLst/>
                <a:ah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27" name="Google Shape;226;p3"/>
              <p:cNvSpPr/>
              <p:nvPr/>
            </p:nvSpPr>
            <p:spPr>
              <a:xfrm>
                <a:off x="6795250" y="6896288"/>
                <a:ext cx="217225" cy="207025"/>
              </a:xfrm>
              <a:custGeom>
                <a:avLst/>
                <a:ah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28" name="Google Shape;227;p3"/>
              <p:cNvSpPr/>
              <p:nvPr/>
            </p:nvSpPr>
            <p:spPr>
              <a:xfrm>
                <a:off x="6795250" y="7018888"/>
                <a:ext cx="79300" cy="84425"/>
              </a:xfrm>
              <a:custGeom>
                <a:avLst/>
                <a:ah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29" name="Google Shape;228;p3"/>
              <p:cNvSpPr/>
              <p:nvPr/>
            </p:nvSpPr>
            <p:spPr>
              <a:xfrm>
                <a:off x="6946050" y="6858088"/>
                <a:ext cx="107300" cy="114850"/>
              </a:xfrm>
              <a:custGeom>
                <a:avLst/>
                <a:ah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30" name="Google Shape;229;p3"/>
              <p:cNvSpPr/>
              <p:nvPr/>
            </p:nvSpPr>
            <p:spPr>
              <a:xfrm>
                <a:off x="6721275" y="6990888"/>
                <a:ext cx="176150" cy="189050"/>
              </a:xfrm>
              <a:custGeom>
                <a:avLst/>
                <a:ah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31" name="Google Shape;230;p3"/>
              <p:cNvSpPr/>
              <p:nvPr/>
            </p:nvSpPr>
            <p:spPr>
              <a:xfrm>
                <a:off x="6739050" y="7149263"/>
                <a:ext cx="69100" cy="74000"/>
              </a:xfrm>
              <a:custGeom>
                <a:avLst/>
                <a:ah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32" name="Google Shape;231;p3"/>
              <p:cNvSpPr/>
              <p:nvPr/>
            </p:nvSpPr>
            <p:spPr>
              <a:xfrm>
                <a:off x="6690625" y="7192588"/>
                <a:ext cx="66425" cy="74200"/>
              </a:xfrm>
              <a:custGeom>
                <a:avLst/>
                <a:ah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33" name="Google Shape;232;p3"/>
              <p:cNvSpPr/>
              <p:nvPr/>
            </p:nvSpPr>
            <p:spPr>
              <a:xfrm>
                <a:off x="6642000" y="7236113"/>
                <a:ext cx="66425" cy="73975"/>
              </a:xfrm>
              <a:custGeom>
                <a:avLst/>
                <a:ah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34" name="Google Shape;233;p3"/>
              <p:cNvSpPr/>
              <p:nvPr/>
            </p:nvSpPr>
            <p:spPr>
              <a:xfrm>
                <a:off x="6384125" y="7207913"/>
                <a:ext cx="268100" cy="252975"/>
              </a:xfrm>
              <a:custGeom>
                <a:avLst/>
                <a:ah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35" name="Google Shape;234;p3"/>
              <p:cNvSpPr/>
              <p:nvPr/>
            </p:nvSpPr>
            <p:spPr>
              <a:xfrm>
                <a:off x="6384125" y="7312738"/>
                <a:ext cx="268100" cy="148150"/>
              </a:xfrm>
              <a:custGeom>
                <a:avLst/>
                <a:ah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grpSp>
        <p:nvGrpSpPr>
          <p:cNvPr id="76" name="Google Shape;235;p3"/>
          <p:cNvGrpSpPr/>
          <p:nvPr/>
        </p:nvGrpSpPr>
        <p:grpSpPr>
          <a:xfrm>
            <a:off x="713333" y="539498"/>
            <a:ext cx="987293" cy="324364"/>
            <a:chOff x="5694208" y="9209048"/>
            <a:chExt cx="987293" cy="324364"/>
          </a:xfrm>
        </p:grpSpPr>
        <p:sp>
          <p:nvSpPr>
            <p:cNvPr id="1049136" name="Google Shape;236;p3"/>
            <p:cNvSpPr/>
            <p:nvPr/>
          </p:nvSpPr>
          <p:spPr>
            <a:xfrm>
              <a:off x="6064540" y="9325484"/>
              <a:ext cx="207943" cy="207927"/>
            </a:xfrm>
            <a:custGeom>
              <a:avLst/>
              <a:ah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37" name="Google Shape;237;p3"/>
            <p:cNvSpPr/>
            <p:nvPr/>
          </p:nvSpPr>
          <p:spPr>
            <a:xfrm>
              <a:off x="5694208" y="9448789"/>
              <a:ext cx="60134" cy="60130"/>
            </a:xfrm>
            <a:custGeom>
              <a:avLst/>
              <a:ah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38" name="Google Shape;238;p3"/>
            <p:cNvSpPr/>
            <p:nvPr/>
          </p:nvSpPr>
          <p:spPr>
            <a:xfrm>
              <a:off x="6621626" y="9209048"/>
              <a:ext cx="59875" cy="56436"/>
            </a:xfrm>
            <a:custGeom>
              <a:avLst/>
              <a:ah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50" name="Shape 239"/>
        <p:cNvGrpSpPr/>
        <p:nvPr/>
      </p:nvGrpSpPr>
      <p:grpSpPr>
        <a:xfrm>
          <a:off x="0" y="0"/>
          <a:ext cx="0" cy="0"/>
          <a:chOff x="0" y="0"/>
          <a:chExt cx="0" cy="0"/>
        </a:xfrm>
      </p:grpSpPr>
      <p:sp>
        <p:nvSpPr>
          <p:cNvPr id="1048748" name="Google Shape;240;p4"/>
          <p:cNvSpPr txBox="1">
            <a:spLocks noGrp="1"/>
          </p:cNvSpPr>
          <p:nvPr>
            <p:ph type="title"/>
          </p:nvPr>
        </p:nvSpPr>
        <p:spPr>
          <a:xfrm>
            <a:off x="713225" y="539500"/>
            <a:ext cx="7717500" cy="478200"/>
          </a:xfrm>
          <a:prstGeom prst="rect"/>
        </p:spPr>
        <p:txBody>
          <a:bodyPr anchor="ctr" anchorCtr="0" bIns="91425" lIns="91425" rIns="91425" spcFirstLastPara="1" tIns="91425" wrap="square">
            <a:noAutofit/>
          </a:bodyPr>
          <a:lstStyle>
            <a:lvl1pPr algn="ctr" lvl="0" rtl="0">
              <a:spcBef>
                <a:spcPts val="0"/>
              </a:spcBef>
              <a:spcAft>
                <a:spcPts val="0"/>
              </a:spcAft>
              <a:buSzPts val="2800"/>
              <a:buNone/>
            </a:lvl1pPr>
            <a:lvl2pPr lvl="1" rtl="0">
              <a:spcBef>
                <a:spcPts val="0"/>
              </a:spcBef>
              <a:spcAft>
                <a:spcPts val="0"/>
              </a:spcAft>
              <a:buSzPts val="2800"/>
              <a:buNone/>
            </a:lvl2pPr>
            <a:lvl3pPr lvl="2" rtl="0">
              <a:spcBef>
                <a:spcPts val="0"/>
              </a:spcBef>
              <a:spcAft>
                <a:spcPts val="0"/>
              </a:spcAft>
              <a:buSzPts val="2800"/>
              <a:buNone/>
            </a:lvl3pPr>
            <a:lvl4pPr lvl="3" rtl="0">
              <a:spcBef>
                <a:spcPts val="0"/>
              </a:spcBef>
              <a:spcAft>
                <a:spcPts val="0"/>
              </a:spcAft>
              <a:buSzPts val="2800"/>
              <a:buNone/>
            </a:lvl4pPr>
            <a:lvl5pPr lvl="4" rtl="0">
              <a:spcBef>
                <a:spcPts val="0"/>
              </a:spcBef>
              <a:spcAft>
                <a:spcPts val="0"/>
              </a:spcAft>
              <a:buSzPts val="2800"/>
              <a:buNone/>
            </a:lvl5pPr>
            <a:lvl6pPr lvl="5" rtl="0">
              <a:spcBef>
                <a:spcPts val="0"/>
              </a:spcBef>
              <a:spcAft>
                <a:spcPts val="0"/>
              </a:spcAft>
              <a:buSzPts val="2800"/>
              <a:buNone/>
            </a:lvl6pPr>
            <a:lvl7pPr lvl="6" rtl="0">
              <a:spcBef>
                <a:spcPts val="0"/>
              </a:spcBef>
              <a:spcAft>
                <a:spcPts val="0"/>
              </a:spcAft>
              <a:buSzPts val="2800"/>
              <a:buNone/>
            </a:lvl7pPr>
            <a:lvl8pPr lvl="7" rtl="0">
              <a:spcBef>
                <a:spcPts val="0"/>
              </a:spcBef>
              <a:spcAft>
                <a:spcPts val="0"/>
              </a:spcAft>
              <a:buSzPts val="2800"/>
              <a:buNone/>
            </a:lvl8pPr>
            <a:lvl9pPr lvl="8" rtl="0">
              <a:spcBef>
                <a:spcPts val="0"/>
              </a:spcBef>
              <a:spcAft>
                <a:spcPts val="0"/>
              </a:spcAft>
              <a:buSzPts val="2800"/>
              <a:buNone/>
            </a:lvl9pPr>
          </a:lstStyle>
          <a:p/>
        </p:txBody>
      </p:sp>
      <p:sp>
        <p:nvSpPr>
          <p:cNvPr id="1048749" name="Google Shape;241;p4"/>
          <p:cNvSpPr txBox="1">
            <a:spLocks noGrp="1"/>
          </p:cNvSpPr>
          <p:nvPr>
            <p:ph type="body" idx="1"/>
          </p:nvPr>
        </p:nvSpPr>
        <p:spPr>
          <a:xfrm>
            <a:off x="713225" y="1076275"/>
            <a:ext cx="7717500" cy="3523200"/>
          </a:xfrm>
          <a:prstGeom prst="rect"/>
        </p:spPr>
        <p:txBody>
          <a:bodyPr anchor="t" anchorCtr="0" bIns="91425" lIns="91425" rIns="91425" spcFirstLastPara="1" tIns="91425" wrap="square">
            <a:noAutofit/>
          </a:bodyPr>
          <a:lstStyle>
            <a:lvl1pPr indent="-342900" lvl="0" marL="457200" rtl="0">
              <a:lnSpc>
                <a:spcPct val="100000"/>
              </a:lnSpc>
              <a:spcBef>
                <a:spcPts val="0"/>
              </a:spcBef>
              <a:spcAft>
                <a:spcPts val="0"/>
              </a:spcAft>
              <a:buSzPts val="1800"/>
              <a:buAutoNum type="arabicPeriod"/>
              <a:defRPr sz="1200"/>
            </a:lvl1pPr>
            <a:lvl2pPr indent="-317500" lvl="1" marL="914400" rtl="0">
              <a:spcBef>
                <a:spcPts val="0"/>
              </a:spcBef>
              <a:spcAft>
                <a:spcPts val="0"/>
              </a:spcAft>
              <a:buSzPts val="1400"/>
              <a:buAutoNum type="alphaLcPeriod"/>
            </a:lvl2pPr>
            <a:lvl3pPr indent="-317500" lvl="2" marL="1371600" rtl="0">
              <a:spcBef>
                <a:spcPts val="1600"/>
              </a:spcBef>
              <a:spcAft>
                <a:spcPts val="0"/>
              </a:spcAft>
              <a:buSzPts val="1400"/>
              <a:buAutoNum type="romanLcPeriod"/>
            </a:lvl3pPr>
            <a:lvl4pPr indent="-317500" lvl="3" marL="1828800" rtl="0">
              <a:spcBef>
                <a:spcPts val="1600"/>
              </a:spcBef>
              <a:spcAft>
                <a:spcPts val="0"/>
              </a:spcAft>
              <a:buSzPts val="1400"/>
              <a:buAutoNum type="arabicPeriod"/>
            </a:lvl4pPr>
            <a:lvl5pPr indent="-317500" lvl="4" marL="2286000" rtl="0">
              <a:spcBef>
                <a:spcPts val="1600"/>
              </a:spcBef>
              <a:spcAft>
                <a:spcPts val="0"/>
              </a:spcAft>
              <a:buSzPts val="1400"/>
              <a:buAutoNum type="alphaLcPeriod"/>
            </a:lvl5pPr>
            <a:lvl6pPr indent="-317500" lvl="5" marL="2743200" rtl="0">
              <a:spcBef>
                <a:spcPts val="1600"/>
              </a:spcBef>
              <a:spcAft>
                <a:spcPts val="0"/>
              </a:spcAft>
              <a:buSzPts val="1400"/>
              <a:buAutoNum type="romanLcPeriod"/>
            </a:lvl6pPr>
            <a:lvl7pPr indent="-317500" lvl="6" marL="3200400" rtl="0">
              <a:spcBef>
                <a:spcPts val="1600"/>
              </a:spcBef>
              <a:spcAft>
                <a:spcPts val="0"/>
              </a:spcAft>
              <a:buSzPts val="1400"/>
              <a:buAutoNum type="arabicPeriod"/>
            </a:lvl7pPr>
            <a:lvl8pPr indent="-317500" lvl="7" marL="3657600" rtl="0">
              <a:spcBef>
                <a:spcPts val="1600"/>
              </a:spcBef>
              <a:spcAft>
                <a:spcPts val="0"/>
              </a:spcAft>
              <a:buSzPts val="1400"/>
              <a:buAutoNum type="alphaLcPeriod"/>
            </a:lvl8pPr>
            <a:lvl9pPr indent="-317500" lvl="8" marL="4114800" rtl="0">
              <a:spcBef>
                <a:spcPts val="1600"/>
              </a:spcBef>
              <a:spcAft>
                <a:spcPts val="1600"/>
              </a:spcAft>
              <a:buSzPts val="1400"/>
              <a:buAutoNum type="romanLcPeriod"/>
            </a:lvl9pPr>
          </a:lstStyle>
          <a:p/>
        </p:txBody>
      </p:sp>
      <p:sp>
        <p:nvSpPr>
          <p:cNvPr id="1048750" name="Google Shape;242;p4"/>
          <p:cNvSpPr/>
          <p:nvPr/>
        </p:nvSpPr>
        <p:spPr>
          <a:xfrm>
            <a:off x="6619463" y="1445974"/>
            <a:ext cx="2524525" cy="3718449"/>
          </a:xfrm>
          <a:custGeom>
            <a:avLst/>
            <a:ah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51" name="Google Shape;243;p4"/>
          <p:cNvSpPr/>
          <p:nvPr/>
        </p:nvSpPr>
        <p:spPr>
          <a:xfrm rot="10800000">
            <a:off x="1" y="-1"/>
            <a:ext cx="2524525" cy="3718449"/>
          </a:xfrm>
          <a:custGeom>
            <a:avLst/>
            <a:ah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51" name="Google Shape;244;p4"/>
          <p:cNvGrpSpPr/>
          <p:nvPr/>
        </p:nvGrpSpPr>
        <p:grpSpPr>
          <a:xfrm>
            <a:off x="5744381" y="4698442"/>
            <a:ext cx="966103" cy="469116"/>
            <a:chOff x="7362156" y="4422542"/>
            <a:chExt cx="966103" cy="469116"/>
          </a:xfrm>
        </p:grpSpPr>
        <p:sp>
          <p:nvSpPr>
            <p:cNvPr id="1048752" name="Google Shape;245;p4"/>
            <p:cNvSpPr/>
            <p:nvPr/>
          </p:nvSpPr>
          <p:spPr>
            <a:xfrm>
              <a:off x="7552538" y="4422542"/>
              <a:ext cx="260950" cy="257560"/>
            </a:xfrm>
            <a:custGeom>
              <a:avLst/>
              <a:ahLst/>
              <a:rect l="l" t="t" r="r" b="b"/>
              <a:pathLst>
                <a:path w="4027" h="3975" extrusionOk="0">
                  <a:moveTo>
                    <a:pt x="2016" y="1"/>
                  </a:moveTo>
                  <a:lnTo>
                    <a:pt x="1633" y="1198"/>
                  </a:lnTo>
                  <a:lnTo>
                    <a:pt x="436" y="762"/>
                  </a:lnTo>
                  <a:lnTo>
                    <a:pt x="0" y="1959"/>
                  </a:lnTo>
                  <a:lnTo>
                    <a:pt x="1197" y="2395"/>
                  </a:lnTo>
                  <a:lnTo>
                    <a:pt x="819" y="3592"/>
                  </a:lnTo>
                  <a:lnTo>
                    <a:pt x="2016" y="3975"/>
                  </a:lnTo>
                  <a:lnTo>
                    <a:pt x="2394" y="2778"/>
                  </a:lnTo>
                  <a:lnTo>
                    <a:pt x="3591" y="3213"/>
                  </a:lnTo>
                  <a:lnTo>
                    <a:pt x="4027" y="2016"/>
                  </a:lnTo>
                  <a:lnTo>
                    <a:pt x="2830" y="1581"/>
                  </a:lnTo>
                  <a:lnTo>
                    <a:pt x="3213" y="384"/>
                  </a:lnTo>
                  <a:lnTo>
                    <a:pt x="201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53" name="Google Shape;246;p4"/>
            <p:cNvSpPr/>
            <p:nvPr/>
          </p:nvSpPr>
          <p:spPr>
            <a:xfrm>
              <a:off x="8268384" y="4496732"/>
              <a:ext cx="59875" cy="56436"/>
            </a:xfrm>
            <a:custGeom>
              <a:avLst/>
              <a:ahLst/>
              <a:rect l="l" t="t" r="r" b="b"/>
              <a:pathLst>
                <a:path w="924" h="871" extrusionOk="0">
                  <a:moveTo>
                    <a:pt x="436" y="0"/>
                  </a:moveTo>
                  <a:cubicBezTo>
                    <a:pt x="219" y="0"/>
                    <a:pt x="1" y="161"/>
                    <a:pt x="1" y="436"/>
                  </a:cubicBezTo>
                  <a:cubicBezTo>
                    <a:pt x="1" y="653"/>
                    <a:pt x="219" y="871"/>
                    <a:pt x="436" y="871"/>
                  </a:cubicBezTo>
                  <a:cubicBezTo>
                    <a:pt x="706" y="871"/>
                    <a:pt x="924" y="653"/>
                    <a:pt x="924" y="436"/>
                  </a:cubicBezTo>
                  <a:cubicBezTo>
                    <a:pt x="924" y="161"/>
                    <a:pt x="706" y="0"/>
                    <a:pt x="436" y="0"/>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54" name="Google Shape;247;p4"/>
            <p:cNvSpPr/>
            <p:nvPr/>
          </p:nvSpPr>
          <p:spPr>
            <a:xfrm>
              <a:off x="7362156" y="4835156"/>
              <a:ext cx="60134" cy="56501"/>
            </a:xfrm>
            <a:custGeom>
              <a:avLst/>
              <a:ahLst/>
              <a:rect l="l" t="t" r="r" b="b"/>
              <a:pathLst>
                <a:path w="928" h="872" extrusionOk="0">
                  <a:moveTo>
                    <a:pt x="492" y="1"/>
                  </a:moveTo>
                  <a:cubicBezTo>
                    <a:pt x="218" y="1"/>
                    <a:pt x="0" y="162"/>
                    <a:pt x="0" y="436"/>
                  </a:cubicBezTo>
                  <a:cubicBezTo>
                    <a:pt x="0" y="706"/>
                    <a:pt x="218" y="872"/>
                    <a:pt x="492" y="872"/>
                  </a:cubicBezTo>
                  <a:cubicBezTo>
                    <a:pt x="710" y="872"/>
                    <a:pt x="927" y="706"/>
                    <a:pt x="927" y="436"/>
                  </a:cubicBezTo>
                  <a:cubicBezTo>
                    <a:pt x="927" y="162"/>
                    <a:pt x="710" y="1"/>
                    <a:pt x="492"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755" name="Google Shape;248;p4"/>
          <p:cNvSpPr/>
          <p:nvPr/>
        </p:nvSpPr>
        <p:spPr>
          <a:xfrm>
            <a:off x="5734176" y="4658062"/>
            <a:ext cx="60134" cy="56501"/>
          </a:xfrm>
          <a:custGeom>
            <a:avLst/>
            <a:ahLst/>
            <a:rect l="l" t="t" r="r" b="b"/>
            <a:pathLst>
              <a:path w="928" h="872" extrusionOk="0">
                <a:moveTo>
                  <a:pt x="435" y="1"/>
                </a:moveTo>
                <a:cubicBezTo>
                  <a:pt x="218" y="1"/>
                  <a:pt x="0" y="166"/>
                  <a:pt x="0" y="436"/>
                </a:cubicBezTo>
                <a:cubicBezTo>
                  <a:pt x="0" y="710"/>
                  <a:pt x="218" y="871"/>
                  <a:pt x="435" y="871"/>
                </a:cubicBezTo>
                <a:cubicBezTo>
                  <a:pt x="710" y="871"/>
                  <a:pt x="927" y="710"/>
                  <a:pt x="927" y="436"/>
                </a:cubicBezTo>
                <a:cubicBezTo>
                  <a:pt x="927" y="166"/>
                  <a:pt x="710"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52" name="Google Shape;249;p4"/>
          <p:cNvGrpSpPr/>
          <p:nvPr/>
        </p:nvGrpSpPr>
        <p:grpSpPr>
          <a:xfrm>
            <a:off x="8061938" y="4275213"/>
            <a:ext cx="985925" cy="744150"/>
            <a:chOff x="1666700" y="5967688"/>
            <a:chExt cx="985925" cy="744150"/>
          </a:xfrm>
        </p:grpSpPr>
        <p:sp>
          <p:nvSpPr>
            <p:cNvPr id="1048756" name="Google Shape;250;p4"/>
            <p:cNvSpPr/>
            <p:nvPr/>
          </p:nvSpPr>
          <p:spPr>
            <a:xfrm>
              <a:off x="1666700" y="5967688"/>
              <a:ext cx="985925" cy="744150"/>
            </a:xfrm>
            <a:custGeom>
              <a:avLst/>
              <a:ah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57" name="Google Shape;251;p4"/>
            <p:cNvSpPr/>
            <p:nvPr/>
          </p:nvSpPr>
          <p:spPr>
            <a:xfrm>
              <a:off x="1758650" y="6363863"/>
              <a:ext cx="130375" cy="130375"/>
            </a:xfrm>
            <a:custGeom>
              <a:avLst/>
              <a:ah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58" name="Google Shape;252;p4"/>
            <p:cNvSpPr/>
            <p:nvPr/>
          </p:nvSpPr>
          <p:spPr>
            <a:xfrm>
              <a:off x="1735750" y="6361013"/>
              <a:ext cx="148175" cy="131150"/>
            </a:xfrm>
            <a:custGeom>
              <a:avLst/>
              <a:ah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59" name="Google Shape;253;p4"/>
            <p:cNvSpPr/>
            <p:nvPr/>
          </p:nvSpPr>
          <p:spPr>
            <a:xfrm>
              <a:off x="1766400" y="6369163"/>
              <a:ext cx="117525" cy="122175"/>
            </a:xfrm>
            <a:custGeom>
              <a:avLst/>
              <a:ah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60" name="Google Shape;254;p4"/>
            <p:cNvSpPr/>
            <p:nvPr/>
          </p:nvSpPr>
          <p:spPr>
            <a:xfrm>
              <a:off x="1751075" y="6397163"/>
              <a:ext cx="119975" cy="66425"/>
            </a:xfrm>
            <a:custGeom>
              <a:avLst/>
              <a:ah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61" name="Google Shape;255;p4"/>
            <p:cNvSpPr/>
            <p:nvPr/>
          </p:nvSpPr>
          <p:spPr>
            <a:xfrm>
              <a:off x="1748425" y="6392063"/>
              <a:ext cx="120175" cy="69075"/>
            </a:xfrm>
            <a:custGeom>
              <a:avLst/>
              <a:ah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62" name="Google Shape;256;p4"/>
            <p:cNvSpPr/>
            <p:nvPr/>
          </p:nvSpPr>
          <p:spPr>
            <a:xfrm>
              <a:off x="1911900" y="6282113"/>
              <a:ext cx="130375" cy="130400"/>
            </a:xfrm>
            <a:custGeom>
              <a:avLst/>
              <a:ah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63" name="Google Shape;257;p4"/>
            <p:cNvSpPr/>
            <p:nvPr/>
          </p:nvSpPr>
          <p:spPr>
            <a:xfrm>
              <a:off x="1889000" y="6279288"/>
              <a:ext cx="148175" cy="129975"/>
            </a:xfrm>
            <a:custGeom>
              <a:avLst/>
              <a:ah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64" name="Google Shape;258;p4"/>
            <p:cNvSpPr/>
            <p:nvPr/>
          </p:nvSpPr>
          <p:spPr>
            <a:xfrm>
              <a:off x="1922125" y="6287438"/>
              <a:ext cx="115050" cy="122175"/>
            </a:xfrm>
            <a:custGeom>
              <a:avLst/>
              <a:ah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65" name="Google Shape;259;p4"/>
            <p:cNvSpPr/>
            <p:nvPr/>
          </p:nvSpPr>
          <p:spPr>
            <a:xfrm>
              <a:off x="1906800" y="6315438"/>
              <a:ext cx="117500" cy="66425"/>
            </a:xfrm>
            <a:custGeom>
              <a:avLst/>
              <a:ah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66" name="Google Shape;260;p4"/>
            <p:cNvSpPr/>
            <p:nvPr/>
          </p:nvSpPr>
          <p:spPr>
            <a:xfrm>
              <a:off x="1904325" y="6310313"/>
              <a:ext cx="119975" cy="69100"/>
            </a:xfrm>
            <a:custGeom>
              <a:avLst/>
              <a:ah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67" name="Google Shape;261;p4"/>
            <p:cNvSpPr/>
            <p:nvPr/>
          </p:nvSpPr>
          <p:spPr>
            <a:xfrm>
              <a:off x="2067800" y="6200388"/>
              <a:ext cx="130200" cy="130400"/>
            </a:xfrm>
            <a:custGeom>
              <a:avLst/>
              <a:ah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68" name="Google Shape;262;p4"/>
            <p:cNvSpPr/>
            <p:nvPr/>
          </p:nvSpPr>
          <p:spPr>
            <a:xfrm>
              <a:off x="2044725" y="6197563"/>
              <a:ext cx="148150" cy="129975"/>
            </a:xfrm>
            <a:custGeom>
              <a:avLst/>
              <a:ah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69" name="Google Shape;263;p4"/>
            <p:cNvSpPr/>
            <p:nvPr/>
          </p:nvSpPr>
          <p:spPr>
            <a:xfrm>
              <a:off x="2078025" y="6205713"/>
              <a:ext cx="114850" cy="122175"/>
            </a:xfrm>
            <a:custGeom>
              <a:avLst/>
              <a:ah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70" name="Google Shape;264;p4"/>
            <p:cNvSpPr/>
            <p:nvPr/>
          </p:nvSpPr>
          <p:spPr>
            <a:xfrm>
              <a:off x="2060050" y="6233688"/>
              <a:ext cx="120175" cy="66450"/>
            </a:xfrm>
            <a:custGeom>
              <a:avLst/>
              <a:ah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71" name="Google Shape;265;p4"/>
            <p:cNvSpPr/>
            <p:nvPr/>
          </p:nvSpPr>
          <p:spPr>
            <a:xfrm>
              <a:off x="2060050" y="6228588"/>
              <a:ext cx="117500" cy="69100"/>
            </a:xfrm>
            <a:custGeom>
              <a:avLst/>
              <a:ah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72" name="Google Shape;266;p4"/>
            <p:cNvSpPr/>
            <p:nvPr/>
          </p:nvSpPr>
          <p:spPr>
            <a:xfrm>
              <a:off x="2221050" y="6118663"/>
              <a:ext cx="130200" cy="130375"/>
            </a:xfrm>
            <a:custGeom>
              <a:avLst/>
              <a:ah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73" name="Google Shape;267;p4"/>
            <p:cNvSpPr/>
            <p:nvPr/>
          </p:nvSpPr>
          <p:spPr>
            <a:xfrm>
              <a:off x="2197975" y="6115813"/>
              <a:ext cx="150825" cy="129975"/>
            </a:xfrm>
            <a:custGeom>
              <a:avLst/>
              <a:ah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74" name="Google Shape;268;p4"/>
            <p:cNvSpPr/>
            <p:nvPr/>
          </p:nvSpPr>
          <p:spPr>
            <a:xfrm>
              <a:off x="2231275" y="6123963"/>
              <a:ext cx="117525" cy="122175"/>
            </a:xfrm>
            <a:custGeom>
              <a:avLst/>
              <a:ah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75" name="Google Shape;269;p4"/>
            <p:cNvSpPr/>
            <p:nvPr/>
          </p:nvSpPr>
          <p:spPr>
            <a:xfrm>
              <a:off x="2215950" y="6151963"/>
              <a:ext cx="117525" cy="66425"/>
            </a:xfrm>
            <a:custGeom>
              <a:avLst/>
              <a:ah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76" name="Google Shape;270;p4"/>
            <p:cNvSpPr/>
            <p:nvPr/>
          </p:nvSpPr>
          <p:spPr>
            <a:xfrm>
              <a:off x="2213300" y="6146863"/>
              <a:ext cx="120175" cy="69075"/>
            </a:xfrm>
            <a:custGeom>
              <a:avLst/>
              <a:ah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77" name="Google Shape;271;p4"/>
            <p:cNvSpPr/>
            <p:nvPr/>
          </p:nvSpPr>
          <p:spPr>
            <a:xfrm>
              <a:off x="2376750" y="6036913"/>
              <a:ext cx="130400" cy="130400"/>
            </a:xfrm>
            <a:custGeom>
              <a:avLst/>
              <a:ah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78" name="Google Shape;272;p4"/>
            <p:cNvSpPr/>
            <p:nvPr/>
          </p:nvSpPr>
          <p:spPr>
            <a:xfrm>
              <a:off x="2353875" y="6034013"/>
              <a:ext cx="148175" cy="130050"/>
            </a:xfrm>
            <a:custGeom>
              <a:avLst/>
              <a:ah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79" name="Google Shape;273;p4"/>
            <p:cNvSpPr/>
            <p:nvPr/>
          </p:nvSpPr>
          <p:spPr>
            <a:xfrm>
              <a:off x="2386975" y="6042238"/>
              <a:ext cx="115075" cy="122175"/>
            </a:xfrm>
            <a:custGeom>
              <a:avLst/>
              <a:ah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80" name="Google Shape;274;p4"/>
            <p:cNvSpPr/>
            <p:nvPr/>
          </p:nvSpPr>
          <p:spPr>
            <a:xfrm>
              <a:off x="2371650" y="6070238"/>
              <a:ext cx="117525" cy="66425"/>
            </a:xfrm>
            <a:custGeom>
              <a:avLst/>
              <a:ah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81" name="Google Shape;275;p4"/>
            <p:cNvSpPr/>
            <p:nvPr/>
          </p:nvSpPr>
          <p:spPr>
            <a:xfrm>
              <a:off x="2369200" y="6065113"/>
              <a:ext cx="117525" cy="69100"/>
            </a:xfrm>
            <a:custGeom>
              <a:avLst/>
              <a:ah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82" name="Google Shape;276;p4"/>
            <p:cNvSpPr/>
            <p:nvPr/>
          </p:nvSpPr>
          <p:spPr>
            <a:xfrm>
              <a:off x="1832825" y="6506888"/>
              <a:ext cx="130175" cy="130400"/>
            </a:xfrm>
            <a:custGeom>
              <a:avLst/>
              <a:ah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83" name="Google Shape;277;p4"/>
            <p:cNvSpPr/>
            <p:nvPr/>
          </p:nvSpPr>
          <p:spPr>
            <a:xfrm>
              <a:off x="1809725" y="6504063"/>
              <a:ext cx="148175" cy="129975"/>
            </a:xfrm>
            <a:custGeom>
              <a:avLst/>
              <a:ah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84" name="Google Shape;278;p4"/>
            <p:cNvSpPr/>
            <p:nvPr/>
          </p:nvSpPr>
          <p:spPr>
            <a:xfrm>
              <a:off x="1843025" y="6512213"/>
              <a:ext cx="114875" cy="122175"/>
            </a:xfrm>
            <a:custGeom>
              <a:avLst/>
              <a:ah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85" name="Google Shape;279;p4"/>
            <p:cNvSpPr/>
            <p:nvPr/>
          </p:nvSpPr>
          <p:spPr>
            <a:xfrm>
              <a:off x="1827700" y="6540188"/>
              <a:ext cx="117525" cy="66450"/>
            </a:xfrm>
            <a:custGeom>
              <a:avLst/>
              <a:ah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86" name="Google Shape;280;p4"/>
            <p:cNvSpPr/>
            <p:nvPr/>
          </p:nvSpPr>
          <p:spPr>
            <a:xfrm>
              <a:off x="1825050" y="6535088"/>
              <a:ext cx="120175" cy="69100"/>
            </a:xfrm>
            <a:custGeom>
              <a:avLst/>
              <a:ah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87" name="Google Shape;281;p4"/>
            <p:cNvSpPr/>
            <p:nvPr/>
          </p:nvSpPr>
          <p:spPr>
            <a:xfrm>
              <a:off x="1988525" y="6425163"/>
              <a:ext cx="130400" cy="130375"/>
            </a:xfrm>
            <a:custGeom>
              <a:avLst/>
              <a:ah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88" name="Google Shape;282;p4"/>
            <p:cNvSpPr/>
            <p:nvPr/>
          </p:nvSpPr>
          <p:spPr>
            <a:xfrm>
              <a:off x="1965625" y="6422313"/>
              <a:ext cx="148175" cy="129975"/>
            </a:xfrm>
            <a:custGeom>
              <a:avLst/>
              <a:ah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89" name="Google Shape;283;p4"/>
            <p:cNvSpPr/>
            <p:nvPr/>
          </p:nvSpPr>
          <p:spPr>
            <a:xfrm>
              <a:off x="1998750" y="6430463"/>
              <a:ext cx="115050" cy="122175"/>
            </a:xfrm>
            <a:custGeom>
              <a:avLst/>
              <a:ah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90" name="Google Shape;284;p4"/>
            <p:cNvSpPr/>
            <p:nvPr/>
          </p:nvSpPr>
          <p:spPr>
            <a:xfrm>
              <a:off x="1980950" y="6458463"/>
              <a:ext cx="119975" cy="66425"/>
            </a:xfrm>
            <a:custGeom>
              <a:avLst/>
              <a:ah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91" name="Google Shape;285;p4"/>
            <p:cNvSpPr/>
            <p:nvPr/>
          </p:nvSpPr>
          <p:spPr>
            <a:xfrm>
              <a:off x="1980950" y="6453363"/>
              <a:ext cx="117525" cy="69075"/>
            </a:xfrm>
            <a:custGeom>
              <a:avLst/>
              <a:ah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92" name="Google Shape;286;p4"/>
            <p:cNvSpPr/>
            <p:nvPr/>
          </p:nvSpPr>
          <p:spPr>
            <a:xfrm>
              <a:off x="2141775" y="6343413"/>
              <a:ext cx="130400" cy="130400"/>
            </a:xfrm>
            <a:custGeom>
              <a:avLst/>
              <a:ah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93" name="Google Shape;287;p4"/>
            <p:cNvSpPr/>
            <p:nvPr/>
          </p:nvSpPr>
          <p:spPr>
            <a:xfrm>
              <a:off x="2118900" y="6340513"/>
              <a:ext cx="150600" cy="130050"/>
            </a:xfrm>
            <a:custGeom>
              <a:avLst/>
              <a:ah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94" name="Google Shape;288;p4"/>
            <p:cNvSpPr/>
            <p:nvPr/>
          </p:nvSpPr>
          <p:spPr>
            <a:xfrm>
              <a:off x="2152000" y="6348738"/>
              <a:ext cx="117500" cy="122175"/>
            </a:xfrm>
            <a:custGeom>
              <a:avLst/>
              <a:ah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95" name="Google Shape;289;p4"/>
            <p:cNvSpPr/>
            <p:nvPr/>
          </p:nvSpPr>
          <p:spPr>
            <a:xfrm>
              <a:off x="2136675" y="6376738"/>
              <a:ext cx="117500" cy="66425"/>
            </a:xfrm>
            <a:custGeom>
              <a:avLst/>
              <a:ah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96" name="Google Shape;290;p4"/>
            <p:cNvSpPr/>
            <p:nvPr/>
          </p:nvSpPr>
          <p:spPr>
            <a:xfrm>
              <a:off x="2134225" y="6371613"/>
              <a:ext cx="119950" cy="66450"/>
            </a:xfrm>
            <a:custGeom>
              <a:avLst/>
              <a:ah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97" name="Google Shape;291;p4"/>
            <p:cNvSpPr/>
            <p:nvPr/>
          </p:nvSpPr>
          <p:spPr>
            <a:xfrm>
              <a:off x="2297675" y="6261688"/>
              <a:ext cx="130200" cy="130400"/>
            </a:xfrm>
            <a:custGeom>
              <a:avLst/>
              <a:ah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98" name="Google Shape;292;p4"/>
            <p:cNvSpPr/>
            <p:nvPr/>
          </p:nvSpPr>
          <p:spPr>
            <a:xfrm>
              <a:off x="2274600" y="6258788"/>
              <a:ext cx="148150" cy="129600"/>
            </a:xfrm>
            <a:custGeom>
              <a:avLst/>
              <a:ah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99" name="Google Shape;293;p4"/>
            <p:cNvSpPr/>
            <p:nvPr/>
          </p:nvSpPr>
          <p:spPr>
            <a:xfrm>
              <a:off x="2307900" y="6267013"/>
              <a:ext cx="114850" cy="122175"/>
            </a:xfrm>
            <a:custGeom>
              <a:avLst/>
              <a:ah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00" name="Google Shape;294;p4"/>
            <p:cNvSpPr/>
            <p:nvPr/>
          </p:nvSpPr>
          <p:spPr>
            <a:xfrm>
              <a:off x="2292575" y="6292538"/>
              <a:ext cx="117525" cy="68900"/>
            </a:xfrm>
            <a:custGeom>
              <a:avLst/>
              <a:ah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01" name="Google Shape;295;p4"/>
            <p:cNvSpPr/>
            <p:nvPr/>
          </p:nvSpPr>
          <p:spPr>
            <a:xfrm>
              <a:off x="2289925" y="6289888"/>
              <a:ext cx="117500" cy="66425"/>
            </a:xfrm>
            <a:custGeom>
              <a:avLst/>
              <a:ah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02" name="Google Shape;296;p4"/>
            <p:cNvSpPr/>
            <p:nvPr/>
          </p:nvSpPr>
          <p:spPr>
            <a:xfrm>
              <a:off x="2453375" y="6179963"/>
              <a:ext cx="130400" cy="130375"/>
            </a:xfrm>
            <a:custGeom>
              <a:avLst/>
              <a:ah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03" name="Google Shape;297;p4"/>
            <p:cNvSpPr/>
            <p:nvPr/>
          </p:nvSpPr>
          <p:spPr>
            <a:xfrm>
              <a:off x="2430500" y="6177038"/>
              <a:ext cx="148175" cy="129600"/>
            </a:xfrm>
            <a:custGeom>
              <a:avLst/>
              <a:ah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04" name="Google Shape;298;p4"/>
            <p:cNvSpPr/>
            <p:nvPr/>
          </p:nvSpPr>
          <p:spPr>
            <a:xfrm>
              <a:off x="2461150" y="6182613"/>
              <a:ext cx="117525" cy="124825"/>
            </a:xfrm>
            <a:custGeom>
              <a:avLst/>
              <a:ah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05" name="Google Shape;299;p4"/>
            <p:cNvSpPr/>
            <p:nvPr/>
          </p:nvSpPr>
          <p:spPr>
            <a:xfrm>
              <a:off x="2445825" y="6210813"/>
              <a:ext cx="119975" cy="68875"/>
            </a:xfrm>
            <a:custGeom>
              <a:avLst/>
              <a:ah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06" name="Google Shape;300;p4"/>
            <p:cNvSpPr/>
            <p:nvPr/>
          </p:nvSpPr>
          <p:spPr>
            <a:xfrm>
              <a:off x="2443175" y="6208163"/>
              <a:ext cx="120175" cy="66425"/>
            </a:xfrm>
            <a:custGeom>
              <a:avLst/>
              <a:ah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807" name="Google Shape;301;p4"/>
          <p:cNvSpPr/>
          <p:nvPr/>
        </p:nvSpPr>
        <p:spPr>
          <a:xfrm>
            <a:off x="1083565" y="4715859"/>
            <a:ext cx="207943" cy="207927"/>
          </a:xfrm>
          <a:custGeom>
            <a:avLst/>
            <a:ah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08" name="Google Shape;302;p4"/>
          <p:cNvSpPr/>
          <p:nvPr/>
        </p:nvSpPr>
        <p:spPr>
          <a:xfrm>
            <a:off x="713233" y="4839164"/>
            <a:ext cx="60134" cy="60130"/>
          </a:xfrm>
          <a:custGeom>
            <a:avLst/>
            <a:ah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09" name="Google Shape;303;p4"/>
          <p:cNvSpPr/>
          <p:nvPr/>
        </p:nvSpPr>
        <p:spPr>
          <a:xfrm>
            <a:off x="1640651" y="4599423"/>
            <a:ext cx="59875" cy="56436"/>
          </a:xfrm>
          <a:custGeom>
            <a:avLst/>
            <a:ah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53" name="Google Shape;304;p4"/>
          <p:cNvGrpSpPr/>
          <p:nvPr/>
        </p:nvGrpSpPr>
        <p:grpSpPr>
          <a:xfrm>
            <a:off x="179825" y="158500"/>
            <a:ext cx="674325" cy="1173675"/>
            <a:chOff x="4266275" y="6869625"/>
            <a:chExt cx="674325" cy="1173675"/>
          </a:xfrm>
        </p:grpSpPr>
        <p:sp>
          <p:nvSpPr>
            <p:cNvPr id="1048810" name="Google Shape;305;p4"/>
            <p:cNvSpPr/>
            <p:nvPr/>
          </p:nvSpPr>
          <p:spPr>
            <a:xfrm>
              <a:off x="4754025" y="7408475"/>
              <a:ext cx="186575" cy="194125"/>
            </a:xfrm>
            <a:custGeom>
              <a:avLst/>
              <a:ahLst/>
              <a:rect l="l" t="t" r="r" b="b"/>
              <a:pathLst>
                <a:path w="7463" h="7765" extrusionOk="0">
                  <a:moveTo>
                    <a:pt x="2044" y="0"/>
                  </a:moveTo>
                  <a:lnTo>
                    <a:pt x="0" y="1945"/>
                  </a:lnTo>
                  <a:lnTo>
                    <a:pt x="5419" y="7765"/>
                  </a:lnTo>
                  <a:lnTo>
                    <a:pt x="7463" y="5828"/>
                  </a:lnTo>
                  <a:lnTo>
                    <a:pt x="2044" y="0"/>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11" name="Google Shape;306;p4"/>
            <p:cNvSpPr/>
            <p:nvPr/>
          </p:nvSpPr>
          <p:spPr>
            <a:xfrm>
              <a:off x="4759125" y="7416225"/>
              <a:ext cx="58875" cy="53575"/>
            </a:xfrm>
            <a:custGeom>
              <a:avLst/>
              <a:ahLst/>
              <a:rect l="l" t="t" r="r" b="b"/>
              <a:pathLst>
                <a:path w="2355" h="2143" extrusionOk="0">
                  <a:moveTo>
                    <a:pt x="2044" y="1"/>
                  </a:moveTo>
                  <a:lnTo>
                    <a:pt x="1" y="1840"/>
                  </a:lnTo>
                  <a:lnTo>
                    <a:pt x="311" y="2142"/>
                  </a:lnTo>
                  <a:lnTo>
                    <a:pt x="2354" y="205"/>
                  </a:lnTo>
                  <a:lnTo>
                    <a:pt x="2044"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12" name="Google Shape;307;p4"/>
            <p:cNvSpPr/>
            <p:nvPr/>
          </p:nvSpPr>
          <p:spPr>
            <a:xfrm>
              <a:off x="4774450" y="7428900"/>
              <a:ext cx="56225" cy="56225"/>
            </a:xfrm>
            <a:custGeom>
              <a:avLst/>
              <a:ahLst/>
              <a:rect l="l" t="t" r="r" b="b"/>
              <a:pathLst>
                <a:path w="2249" h="2249" extrusionOk="0">
                  <a:moveTo>
                    <a:pt x="2044" y="0"/>
                  </a:moveTo>
                  <a:lnTo>
                    <a:pt x="1" y="1946"/>
                  </a:lnTo>
                  <a:lnTo>
                    <a:pt x="205" y="2248"/>
                  </a:lnTo>
                  <a:lnTo>
                    <a:pt x="2248" y="311"/>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13" name="Google Shape;308;p4"/>
            <p:cNvSpPr/>
            <p:nvPr/>
          </p:nvSpPr>
          <p:spPr>
            <a:xfrm>
              <a:off x="4787325" y="7444225"/>
              <a:ext cx="56225" cy="53750"/>
            </a:xfrm>
            <a:custGeom>
              <a:avLst/>
              <a:ahLst/>
              <a:rect l="l" t="t" r="r" b="b"/>
              <a:pathLst>
                <a:path w="2249" h="2150" extrusionOk="0">
                  <a:moveTo>
                    <a:pt x="2044" y="0"/>
                  </a:moveTo>
                  <a:lnTo>
                    <a:pt x="0" y="1839"/>
                  </a:lnTo>
                  <a:lnTo>
                    <a:pt x="205" y="2150"/>
                  </a:lnTo>
                  <a:lnTo>
                    <a:pt x="2248" y="311"/>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14" name="Google Shape;309;p4"/>
            <p:cNvSpPr/>
            <p:nvPr/>
          </p:nvSpPr>
          <p:spPr>
            <a:xfrm>
              <a:off x="4800000" y="7457100"/>
              <a:ext cx="58875" cy="56200"/>
            </a:xfrm>
            <a:custGeom>
              <a:avLst/>
              <a:ahLst/>
              <a:rect l="l" t="t" r="r" b="b"/>
              <a:pathLst>
                <a:path w="2355" h="2248" extrusionOk="0">
                  <a:moveTo>
                    <a:pt x="2044" y="0"/>
                  </a:moveTo>
                  <a:lnTo>
                    <a:pt x="0" y="1937"/>
                  </a:lnTo>
                  <a:lnTo>
                    <a:pt x="311" y="2248"/>
                  </a:lnTo>
                  <a:lnTo>
                    <a:pt x="2354" y="303"/>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15" name="Google Shape;310;p4"/>
            <p:cNvSpPr/>
            <p:nvPr/>
          </p:nvSpPr>
          <p:spPr>
            <a:xfrm>
              <a:off x="4812875" y="7472425"/>
              <a:ext cx="58650" cy="53550"/>
            </a:xfrm>
            <a:custGeom>
              <a:avLst/>
              <a:ahLst/>
              <a:rect l="l" t="t" r="r" b="b"/>
              <a:pathLst>
                <a:path w="2346" h="2142" extrusionOk="0">
                  <a:moveTo>
                    <a:pt x="2043" y="0"/>
                  </a:moveTo>
                  <a:lnTo>
                    <a:pt x="0" y="1937"/>
                  </a:lnTo>
                  <a:lnTo>
                    <a:pt x="303" y="2142"/>
                  </a:lnTo>
                  <a:lnTo>
                    <a:pt x="2346" y="303"/>
                  </a:lnTo>
                  <a:lnTo>
                    <a:pt x="2043"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16" name="Google Shape;311;p4"/>
            <p:cNvSpPr/>
            <p:nvPr/>
          </p:nvSpPr>
          <p:spPr>
            <a:xfrm>
              <a:off x="4825525" y="7487750"/>
              <a:ext cx="58875" cy="53550"/>
            </a:xfrm>
            <a:custGeom>
              <a:avLst/>
              <a:ahLst/>
              <a:rect l="l" t="t" r="r" b="b"/>
              <a:pathLst>
                <a:path w="2355" h="2142" extrusionOk="0">
                  <a:moveTo>
                    <a:pt x="2044" y="0"/>
                  </a:moveTo>
                  <a:lnTo>
                    <a:pt x="1" y="1839"/>
                  </a:lnTo>
                  <a:lnTo>
                    <a:pt x="311" y="2142"/>
                  </a:lnTo>
                  <a:lnTo>
                    <a:pt x="2355" y="205"/>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17" name="Google Shape;312;p4"/>
            <p:cNvSpPr/>
            <p:nvPr/>
          </p:nvSpPr>
          <p:spPr>
            <a:xfrm>
              <a:off x="4840850" y="7500425"/>
              <a:ext cx="56225" cy="56200"/>
            </a:xfrm>
            <a:custGeom>
              <a:avLst/>
              <a:ahLst/>
              <a:rect l="l" t="t" r="r" b="b"/>
              <a:pathLst>
                <a:path w="2249" h="2248" extrusionOk="0">
                  <a:moveTo>
                    <a:pt x="2044" y="0"/>
                  </a:moveTo>
                  <a:lnTo>
                    <a:pt x="1" y="1945"/>
                  </a:lnTo>
                  <a:lnTo>
                    <a:pt x="205" y="2248"/>
                  </a:lnTo>
                  <a:lnTo>
                    <a:pt x="2249" y="311"/>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18" name="Google Shape;313;p4"/>
            <p:cNvSpPr/>
            <p:nvPr/>
          </p:nvSpPr>
          <p:spPr>
            <a:xfrm>
              <a:off x="4853725" y="7515750"/>
              <a:ext cx="56225" cy="53750"/>
            </a:xfrm>
            <a:custGeom>
              <a:avLst/>
              <a:ahLst/>
              <a:rect l="l" t="t" r="r" b="b"/>
              <a:pathLst>
                <a:path w="2249" h="2150" extrusionOk="0">
                  <a:moveTo>
                    <a:pt x="2044" y="0"/>
                  </a:moveTo>
                  <a:lnTo>
                    <a:pt x="1" y="1839"/>
                  </a:lnTo>
                  <a:lnTo>
                    <a:pt x="205" y="2150"/>
                  </a:lnTo>
                  <a:lnTo>
                    <a:pt x="2249" y="204"/>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19" name="Google Shape;314;p4"/>
            <p:cNvSpPr/>
            <p:nvPr/>
          </p:nvSpPr>
          <p:spPr>
            <a:xfrm>
              <a:off x="4866400" y="7528625"/>
              <a:ext cx="58875" cy="56200"/>
            </a:xfrm>
            <a:custGeom>
              <a:avLst/>
              <a:ahLst/>
              <a:rect l="l" t="t" r="r" b="b"/>
              <a:pathLst>
                <a:path w="2355" h="2248" extrusionOk="0">
                  <a:moveTo>
                    <a:pt x="2044" y="0"/>
                  </a:moveTo>
                  <a:lnTo>
                    <a:pt x="1" y="1937"/>
                  </a:lnTo>
                  <a:lnTo>
                    <a:pt x="311" y="2248"/>
                  </a:lnTo>
                  <a:lnTo>
                    <a:pt x="2355" y="302"/>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20" name="Google Shape;315;p4"/>
            <p:cNvSpPr/>
            <p:nvPr/>
          </p:nvSpPr>
          <p:spPr>
            <a:xfrm>
              <a:off x="4879275" y="7543950"/>
              <a:ext cx="58675" cy="53550"/>
            </a:xfrm>
            <a:custGeom>
              <a:avLst/>
              <a:ahLst/>
              <a:rect l="l" t="t" r="r" b="b"/>
              <a:pathLst>
                <a:path w="2347" h="2142" extrusionOk="0">
                  <a:moveTo>
                    <a:pt x="2044" y="0"/>
                  </a:moveTo>
                  <a:lnTo>
                    <a:pt x="0" y="1937"/>
                  </a:lnTo>
                  <a:lnTo>
                    <a:pt x="303" y="2141"/>
                  </a:lnTo>
                  <a:lnTo>
                    <a:pt x="2346" y="302"/>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21" name="Google Shape;316;p4"/>
            <p:cNvSpPr/>
            <p:nvPr/>
          </p:nvSpPr>
          <p:spPr>
            <a:xfrm>
              <a:off x="4266275" y="7482625"/>
              <a:ext cx="597700" cy="560675"/>
            </a:xfrm>
            <a:custGeom>
              <a:avLst/>
              <a:ahLst/>
              <a:rect l="l" t="t" r="r" b="b"/>
              <a:pathLst>
                <a:path w="23908" h="22427" extrusionOk="0">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22" name="Google Shape;317;p4"/>
            <p:cNvSpPr/>
            <p:nvPr/>
          </p:nvSpPr>
          <p:spPr>
            <a:xfrm>
              <a:off x="4294275" y="7615450"/>
              <a:ext cx="429125" cy="403000"/>
            </a:xfrm>
            <a:custGeom>
              <a:avLst/>
              <a:ahLst/>
              <a:rect l="l" t="t" r="r" b="b"/>
              <a:pathLst>
                <a:path w="17165" h="16120" extrusionOk="0">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23" name="Google Shape;318;p4"/>
            <p:cNvSpPr/>
            <p:nvPr/>
          </p:nvSpPr>
          <p:spPr>
            <a:xfrm>
              <a:off x="4736250" y="7454450"/>
              <a:ext cx="155725" cy="166150"/>
            </a:xfrm>
            <a:custGeom>
              <a:avLst/>
              <a:ahLst/>
              <a:rect l="l" t="t" r="r" b="b"/>
              <a:pathLst>
                <a:path w="6229" h="6646" extrusionOk="0">
                  <a:moveTo>
                    <a:pt x="817" y="0"/>
                  </a:moveTo>
                  <a:lnTo>
                    <a:pt x="0" y="817"/>
                  </a:lnTo>
                  <a:lnTo>
                    <a:pt x="5313" y="6645"/>
                  </a:lnTo>
                  <a:lnTo>
                    <a:pt x="6228" y="5828"/>
                  </a:lnTo>
                  <a:lnTo>
                    <a:pt x="817" y="0"/>
                  </a:lnTo>
                  <a:close/>
                </a:path>
              </a:pathLst>
            </a:custGeom>
            <a:solidFill>
              <a:srgbClr val="E8E8E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24" name="Google Shape;319;p4"/>
            <p:cNvSpPr/>
            <p:nvPr/>
          </p:nvSpPr>
          <p:spPr>
            <a:xfrm>
              <a:off x="4294275" y="7881100"/>
              <a:ext cx="143050" cy="137350"/>
            </a:xfrm>
            <a:custGeom>
              <a:avLst/>
              <a:ahLst/>
              <a:rect l="l" t="t" r="r" b="b"/>
              <a:pathLst>
                <a:path w="5722" h="5494" extrusionOk="0">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25" name="Google Shape;320;p4"/>
            <p:cNvSpPr/>
            <p:nvPr/>
          </p:nvSpPr>
          <p:spPr>
            <a:xfrm>
              <a:off x="4577875" y="7543950"/>
              <a:ext cx="125075" cy="112400"/>
            </a:xfrm>
            <a:custGeom>
              <a:avLst/>
              <a:ahLst/>
              <a:rect l="l" t="t" r="r" b="b"/>
              <a:pathLst>
                <a:path w="5003" h="4496" extrusionOk="0">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26" name="Google Shape;321;p4"/>
            <p:cNvSpPr/>
            <p:nvPr/>
          </p:nvSpPr>
          <p:spPr>
            <a:xfrm>
              <a:off x="4600775" y="7615450"/>
              <a:ext cx="66425" cy="43350"/>
            </a:xfrm>
            <a:custGeom>
              <a:avLst/>
              <a:ahLst/>
              <a:rect l="l" t="t" r="r" b="b"/>
              <a:pathLst>
                <a:path w="2657" h="1734" extrusionOk="0">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27" name="Google Shape;322;p4"/>
            <p:cNvSpPr/>
            <p:nvPr/>
          </p:nvSpPr>
          <p:spPr>
            <a:xfrm>
              <a:off x="4268725" y="6869625"/>
              <a:ext cx="209475" cy="130200"/>
            </a:xfrm>
            <a:custGeom>
              <a:avLst/>
              <a:ahLst/>
              <a:rect l="l" t="t" r="r" b="b"/>
              <a:pathLst>
                <a:path w="8379" h="5208" extrusionOk="0">
                  <a:moveTo>
                    <a:pt x="7463" y="1"/>
                  </a:moveTo>
                  <a:lnTo>
                    <a:pt x="0" y="2551"/>
                  </a:lnTo>
                  <a:lnTo>
                    <a:pt x="924" y="5207"/>
                  </a:lnTo>
                  <a:lnTo>
                    <a:pt x="8378" y="2551"/>
                  </a:lnTo>
                  <a:lnTo>
                    <a:pt x="7463" y="1"/>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28" name="Google Shape;323;p4"/>
            <p:cNvSpPr/>
            <p:nvPr/>
          </p:nvSpPr>
          <p:spPr>
            <a:xfrm>
              <a:off x="4276475" y="6928275"/>
              <a:ext cx="30675" cy="69100"/>
            </a:xfrm>
            <a:custGeom>
              <a:avLst/>
              <a:ahLst/>
              <a:rect l="l" t="t" r="r" b="b"/>
              <a:pathLst>
                <a:path w="1227" h="2764" extrusionOk="0">
                  <a:moveTo>
                    <a:pt x="303" y="1"/>
                  </a:moveTo>
                  <a:lnTo>
                    <a:pt x="1" y="107"/>
                  </a:lnTo>
                  <a:lnTo>
                    <a:pt x="916" y="2763"/>
                  </a:lnTo>
                  <a:lnTo>
                    <a:pt x="1227" y="2657"/>
                  </a:lnTo>
                  <a:lnTo>
                    <a:pt x="303"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29" name="Google Shape;324;p4"/>
            <p:cNvSpPr/>
            <p:nvPr/>
          </p:nvSpPr>
          <p:spPr>
            <a:xfrm>
              <a:off x="4294275" y="6920725"/>
              <a:ext cx="30675" cy="68875"/>
            </a:xfrm>
            <a:custGeom>
              <a:avLst/>
              <a:ahLst/>
              <a:rect l="l" t="t" r="r" b="b"/>
              <a:pathLst>
                <a:path w="1227" h="2755" extrusionOk="0">
                  <a:moveTo>
                    <a:pt x="311" y="0"/>
                  </a:moveTo>
                  <a:lnTo>
                    <a:pt x="0" y="205"/>
                  </a:lnTo>
                  <a:lnTo>
                    <a:pt x="924" y="2755"/>
                  </a:lnTo>
                  <a:lnTo>
                    <a:pt x="1226" y="2657"/>
                  </a:lnTo>
                  <a:lnTo>
                    <a:pt x="311"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30" name="Google Shape;325;p4"/>
            <p:cNvSpPr/>
            <p:nvPr/>
          </p:nvSpPr>
          <p:spPr>
            <a:xfrm>
              <a:off x="4312250" y="6915600"/>
              <a:ext cx="30675" cy="68900"/>
            </a:xfrm>
            <a:custGeom>
              <a:avLst/>
              <a:ahLst/>
              <a:rect l="l" t="t" r="r" b="b"/>
              <a:pathLst>
                <a:path w="1227" h="2756" extrusionOk="0">
                  <a:moveTo>
                    <a:pt x="303" y="1"/>
                  </a:moveTo>
                  <a:lnTo>
                    <a:pt x="0" y="99"/>
                  </a:lnTo>
                  <a:lnTo>
                    <a:pt x="916" y="2755"/>
                  </a:lnTo>
                  <a:lnTo>
                    <a:pt x="1226" y="2657"/>
                  </a:lnTo>
                  <a:lnTo>
                    <a:pt x="303"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31" name="Google Shape;326;p4"/>
            <p:cNvSpPr/>
            <p:nvPr/>
          </p:nvSpPr>
          <p:spPr>
            <a:xfrm>
              <a:off x="4330025" y="6907850"/>
              <a:ext cx="33325" cy="69075"/>
            </a:xfrm>
            <a:custGeom>
              <a:avLst/>
              <a:ahLst/>
              <a:rect l="l" t="t" r="r" b="b"/>
              <a:pathLst>
                <a:path w="1333" h="2763" extrusionOk="0">
                  <a:moveTo>
                    <a:pt x="409" y="0"/>
                  </a:moveTo>
                  <a:lnTo>
                    <a:pt x="0" y="205"/>
                  </a:lnTo>
                  <a:lnTo>
                    <a:pt x="924" y="2763"/>
                  </a:lnTo>
                  <a:lnTo>
                    <a:pt x="1333" y="2657"/>
                  </a:lnTo>
                  <a:lnTo>
                    <a:pt x="409"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32" name="Google Shape;327;p4"/>
            <p:cNvSpPr/>
            <p:nvPr/>
          </p:nvSpPr>
          <p:spPr>
            <a:xfrm>
              <a:off x="4348000" y="6902725"/>
              <a:ext cx="33125" cy="69100"/>
            </a:xfrm>
            <a:custGeom>
              <a:avLst/>
              <a:ahLst/>
              <a:rect l="l" t="t" r="r" b="b"/>
              <a:pathLst>
                <a:path w="1325" h="2764" extrusionOk="0">
                  <a:moveTo>
                    <a:pt x="409" y="1"/>
                  </a:moveTo>
                  <a:lnTo>
                    <a:pt x="1" y="107"/>
                  </a:lnTo>
                  <a:lnTo>
                    <a:pt x="916" y="2764"/>
                  </a:lnTo>
                  <a:lnTo>
                    <a:pt x="1325" y="2657"/>
                  </a:lnTo>
                  <a:lnTo>
                    <a:pt x="409"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33" name="Google Shape;328;p4"/>
            <p:cNvSpPr/>
            <p:nvPr/>
          </p:nvSpPr>
          <p:spPr>
            <a:xfrm>
              <a:off x="4368450" y="6895175"/>
              <a:ext cx="30675" cy="68875"/>
            </a:xfrm>
            <a:custGeom>
              <a:avLst/>
              <a:ahLst/>
              <a:rect l="l" t="t" r="r" b="b"/>
              <a:pathLst>
                <a:path w="1227" h="2755" extrusionOk="0">
                  <a:moveTo>
                    <a:pt x="302" y="1"/>
                  </a:moveTo>
                  <a:lnTo>
                    <a:pt x="0" y="205"/>
                  </a:lnTo>
                  <a:lnTo>
                    <a:pt x="915" y="2755"/>
                  </a:lnTo>
                  <a:lnTo>
                    <a:pt x="1226" y="2657"/>
                  </a:lnTo>
                  <a:lnTo>
                    <a:pt x="302"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34" name="Google Shape;329;p4"/>
            <p:cNvSpPr/>
            <p:nvPr/>
          </p:nvSpPr>
          <p:spPr>
            <a:xfrm>
              <a:off x="4386225" y="6890075"/>
              <a:ext cx="30675" cy="68875"/>
            </a:xfrm>
            <a:custGeom>
              <a:avLst/>
              <a:ahLst/>
              <a:rect l="l" t="t" r="r" b="b"/>
              <a:pathLst>
                <a:path w="1227" h="2755" extrusionOk="0">
                  <a:moveTo>
                    <a:pt x="311" y="0"/>
                  </a:moveTo>
                  <a:lnTo>
                    <a:pt x="0" y="98"/>
                  </a:lnTo>
                  <a:lnTo>
                    <a:pt x="924" y="2755"/>
                  </a:lnTo>
                  <a:lnTo>
                    <a:pt x="1226" y="2657"/>
                  </a:lnTo>
                  <a:lnTo>
                    <a:pt x="311"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35" name="Google Shape;330;p4"/>
            <p:cNvSpPr/>
            <p:nvPr/>
          </p:nvSpPr>
          <p:spPr>
            <a:xfrm>
              <a:off x="4404200" y="6882300"/>
              <a:ext cx="33125" cy="69100"/>
            </a:xfrm>
            <a:custGeom>
              <a:avLst/>
              <a:ahLst/>
              <a:rect l="l" t="t" r="r" b="b"/>
              <a:pathLst>
                <a:path w="1325" h="2764" extrusionOk="0">
                  <a:moveTo>
                    <a:pt x="409" y="1"/>
                  </a:moveTo>
                  <a:lnTo>
                    <a:pt x="0" y="205"/>
                  </a:lnTo>
                  <a:lnTo>
                    <a:pt x="916" y="2763"/>
                  </a:lnTo>
                  <a:lnTo>
                    <a:pt x="1324" y="2657"/>
                  </a:lnTo>
                  <a:lnTo>
                    <a:pt x="409"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36" name="Google Shape;331;p4"/>
            <p:cNvSpPr/>
            <p:nvPr/>
          </p:nvSpPr>
          <p:spPr>
            <a:xfrm>
              <a:off x="4421975" y="6877200"/>
              <a:ext cx="33325" cy="69075"/>
            </a:xfrm>
            <a:custGeom>
              <a:avLst/>
              <a:ahLst/>
              <a:rect l="l" t="t" r="r" b="b"/>
              <a:pathLst>
                <a:path w="1333" h="2763" extrusionOk="0">
                  <a:moveTo>
                    <a:pt x="409" y="0"/>
                  </a:moveTo>
                  <a:lnTo>
                    <a:pt x="0" y="107"/>
                  </a:lnTo>
                  <a:lnTo>
                    <a:pt x="924" y="2763"/>
                  </a:lnTo>
                  <a:lnTo>
                    <a:pt x="1333" y="2657"/>
                  </a:lnTo>
                  <a:lnTo>
                    <a:pt x="409"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37" name="Google Shape;332;p4"/>
            <p:cNvSpPr/>
            <p:nvPr/>
          </p:nvSpPr>
          <p:spPr>
            <a:xfrm>
              <a:off x="4439950" y="6869625"/>
              <a:ext cx="33125" cy="68900"/>
            </a:xfrm>
            <a:custGeom>
              <a:avLst/>
              <a:ahLst/>
              <a:rect l="l" t="t" r="r" b="b"/>
              <a:pathLst>
                <a:path w="1325" h="2756" extrusionOk="0">
                  <a:moveTo>
                    <a:pt x="409" y="1"/>
                  </a:moveTo>
                  <a:lnTo>
                    <a:pt x="1" y="99"/>
                  </a:lnTo>
                  <a:lnTo>
                    <a:pt x="1022" y="2755"/>
                  </a:lnTo>
                  <a:lnTo>
                    <a:pt x="1325" y="2657"/>
                  </a:lnTo>
                  <a:lnTo>
                    <a:pt x="409"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38" name="Google Shape;333;p4"/>
            <p:cNvSpPr/>
            <p:nvPr/>
          </p:nvSpPr>
          <p:spPr>
            <a:xfrm>
              <a:off x="4314700" y="6956475"/>
              <a:ext cx="367825" cy="694425"/>
            </a:xfrm>
            <a:custGeom>
              <a:avLst/>
              <a:ahLst/>
              <a:rect l="l" t="t" r="r" b="b"/>
              <a:pathLst>
                <a:path w="14713" h="27777" extrusionOk="0">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39" name="Google Shape;334;p4"/>
            <p:cNvSpPr/>
            <p:nvPr/>
          </p:nvSpPr>
          <p:spPr>
            <a:xfrm>
              <a:off x="4391325" y="7125050"/>
              <a:ext cx="265650" cy="498700"/>
            </a:xfrm>
            <a:custGeom>
              <a:avLst/>
              <a:ahLst/>
              <a:rect l="l" t="t" r="r" b="b"/>
              <a:pathLst>
                <a:path w="10626" h="19948" extrusionOk="0">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40" name="Google Shape;335;p4"/>
            <p:cNvSpPr/>
            <p:nvPr/>
          </p:nvSpPr>
          <p:spPr>
            <a:xfrm>
              <a:off x="4289150" y="6933375"/>
              <a:ext cx="196800" cy="91975"/>
            </a:xfrm>
            <a:custGeom>
              <a:avLst/>
              <a:ahLst/>
              <a:rect l="l" t="t" r="r" b="b"/>
              <a:pathLst>
                <a:path w="7872" h="3679" extrusionOk="0">
                  <a:moveTo>
                    <a:pt x="7561" y="1"/>
                  </a:moveTo>
                  <a:lnTo>
                    <a:pt x="1" y="2559"/>
                  </a:lnTo>
                  <a:lnTo>
                    <a:pt x="409" y="3679"/>
                  </a:lnTo>
                  <a:lnTo>
                    <a:pt x="7872" y="1023"/>
                  </a:lnTo>
                  <a:lnTo>
                    <a:pt x="7561" y="1"/>
                  </a:lnTo>
                  <a:close/>
                </a:path>
              </a:pathLst>
            </a:custGeom>
            <a:solidFill>
              <a:srgbClr val="E8E8E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41" name="Google Shape;336;p4"/>
            <p:cNvSpPr/>
            <p:nvPr/>
          </p:nvSpPr>
          <p:spPr>
            <a:xfrm>
              <a:off x="4519025" y="7495300"/>
              <a:ext cx="137950" cy="128450"/>
            </a:xfrm>
            <a:custGeom>
              <a:avLst/>
              <a:ahLst/>
              <a:rect l="l" t="t" r="r" b="b"/>
              <a:pathLst>
                <a:path w="5518" h="5138" extrusionOk="0">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842" name="Google Shape;337;p4"/>
          <p:cNvSpPr/>
          <p:nvPr/>
        </p:nvSpPr>
        <p:spPr>
          <a:xfrm>
            <a:off x="8554680" y="962741"/>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43" name="Google Shape;338;p4"/>
          <p:cNvSpPr/>
          <p:nvPr/>
        </p:nvSpPr>
        <p:spPr>
          <a:xfrm>
            <a:off x="7189992" y="173020"/>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44" name="Google Shape;339;p4"/>
          <p:cNvSpPr/>
          <p:nvPr/>
        </p:nvSpPr>
        <p:spPr>
          <a:xfrm>
            <a:off x="8924753" y="1385788"/>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45" name="Google Shape;340;p4"/>
          <p:cNvSpPr/>
          <p:nvPr/>
        </p:nvSpPr>
        <p:spPr>
          <a:xfrm>
            <a:off x="8462988" y="687751"/>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46" name="Google Shape;341;p4"/>
          <p:cNvSpPr/>
          <p:nvPr/>
        </p:nvSpPr>
        <p:spPr>
          <a:xfrm>
            <a:off x="8364298" y="271702"/>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47" name="Google Shape;342;p4"/>
          <p:cNvSpPr/>
          <p:nvPr/>
        </p:nvSpPr>
        <p:spPr>
          <a:xfrm>
            <a:off x="6710472" y="381141"/>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80" name="Shape 455"/>
        <p:cNvGrpSpPr/>
        <p:nvPr/>
      </p:nvGrpSpPr>
      <p:grpSpPr>
        <a:xfrm>
          <a:off x="0" y="0"/>
          <a:ext cx="0" cy="0"/>
          <a:chOff x="0" y="0"/>
          <a:chExt cx="0" cy="0"/>
        </a:xfrm>
      </p:grpSpPr>
      <p:sp>
        <p:nvSpPr>
          <p:cNvPr id="1049145" name="Google Shape;456;p9"/>
          <p:cNvSpPr/>
          <p:nvPr/>
        </p:nvSpPr>
        <p:spPr>
          <a:xfrm>
            <a:off x="7172325" y="2239350"/>
            <a:ext cx="1971667" cy="2904128"/>
          </a:xfrm>
          <a:custGeom>
            <a:avLst/>
            <a:ah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81" name="Google Shape;457;p9"/>
          <p:cNvGrpSpPr/>
          <p:nvPr/>
        </p:nvGrpSpPr>
        <p:grpSpPr>
          <a:xfrm>
            <a:off x="7172313" y="4341638"/>
            <a:ext cx="985925" cy="744150"/>
            <a:chOff x="1666700" y="5967688"/>
            <a:chExt cx="985925" cy="744150"/>
          </a:xfrm>
        </p:grpSpPr>
        <p:sp>
          <p:nvSpPr>
            <p:cNvPr id="1049146" name="Google Shape;458;p9"/>
            <p:cNvSpPr/>
            <p:nvPr/>
          </p:nvSpPr>
          <p:spPr>
            <a:xfrm>
              <a:off x="1666700" y="5967688"/>
              <a:ext cx="985925" cy="744150"/>
            </a:xfrm>
            <a:custGeom>
              <a:avLst/>
              <a:ah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47" name="Google Shape;459;p9"/>
            <p:cNvSpPr/>
            <p:nvPr/>
          </p:nvSpPr>
          <p:spPr>
            <a:xfrm>
              <a:off x="1758650" y="6363863"/>
              <a:ext cx="130375" cy="130375"/>
            </a:xfrm>
            <a:custGeom>
              <a:avLst/>
              <a:ah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48" name="Google Shape;460;p9"/>
            <p:cNvSpPr/>
            <p:nvPr/>
          </p:nvSpPr>
          <p:spPr>
            <a:xfrm>
              <a:off x="1735750" y="6361013"/>
              <a:ext cx="148175" cy="131150"/>
            </a:xfrm>
            <a:custGeom>
              <a:avLst/>
              <a:ah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49" name="Google Shape;461;p9"/>
            <p:cNvSpPr/>
            <p:nvPr/>
          </p:nvSpPr>
          <p:spPr>
            <a:xfrm>
              <a:off x="1766400" y="6369163"/>
              <a:ext cx="117525" cy="122175"/>
            </a:xfrm>
            <a:custGeom>
              <a:avLst/>
              <a:ah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50" name="Google Shape;462;p9"/>
            <p:cNvSpPr/>
            <p:nvPr/>
          </p:nvSpPr>
          <p:spPr>
            <a:xfrm>
              <a:off x="1751075" y="6397163"/>
              <a:ext cx="119975" cy="66425"/>
            </a:xfrm>
            <a:custGeom>
              <a:avLst/>
              <a:ah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51" name="Google Shape;463;p9"/>
            <p:cNvSpPr/>
            <p:nvPr/>
          </p:nvSpPr>
          <p:spPr>
            <a:xfrm>
              <a:off x="1748425" y="6392063"/>
              <a:ext cx="120175" cy="69075"/>
            </a:xfrm>
            <a:custGeom>
              <a:avLst/>
              <a:ah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52" name="Google Shape;464;p9"/>
            <p:cNvSpPr/>
            <p:nvPr/>
          </p:nvSpPr>
          <p:spPr>
            <a:xfrm>
              <a:off x="1911900" y="6282113"/>
              <a:ext cx="130375" cy="130400"/>
            </a:xfrm>
            <a:custGeom>
              <a:avLst/>
              <a:ah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53" name="Google Shape;465;p9"/>
            <p:cNvSpPr/>
            <p:nvPr/>
          </p:nvSpPr>
          <p:spPr>
            <a:xfrm>
              <a:off x="1889000" y="6279288"/>
              <a:ext cx="148175" cy="129975"/>
            </a:xfrm>
            <a:custGeom>
              <a:avLst/>
              <a:ah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54" name="Google Shape;466;p9"/>
            <p:cNvSpPr/>
            <p:nvPr/>
          </p:nvSpPr>
          <p:spPr>
            <a:xfrm>
              <a:off x="1922125" y="6287438"/>
              <a:ext cx="115050" cy="122175"/>
            </a:xfrm>
            <a:custGeom>
              <a:avLst/>
              <a:ah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55" name="Google Shape;467;p9"/>
            <p:cNvSpPr/>
            <p:nvPr/>
          </p:nvSpPr>
          <p:spPr>
            <a:xfrm>
              <a:off x="1906800" y="6315438"/>
              <a:ext cx="117500" cy="66425"/>
            </a:xfrm>
            <a:custGeom>
              <a:avLst/>
              <a:ah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56" name="Google Shape;468;p9"/>
            <p:cNvSpPr/>
            <p:nvPr/>
          </p:nvSpPr>
          <p:spPr>
            <a:xfrm>
              <a:off x="1904325" y="6310313"/>
              <a:ext cx="119975" cy="69100"/>
            </a:xfrm>
            <a:custGeom>
              <a:avLst/>
              <a:ah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57" name="Google Shape;469;p9"/>
            <p:cNvSpPr/>
            <p:nvPr/>
          </p:nvSpPr>
          <p:spPr>
            <a:xfrm>
              <a:off x="2067800" y="6200388"/>
              <a:ext cx="130200" cy="130400"/>
            </a:xfrm>
            <a:custGeom>
              <a:avLst/>
              <a:ah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58" name="Google Shape;470;p9"/>
            <p:cNvSpPr/>
            <p:nvPr/>
          </p:nvSpPr>
          <p:spPr>
            <a:xfrm>
              <a:off x="2044725" y="6197563"/>
              <a:ext cx="148150" cy="129975"/>
            </a:xfrm>
            <a:custGeom>
              <a:avLst/>
              <a:ah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59" name="Google Shape;471;p9"/>
            <p:cNvSpPr/>
            <p:nvPr/>
          </p:nvSpPr>
          <p:spPr>
            <a:xfrm>
              <a:off x="2078025" y="6205713"/>
              <a:ext cx="114850" cy="122175"/>
            </a:xfrm>
            <a:custGeom>
              <a:avLst/>
              <a:ah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60" name="Google Shape;472;p9"/>
            <p:cNvSpPr/>
            <p:nvPr/>
          </p:nvSpPr>
          <p:spPr>
            <a:xfrm>
              <a:off x="2060050" y="6233688"/>
              <a:ext cx="120175" cy="66450"/>
            </a:xfrm>
            <a:custGeom>
              <a:avLst/>
              <a:ah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61" name="Google Shape;473;p9"/>
            <p:cNvSpPr/>
            <p:nvPr/>
          </p:nvSpPr>
          <p:spPr>
            <a:xfrm>
              <a:off x="2060050" y="6228588"/>
              <a:ext cx="117500" cy="69100"/>
            </a:xfrm>
            <a:custGeom>
              <a:avLst/>
              <a:ah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62" name="Google Shape;474;p9"/>
            <p:cNvSpPr/>
            <p:nvPr/>
          </p:nvSpPr>
          <p:spPr>
            <a:xfrm>
              <a:off x="2221050" y="6118663"/>
              <a:ext cx="130200" cy="130375"/>
            </a:xfrm>
            <a:custGeom>
              <a:avLst/>
              <a:ah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63" name="Google Shape;475;p9"/>
            <p:cNvSpPr/>
            <p:nvPr/>
          </p:nvSpPr>
          <p:spPr>
            <a:xfrm>
              <a:off x="2197975" y="6115813"/>
              <a:ext cx="150825" cy="129975"/>
            </a:xfrm>
            <a:custGeom>
              <a:avLst/>
              <a:ah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64" name="Google Shape;476;p9"/>
            <p:cNvSpPr/>
            <p:nvPr/>
          </p:nvSpPr>
          <p:spPr>
            <a:xfrm>
              <a:off x="2231275" y="6123963"/>
              <a:ext cx="117525" cy="122175"/>
            </a:xfrm>
            <a:custGeom>
              <a:avLst/>
              <a:ah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65" name="Google Shape;477;p9"/>
            <p:cNvSpPr/>
            <p:nvPr/>
          </p:nvSpPr>
          <p:spPr>
            <a:xfrm>
              <a:off x="2215950" y="6151963"/>
              <a:ext cx="117525" cy="66425"/>
            </a:xfrm>
            <a:custGeom>
              <a:avLst/>
              <a:ah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66" name="Google Shape;478;p9"/>
            <p:cNvSpPr/>
            <p:nvPr/>
          </p:nvSpPr>
          <p:spPr>
            <a:xfrm>
              <a:off x="2213300" y="6146863"/>
              <a:ext cx="120175" cy="69075"/>
            </a:xfrm>
            <a:custGeom>
              <a:avLst/>
              <a:ah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67" name="Google Shape;479;p9"/>
            <p:cNvSpPr/>
            <p:nvPr/>
          </p:nvSpPr>
          <p:spPr>
            <a:xfrm>
              <a:off x="2376750" y="6036913"/>
              <a:ext cx="130400" cy="130400"/>
            </a:xfrm>
            <a:custGeom>
              <a:avLst/>
              <a:ah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68" name="Google Shape;480;p9"/>
            <p:cNvSpPr/>
            <p:nvPr/>
          </p:nvSpPr>
          <p:spPr>
            <a:xfrm>
              <a:off x="2353875" y="6034013"/>
              <a:ext cx="148175" cy="130050"/>
            </a:xfrm>
            <a:custGeom>
              <a:avLst/>
              <a:ah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69" name="Google Shape;481;p9"/>
            <p:cNvSpPr/>
            <p:nvPr/>
          </p:nvSpPr>
          <p:spPr>
            <a:xfrm>
              <a:off x="2386975" y="6042238"/>
              <a:ext cx="115075" cy="122175"/>
            </a:xfrm>
            <a:custGeom>
              <a:avLst/>
              <a:ah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70" name="Google Shape;482;p9"/>
            <p:cNvSpPr/>
            <p:nvPr/>
          </p:nvSpPr>
          <p:spPr>
            <a:xfrm>
              <a:off x="2371650" y="6070238"/>
              <a:ext cx="117525" cy="66425"/>
            </a:xfrm>
            <a:custGeom>
              <a:avLst/>
              <a:ah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71" name="Google Shape;483;p9"/>
            <p:cNvSpPr/>
            <p:nvPr/>
          </p:nvSpPr>
          <p:spPr>
            <a:xfrm>
              <a:off x="2369200" y="6065113"/>
              <a:ext cx="117525" cy="69100"/>
            </a:xfrm>
            <a:custGeom>
              <a:avLst/>
              <a:ah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72" name="Google Shape;484;p9"/>
            <p:cNvSpPr/>
            <p:nvPr/>
          </p:nvSpPr>
          <p:spPr>
            <a:xfrm>
              <a:off x="1832825" y="6506888"/>
              <a:ext cx="130175" cy="130400"/>
            </a:xfrm>
            <a:custGeom>
              <a:avLst/>
              <a:ah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73" name="Google Shape;485;p9"/>
            <p:cNvSpPr/>
            <p:nvPr/>
          </p:nvSpPr>
          <p:spPr>
            <a:xfrm>
              <a:off x="1809725" y="6504063"/>
              <a:ext cx="148175" cy="129975"/>
            </a:xfrm>
            <a:custGeom>
              <a:avLst/>
              <a:ah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74" name="Google Shape;486;p9"/>
            <p:cNvSpPr/>
            <p:nvPr/>
          </p:nvSpPr>
          <p:spPr>
            <a:xfrm>
              <a:off x="1843025" y="6512213"/>
              <a:ext cx="114875" cy="122175"/>
            </a:xfrm>
            <a:custGeom>
              <a:avLst/>
              <a:ah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75" name="Google Shape;487;p9"/>
            <p:cNvSpPr/>
            <p:nvPr/>
          </p:nvSpPr>
          <p:spPr>
            <a:xfrm>
              <a:off x="1827700" y="6540188"/>
              <a:ext cx="117525" cy="66450"/>
            </a:xfrm>
            <a:custGeom>
              <a:avLst/>
              <a:ah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76" name="Google Shape;488;p9"/>
            <p:cNvSpPr/>
            <p:nvPr/>
          </p:nvSpPr>
          <p:spPr>
            <a:xfrm>
              <a:off x="1825050" y="6535088"/>
              <a:ext cx="120175" cy="69100"/>
            </a:xfrm>
            <a:custGeom>
              <a:avLst/>
              <a:ah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77" name="Google Shape;489;p9"/>
            <p:cNvSpPr/>
            <p:nvPr/>
          </p:nvSpPr>
          <p:spPr>
            <a:xfrm>
              <a:off x="1988525" y="6425163"/>
              <a:ext cx="130400" cy="130375"/>
            </a:xfrm>
            <a:custGeom>
              <a:avLst/>
              <a:ah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78" name="Google Shape;490;p9"/>
            <p:cNvSpPr/>
            <p:nvPr/>
          </p:nvSpPr>
          <p:spPr>
            <a:xfrm>
              <a:off x="1965625" y="6422313"/>
              <a:ext cx="148175" cy="129975"/>
            </a:xfrm>
            <a:custGeom>
              <a:avLst/>
              <a:ah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79" name="Google Shape;491;p9"/>
            <p:cNvSpPr/>
            <p:nvPr/>
          </p:nvSpPr>
          <p:spPr>
            <a:xfrm>
              <a:off x="1998750" y="6430463"/>
              <a:ext cx="115050" cy="122175"/>
            </a:xfrm>
            <a:custGeom>
              <a:avLst/>
              <a:ah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80" name="Google Shape;492;p9"/>
            <p:cNvSpPr/>
            <p:nvPr/>
          </p:nvSpPr>
          <p:spPr>
            <a:xfrm>
              <a:off x="1980950" y="6458463"/>
              <a:ext cx="119975" cy="66425"/>
            </a:xfrm>
            <a:custGeom>
              <a:avLst/>
              <a:ah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81" name="Google Shape;493;p9"/>
            <p:cNvSpPr/>
            <p:nvPr/>
          </p:nvSpPr>
          <p:spPr>
            <a:xfrm>
              <a:off x="1980950" y="6453363"/>
              <a:ext cx="117525" cy="69075"/>
            </a:xfrm>
            <a:custGeom>
              <a:avLst/>
              <a:ah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82" name="Google Shape;494;p9"/>
            <p:cNvSpPr/>
            <p:nvPr/>
          </p:nvSpPr>
          <p:spPr>
            <a:xfrm>
              <a:off x="2141775" y="6343413"/>
              <a:ext cx="130400" cy="130400"/>
            </a:xfrm>
            <a:custGeom>
              <a:avLst/>
              <a:ah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83" name="Google Shape;495;p9"/>
            <p:cNvSpPr/>
            <p:nvPr/>
          </p:nvSpPr>
          <p:spPr>
            <a:xfrm>
              <a:off x="2118900" y="6340513"/>
              <a:ext cx="150600" cy="130050"/>
            </a:xfrm>
            <a:custGeom>
              <a:avLst/>
              <a:ah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84" name="Google Shape;496;p9"/>
            <p:cNvSpPr/>
            <p:nvPr/>
          </p:nvSpPr>
          <p:spPr>
            <a:xfrm>
              <a:off x="2152000" y="6348738"/>
              <a:ext cx="117500" cy="122175"/>
            </a:xfrm>
            <a:custGeom>
              <a:avLst/>
              <a:ah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85" name="Google Shape;497;p9"/>
            <p:cNvSpPr/>
            <p:nvPr/>
          </p:nvSpPr>
          <p:spPr>
            <a:xfrm>
              <a:off x="2136675" y="6376738"/>
              <a:ext cx="117500" cy="66425"/>
            </a:xfrm>
            <a:custGeom>
              <a:avLst/>
              <a:ah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86" name="Google Shape;498;p9"/>
            <p:cNvSpPr/>
            <p:nvPr/>
          </p:nvSpPr>
          <p:spPr>
            <a:xfrm>
              <a:off x="2134225" y="6371613"/>
              <a:ext cx="119950" cy="66450"/>
            </a:xfrm>
            <a:custGeom>
              <a:avLst/>
              <a:ah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87" name="Google Shape;499;p9"/>
            <p:cNvSpPr/>
            <p:nvPr/>
          </p:nvSpPr>
          <p:spPr>
            <a:xfrm>
              <a:off x="2297675" y="6261688"/>
              <a:ext cx="130200" cy="130400"/>
            </a:xfrm>
            <a:custGeom>
              <a:avLst/>
              <a:ah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88" name="Google Shape;500;p9"/>
            <p:cNvSpPr/>
            <p:nvPr/>
          </p:nvSpPr>
          <p:spPr>
            <a:xfrm>
              <a:off x="2274600" y="6258788"/>
              <a:ext cx="148150" cy="129600"/>
            </a:xfrm>
            <a:custGeom>
              <a:avLst/>
              <a:ah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89" name="Google Shape;501;p9"/>
            <p:cNvSpPr/>
            <p:nvPr/>
          </p:nvSpPr>
          <p:spPr>
            <a:xfrm>
              <a:off x="2307900" y="6267013"/>
              <a:ext cx="114850" cy="122175"/>
            </a:xfrm>
            <a:custGeom>
              <a:avLst/>
              <a:ah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90" name="Google Shape;502;p9"/>
            <p:cNvSpPr/>
            <p:nvPr/>
          </p:nvSpPr>
          <p:spPr>
            <a:xfrm>
              <a:off x="2292575" y="6292538"/>
              <a:ext cx="117525" cy="68900"/>
            </a:xfrm>
            <a:custGeom>
              <a:avLst/>
              <a:ah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91" name="Google Shape;503;p9"/>
            <p:cNvSpPr/>
            <p:nvPr/>
          </p:nvSpPr>
          <p:spPr>
            <a:xfrm>
              <a:off x="2289925" y="6289888"/>
              <a:ext cx="117500" cy="66425"/>
            </a:xfrm>
            <a:custGeom>
              <a:avLst/>
              <a:ah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92" name="Google Shape;504;p9"/>
            <p:cNvSpPr/>
            <p:nvPr/>
          </p:nvSpPr>
          <p:spPr>
            <a:xfrm>
              <a:off x="2453375" y="6179963"/>
              <a:ext cx="130400" cy="130375"/>
            </a:xfrm>
            <a:custGeom>
              <a:avLst/>
              <a:ah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93" name="Google Shape;505;p9"/>
            <p:cNvSpPr/>
            <p:nvPr/>
          </p:nvSpPr>
          <p:spPr>
            <a:xfrm>
              <a:off x="2430500" y="6177038"/>
              <a:ext cx="148175" cy="129600"/>
            </a:xfrm>
            <a:custGeom>
              <a:avLst/>
              <a:ah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94" name="Google Shape;506;p9"/>
            <p:cNvSpPr/>
            <p:nvPr/>
          </p:nvSpPr>
          <p:spPr>
            <a:xfrm>
              <a:off x="2461150" y="6182613"/>
              <a:ext cx="117525" cy="124825"/>
            </a:xfrm>
            <a:custGeom>
              <a:avLst/>
              <a:ah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95" name="Google Shape;507;p9"/>
            <p:cNvSpPr/>
            <p:nvPr/>
          </p:nvSpPr>
          <p:spPr>
            <a:xfrm>
              <a:off x="2445825" y="6210813"/>
              <a:ext cx="119975" cy="68875"/>
            </a:xfrm>
            <a:custGeom>
              <a:avLst/>
              <a:ah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96" name="Google Shape;508;p9"/>
            <p:cNvSpPr/>
            <p:nvPr/>
          </p:nvSpPr>
          <p:spPr>
            <a:xfrm>
              <a:off x="2443175" y="6208163"/>
              <a:ext cx="120175" cy="66425"/>
            </a:xfrm>
            <a:custGeom>
              <a:avLst/>
              <a:ah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nvGrpSpPr>
          <p:cNvPr id="82" name="Google Shape;509;p9"/>
          <p:cNvGrpSpPr/>
          <p:nvPr/>
        </p:nvGrpSpPr>
        <p:grpSpPr>
          <a:xfrm>
            <a:off x="8430725" y="4291775"/>
            <a:ext cx="480225" cy="615300"/>
            <a:chOff x="912850" y="4743425"/>
            <a:chExt cx="480225" cy="615300"/>
          </a:xfrm>
        </p:grpSpPr>
        <p:sp>
          <p:nvSpPr>
            <p:cNvPr id="1049197" name="Google Shape;510;p9"/>
            <p:cNvSpPr/>
            <p:nvPr/>
          </p:nvSpPr>
          <p:spPr>
            <a:xfrm>
              <a:off x="912850" y="4825175"/>
              <a:ext cx="480225" cy="533550"/>
            </a:xfrm>
            <a:custGeom>
              <a:avLst/>
              <a:ah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98" name="Google Shape;511;p9"/>
            <p:cNvSpPr/>
            <p:nvPr/>
          </p:nvSpPr>
          <p:spPr>
            <a:xfrm>
              <a:off x="1055900" y="4825175"/>
              <a:ext cx="291200" cy="71525"/>
            </a:xfrm>
            <a:custGeom>
              <a:avLst/>
              <a:ah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199" name="Google Shape;512;p9"/>
            <p:cNvSpPr/>
            <p:nvPr/>
          </p:nvSpPr>
          <p:spPr>
            <a:xfrm>
              <a:off x="1038125" y="4743425"/>
              <a:ext cx="344725" cy="143075"/>
            </a:xfrm>
            <a:custGeom>
              <a:avLst/>
              <a:ah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00" name="Google Shape;513;p9"/>
            <p:cNvSpPr/>
            <p:nvPr/>
          </p:nvSpPr>
          <p:spPr>
            <a:xfrm>
              <a:off x="1050775" y="4745900"/>
              <a:ext cx="28225" cy="79300"/>
            </a:xfrm>
            <a:custGeom>
              <a:avLst/>
              <a:ah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01" name="Google Shape;514;p9"/>
            <p:cNvSpPr/>
            <p:nvPr/>
          </p:nvSpPr>
          <p:spPr>
            <a:xfrm>
              <a:off x="1078975" y="4751000"/>
              <a:ext cx="30675" cy="81750"/>
            </a:xfrm>
            <a:custGeom>
              <a:avLst/>
              <a:ah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02" name="Google Shape;515;p9"/>
            <p:cNvSpPr/>
            <p:nvPr/>
          </p:nvSpPr>
          <p:spPr>
            <a:xfrm>
              <a:off x="1109625" y="4756100"/>
              <a:ext cx="28025" cy="81775"/>
            </a:xfrm>
            <a:custGeom>
              <a:avLst/>
              <a:ah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03" name="Google Shape;516;p9"/>
            <p:cNvSpPr/>
            <p:nvPr/>
          </p:nvSpPr>
          <p:spPr>
            <a:xfrm>
              <a:off x="1137625" y="4763875"/>
              <a:ext cx="30675" cy="79100"/>
            </a:xfrm>
            <a:custGeom>
              <a:avLst/>
              <a:ah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04" name="Google Shape;517;p9"/>
            <p:cNvSpPr/>
            <p:nvPr/>
          </p:nvSpPr>
          <p:spPr>
            <a:xfrm>
              <a:off x="1165825" y="4768975"/>
              <a:ext cx="30675" cy="79100"/>
            </a:xfrm>
            <a:custGeom>
              <a:avLst/>
              <a:ah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05" name="Google Shape;518;p9"/>
            <p:cNvSpPr/>
            <p:nvPr/>
          </p:nvSpPr>
          <p:spPr>
            <a:xfrm>
              <a:off x="1196475" y="4774075"/>
              <a:ext cx="28025" cy="81775"/>
            </a:xfrm>
            <a:custGeom>
              <a:avLst/>
              <a:ah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06" name="Google Shape;519;p9"/>
            <p:cNvSpPr/>
            <p:nvPr/>
          </p:nvSpPr>
          <p:spPr>
            <a:xfrm>
              <a:off x="1224475" y="4779200"/>
              <a:ext cx="30675" cy="81750"/>
            </a:xfrm>
            <a:custGeom>
              <a:avLst/>
              <a:ah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07" name="Google Shape;520;p9"/>
            <p:cNvSpPr/>
            <p:nvPr/>
          </p:nvSpPr>
          <p:spPr>
            <a:xfrm>
              <a:off x="1255125" y="4786750"/>
              <a:ext cx="28225" cy="79300"/>
            </a:xfrm>
            <a:custGeom>
              <a:avLst/>
              <a:ah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08" name="Google Shape;521;p9"/>
            <p:cNvSpPr/>
            <p:nvPr/>
          </p:nvSpPr>
          <p:spPr>
            <a:xfrm>
              <a:off x="1283325" y="4791875"/>
              <a:ext cx="30675" cy="81750"/>
            </a:xfrm>
            <a:custGeom>
              <a:avLst/>
              <a:ah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09" name="Google Shape;522;p9"/>
            <p:cNvSpPr/>
            <p:nvPr/>
          </p:nvSpPr>
          <p:spPr>
            <a:xfrm>
              <a:off x="1313975" y="4796975"/>
              <a:ext cx="28000" cy="81750"/>
            </a:xfrm>
            <a:custGeom>
              <a:avLst/>
              <a:ah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10" name="Google Shape;523;p9"/>
            <p:cNvSpPr/>
            <p:nvPr/>
          </p:nvSpPr>
          <p:spPr>
            <a:xfrm>
              <a:off x="1341950" y="4804725"/>
              <a:ext cx="30675" cy="79125"/>
            </a:xfrm>
            <a:custGeom>
              <a:avLst/>
              <a:ah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11" name="Google Shape;524;p9"/>
            <p:cNvSpPr/>
            <p:nvPr/>
          </p:nvSpPr>
          <p:spPr>
            <a:xfrm>
              <a:off x="935950" y="4963100"/>
              <a:ext cx="441800" cy="260550"/>
            </a:xfrm>
            <a:custGeom>
              <a:avLst/>
              <a:ah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12" name="Google Shape;525;p9"/>
            <p:cNvSpPr/>
            <p:nvPr/>
          </p:nvSpPr>
          <p:spPr>
            <a:xfrm>
              <a:off x="912850" y="5169875"/>
              <a:ext cx="424025" cy="188850"/>
            </a:xfrm>
            <a:custGeom>
              <a:avLst/>
              <a:ah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13" name="Google Shape;526;p9"/>
            <p:cNvSpPr/>
            <p:nvPr/>
          </p:nvSpPr>
          <p:spPr>
            <a:xfrm>
              <a:off x="963950" y="4963100"/>
              <a:ext cx="413800" cy="112400"/>
            </a:xfrm>
            <a:custGeom>
              <a:avLst/>
              <a:ah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14" name="Google Shape;527;p9"/>
            <p:cNvSpPr/>
            <p:nvPr/>
          </p:nvSpPr>
          <p:spPr>
            <a:xfrm>
              <a:off x="984375" y="5034625"/>
              <a:ext cx="94625" cy="94425"/>
            </a:xfrm>
            <a:custGeom>
              <a:avLst/>
              <a:ah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15" name="Google Shape;528;p9"/>
            <p:cNvSpPr/>
            <p:nvPr/>
          </p:nvSpPr>
          <p:spPr>
            <a:xfrm>
              <a:off x="1178500" y="5075475"/>
              <a:ext cx="145700" cy="43350"/>
            </a:xfrm>
            <a:custGeom>
              <a:avLst/>
              <a:ah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16" name="Google Shape;529;p9"/>
            <p:cNvSpPr/>
            <p:nvPr/>
          </p:nvSpPr>
          <p:spPr>
            <a:xfrm>
              <a:off x="1170925" y="5113700"/>
              <a:ext cx="145525" cy="43550"/>
            </a:xfrm>
            <a:custGeom>
              <a:avLst/>
              <a:ah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9217" name="Google Shape;530;p9"/>
          <p:cNvSpPr/>
          <p:nvPr/>
        </p:nvSpPr>
        <p:spPr>
          <a:xfrm rot="5400000" flipH="1">
            <a:off x="466225" y="-456625"/>
            <a:ext cx="1971667" cy="2904128"/>
          </a:xfrm>
          <a:custGeom>
            <a:avLst/>
            <a:ah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18" name="Google Shape;531;p9"/>
          <p:cNvSpPr/>
          <p:nvPr/>
        </p:nvSpPr>
        <p:spPr>
          <a:xfrm>
            <a:off x="8554680" y="962741"/>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19" name="Google Shape;532;p9"/>
          <p:cNvSpPr/>
          <p:nvPr/>
        </p:nvSpPr>
        <p:spPr>
          <a:xfrm>
            <a:off x="7189992" y="173020"/>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20" name="Google Shape;533;p9"/>
          <p:cNvSpPr/>
          <p:nvPr/>
        </p:nvSpPr>
        <p:spPr>
          <a:xfrm>
            <a:off x="8924753" y="1385788"/>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21" name="Google Shape;534;p9"/>
          <p:cNvSpPr/>
          <p:nvPr/>
        </p:nvSpPr>
        <p:spPr>
          <a:xfrm>
            <a:off x="8462988" y="687751"/>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22" name="Google Shape;535;p9"/>
          <p:cNvSpPr/>
          <p:nvPr/>
        </p:nvSpPr>
        <p:spPr>
          <a:xfrm>
            <a:off x="8364298" y="271702"/>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23" name="Google Shape;536;p9"/>
          <p:cNvSpPr/>
          <p:nvPr/>
        </p:nvSpPr>
        <p:spPr>
          <a:xfrm>
            <a:off x="6710472" y="381141"/>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24" name="Google Shape;537;p9"/>
          <p:cNvSpPr/>
          <p:nvPr/>
        </p:nvSpPr>
        <p:spPr>
          <a:xfrm>
            <a:off x="1083565" y="4715859"/>
            <a:ext cx="207943" cy="207927"/>
          </a:xfrm>
          <a:custGeom>
            <a:avLst/>
            <a:ah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25" name="Google Shape;538;p9"/>
          <p:cNvSpPr/>
          <p:nvPr/>
        </p:nvSpPr>
        <p:spPr>
          <a:xfrm>
            <a:off x="713233" y="4839164"/>
            <a:ext cx="60134" cy="60130"/>
          </a:xfrm>
          <a:custGeom>
            <a:avLst/>
            <a:ah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26" name="Google Shape;539;p9"/>
          <p:cNvSpPr/>
          <p:nvPr/>
        </p:nvSpPr>
        <p:spPr>
          <a:xfrm>
            <a:off x="1640651" y="4599423"/>
            <a:ext cx="59875" cy="56436"/>
          </a:xfrm>
          <a:custGeom>
            <a:avLst/>
            <a:ah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83" name="Google Shape;540;p9"/>
          <p:cNvGrpSpPr/>
          <p:nvPr/>
        </p:nvGrpSpPr>
        <p:grpSpPr>
          <a:xfrm>
            <a:off x="179825" y="158500"/>
            <a:ext cx="674325" cy="1173675"/>
            <a:chOff x="4266275" y="6869625"/>
            <a:chExt cx="674325" cy="1173675"/>
          </a:xfrm>
        </p:grpSpPr>
        <p:sp>
          <p:nvSpPr>
            <p:cNvPr id="1049227" name="Google Shape;541;p9"/>
            <p:cNvSpPr/>
            <p:nvPr/>
          </p:nvSpPr>
          <p:spPr>
            <a:xfrm>
              <a:off x="4754025" y="7408475"/>
              <a:ext cx="186575" cy="194125"/>
            </a:xfrm>
            <a:custGeom>
              <a:avLst/>
              <a:ahLst/>
              <a:rect l="l" t="t" r="r" b="b"/>
              <a:pathLst>
                <a:path w="7463" h="7765" extrusionOk="0">
                  <a:moveTo>
                    <a:pt x="2044" y="0"/>
                  </a:moveTo>
                  <a:lnTo>
                    <a:pt x="0" y="1945"/>
                  </a:lnTo>
                  <a:lnTo>
                    <a:pt x="5419" y="7765"/>
                  </a:lnTo>
                  <a:lnTo>
                    <a:pt x="7463" y="5828"/>
                  </a:lnTo>
                  <a:lnTo>
                    <a:pt x="2044" y="0"/>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28" name="Google Shape;542;p9"/>
            <p:cNvSpPr/>
            <p:nvPr/>
          </p:nvSpPr>
          <p:spPr>
            <a:xfrm>
              <a:off x="4759125" y="7416225"/>
              <a:ext cx="58875" cy="53575"/>
            </a:xfrm>
            <a:custGeom>
              <a:avLst/>
              <a:ahLst/>
              <a:rect l="l" t="t" r="r" b="b"/>
              <a:pathLst>
                <a:path w="2355" h="2143" extrusionOk="0">
                  <a:moveTo>
                    <a:pt x="2044" y="1"/>
                  </a:moveTo>
                  <a:lnTo>
                    <a:pt x="1" y="1840"/>
                  </a:lnTo>
                  <a:lnTo>
                    <a:pt x="311" y="2142"/>
                  </a:lnTo>
                  <a:lnTo>
                    <a:pt x="2354" y="205"/>
                  </a:lnTo>
                  <a:lnTo>
                    <a:pt x="2044"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29" name="Google Shape;543;p9"/>
            <p:cNvSpPr/>
            <p:nvPr/>
          </p:nvSpPr>
          <p:spPr>
            <a:xfrm>
              <a:off x="4774450" y="7428900"/>
              <a:ext cx="56225" cy="56225"/>
            </a:xfrm>
            <a:custGeom>
              <a:avLst/>
              <a:ahLst/>
              <a:rect l="l" t="t" r="r" b="b"/>
              <a:pathLst>
                <a:path w="2249" h="2249" extrusionOk="0">
                  <a:moveTo>
                    <a:pt x="2044" y="0"/>
                  </a:moveTo>
                  <a:lnTo>
                    <a:pt x="1" y="1946"/>
                  </a:lnTo>
                  <a:lnTo>
                    <a:pt x="205" y="2248"/>
                  </a:lnTo>
                  <a:lnTo>
                    <a:pt x="2248" y="311"/>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30" name="Google Shape;544;p9"/>
            <p:cNvSpPr/>
            <p:nvPr/>
          </p:nvSpPr>
          <p:spPr>
            <a:xfrm>
              <a:off x="4787325" y="7444225"/>
              <a:ext cx="56225" cy="53750"/>
            </a:xfrm>
            <a:custGeom>
              <a:avLst/>
              <a:ahLst/>
              <a:rect l="l" t="t" r="r" b="b"/>
              <a:pathLst>
                <a:path w="2249" h="2150" extrusionOk="0">
                  <a:moveTo>
                    <a:pt x="2044" y="0"/>
                  </a:moveTo>
                  <a:lnTo>
                    <a:pt x="0" y="1839"/>
                  </a:lnTo>
                  <a:lnTo>
                    <a:pt x="205" y="2150"/>
                  </a:lnTo>
                  <a:lnTo>
                    <a:pt x="2248" y="311"/>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31" name="Google Shape;545;p9"/>
            <p:cNvSpPr/>
            <p:nvPr/>
          </p:nvSpPr>
          <p:spPr>
            <a:xfrm>
              <a:off x="4800000" y="7457100"/>
              <a:ext cx="58875" cy="56200"/>
            </a:xfrm>
            <a:custGeom>
              <a:avLst/>
              <a:ahLst/>
              <a:rect l="l" t="t" r="r" b="b"/>
              <a:pathLst>
                <a:path w="2355" h="2248" extrusionOk="0">
                  <a:moveTo>
                    <a:pt x="2044" y="0"/>
                  </a:moveTo>
                  <a:lnTo>
                    <a:pt x="0" y="1937"/>
                  </a:lnTo>
                  <a:lnTo>
                    <a:pt x="311" y="2248"/>
                  </a:lnTo>
                  <a:lnTo>
                    <a:pt x="2354" y="303"/>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32" name="Google Shape;546;p9"/>
            <p:cNvSpPr/>
            <p:nvPr/>
          </p:nvSpPr>
          <p:spPr>
            <a:xfrm>
              <a:off x="4812875" y="7472425"/>
              <a:ext cx="58650" cy="53550"/>
            </a:xfrm>
            <a:custGeom>
              <a:avLst/>
              <a:ahLst/>
              <a:rect l="l" t="t" r="r" b="b"/>
              <a:pathLst>
                <a:path w="2346" h="2142" extrusionOk="0">
                  <a:moveTo>
                    <a:pt x="2043" y="0"/>
                  </a:moveTo>
                  <a:lnTo>
                    <a:pt x="0" y="1937"/>
                  </a:lnTo>
                  <a:lnTo>
                    <a:pt x="303" y="2142"/>
                  </a:lnTo>
                  <a:lnTo>
                    <a:pt x="2346" y="303"/>
                  </a:lnTo>
                  <a:lnTo>
                    <a:pt x="2043"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33" name="Google Shape;547;p9"/>
            <p:cNvSpPr/>
            <p:nvPr/>
          </p:nvSpPr>
          <p:spPr>
            <a:xfrm>
              <a:off x="4825525" y="7487750"/>
              <a:ext cx="58875" cy="53550"/>
            </a:xfrm>
            <a:custGeom>
              <a:avLst/>
              <a:ahLst/>
              <a:rect l="l" t="t" r="r" b="b"/>
              <a:pathLst>
                <a:path w="2355" h="2142" extrusionOk="0">
                  <a:moveTo>
                    <a:pt x="2044" y="0"/>
                  </a:moveTo>
                  <a:lnTo>
                    <a:pt x="1" y="1839"/>
                  </a:lnTo>
                  <a:lnTo>
                    <a:pt x="311" y="2142"/>
                  </a:lnTo>
                  <a:lnTo>
                    <a:pt x="2355" y="205"/>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34" name="Google Shape;548;p9"/>
            <p:cNvSpPr/>
            <p:nvPr/>
          </p:nvSpPr>
          <p:spPr>
            <a:xfrm>
              <a:off x="4840850" y="7500425"/>
              <a:ext cx="56225" cy="56200"/>
            </a:xfrm>
            <a:custGeom>
              <a:avLst/>
              <a:ahLst/>
              <a:rect l="l" t="t" r="r" b="b"/>
              <a:pathLst>
                <a:path w="2249" h="2248" extrusionOk="0">
                  <a:moveTo>
                    <a:pt x="2044" y="0"/>
                  </a:moveTo>
                  <a:lnTo>
                    <a:pt x="1" y="1945"/>
                  </a:lnTo>
                  <a:lnTo>
                    <a:pt x="205" y="2248"/>
                  </a:lnTo>
                  <a:lnTo>
                    <a:pt x="2249" y="311"/>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35" name="Google Shape;549;p9"/>
            <p:cNvSpPr/>
            <p:nvPr/>
          </p:nvSpPr>
          <p:spPr>
            <a:xfrm>
              <a:off x="4853725" y="7515750"/>
              <a:ext cx="56225" cy="53750"/>
            </a:xfrm>
            <a:custGeom>
              <a:avLst/>
              <a:ahLst/>
              <a:rect l="l" t="t" r="r" b="b"/>
              <a:pathLst>
                <a:path w="2249" h="2150" extrusionOk="0">
                  <a:moveTo>
                    <a:pt x="2044" y="0"/>
                  </a:moveTo>
                  <a:lnTo>
                    <a:pt x="1" y="1839"/>
                  </a:lnTo>
                  <a:lnTo>
                    <a:pt x="205" y="2150"/>
                  </a:lnTo>
                  <a:lnTo>
                    <a:pt x="2249" y="204"/>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36" name="Google Shape;550;p9"/>
            <p:cNvSpPr/>
            <p:nvPr/>
          </p:nvSpPr>
          <p:spPr>
            <a:xfrm>
              <a:off x="4866400" y="7528625"/>
              <a:ext cx="58875" cy="56200"/>
            </a:xfrm>
            <a:custGeom>
              <a:avLst/>
              <a:ahLst/>
              <a:rect l="l" t="t" r="r" b="b"/>
              <a:pathLst>
                <a:path w="2355" h="2248" extrusionOk="0">
                  <a:moveTo>
                    <a:pt x="2044" y="0"/>
                  </a:moveTo>
                  <a:lnTo>
                    <a:pt x="1" y="1937"/>
                  </a:lnTo>
                  <a:lnTo>
                    <a:pt x="311" y="2248"/>
                  </a:lnTo>
                  <a:lnTo>
                    <a:pt x="2355" y="302"/>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37" name="Google Shape;551;p9"/>
            <p:cNvSpPr/>
            <p:nvPr/>
          </p:nvSpPr>
          <p:spPr>
            <a:xfrm>
              <a:off x="4879275" y="7543950"/>
              <a:ext cx="58675" cy="53550"/>
            </a:xfrm>
            <a:custGeom>
              <a:avLst/>
              <a:ahLst/>
              <a:rect l="l" t="t" r="r" b="b"/>
              <a:pathLst>
                <a:path w="2347" h="2142" extrusionOk="0">
                  <a:moveTo>
                    <a:pt x="2044" y="0"/>
                  </a:moveTo>
                  <a:lnTo>
                    <a:pt x="0" y="1937"/>
                  </a:lnTo>
                  <a:lnTo>
                    <a:pt x="303" y="2141"/>
                  </a:lnTo>
                  <a:lnTo>
                    <a:pt x="2346" y="302"/>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38" name="Google Shape;552;p9"/>
            <p:cNvSpPr/>
            <p:nvPr/>
          </p:nvSpPr>
          <p:spPr>
            <a:xfrm>
              <a:off x="4266275" y="7482625"/>
              <a:ext cx="597700" cy="560675"/>
            </a:xfrm>
            <a:custGeom>
              <a:avLst/>
              <a:ahLst/>
              <a:rect l="l" t="t" r="r" b="b"/>
              <a:pathLst>
                <a:path w="23908" h="22427" extrusionOk="0">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39" name="Google Shape;553;p9"/>
            <p:cNvSpPr/>
            <p:nvPr/>
          </p:nvSpPr>
          <p:spPr>
            <a:xfrm>
              <a:off x="4294275" y="7615450"/>
              <a:ext cx="429125" cy="403000"/>
            </a:xfrm>
            <a:custGeom>
              <a:avLst/>
              <a:ahLst/>
              <a:rect l="l" t="t" r="r" b="b"/>
              <a:pathLst>
                <a:path w="17165" h="16120" extrusionOk="0">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40" name="Google Shape;554;p9"/>
            <p:cNvSpPr/>
            <p:nvPr/>
          </p:nvSpPr>
          <p:spPr>
            <a:xfrm>
              <a:off x="4736250" y="7454450"/>
              <a:ext cx="155725" cy="166150"/>
            </a:xfrm>
            <a:custGeom>
              <a:avLst/>
              <a:ahLst/>
              <a:rect l="l" t="t" r="r" b="b"/>
              <a:pathLst>
                <a:path w="6229" h="6646" extrusionOk="0">
                  <a:moveTo>
                    <a:pt x="817" y="0"/>
                  </a:moveTo>
                  <a:lnTo>
                    <a:pt x="0" y="817"/>
                  </a:lnTo>
                  <a:lnTo>
                    <a:pt x="5313" y="6645"/>
                  </a:lnTo>
                  <a:lnTo>
                    <a:pt x="6228" y="5828"/>
                  </a:lnTo>
                  <a:lnTo>
                    <a:pt x="817" y="0"/>
                  </a:lnTo>
                  <a:close/>
                </a:path>
              </a:pathLst>
            </a:custGeom>
            <a:solidFill>
              <a:srgbClr val="E8E8E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41" name="Google Shape;555;p9"/>
            <p:cNvSpPr/>
            <p:nvPr/>
          </p:nvSpPr>
          <p:spPr>
            <a:xfrm>
              <a:off x="4294275" y="7881100"/>
              <a:ext cx="143050" cy="137350"/>
            </a:xfrm>
            <a:custGeom>
              <a:avLst/>
              <a:ahLst/>
              <a:rect l="l" t="t" r="r" b="b"/>
              <a:pathLst>
                <a:path w="5722" h="5494" extrusionOk="0">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42" name="Google Shape;556;p9"/>
            <p:cNvSpPr/>
            <p:nvPr/>
          </p:nvSpPr>
          <p:spPr>
            <a:xfrm>
              <a:off x="4577875" y="7543950"/>
              <a:ext cx="125075" cy="112400"/>
            </a:xfrm>
            <a:custGeom>
              <a:avLst/>
              <a:ahLst/>
              <a:rect l="l" t="t" r="r" b="b"/>
              <a:pathLst>
                <a:path w="5003" h="4496" extrusionOk="0">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43" name="Google Shape;557;p9"/>
            <p:cNvSpPr/>
            <p:nvPr/>
          </p:nvSpPr>
          <p:spPr>
            <a:xfrm>
              <a:off x="4600775" y="7615450"/>
              <a:ext cx="66425" cy="43350"/>
            </a:xfrm>
            <a:custGeom>
              <a:avLst/>
              <a:ahLst/>
              <a:rect l="l" t="t" r="r" b="b"/>
              <a:pathLst>
                <a:path w="2657" h="1734" extrusionOk="0">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44" name="Google Shape;558;p9"/>
            <p:cNvSpPr/>
            <p:nvPr/>
          </p:nvSpPr>
          <p:spPr>
            <a:xfrm>
              <a:off x="4268725" y="6869625"/>
              <a:ext cx="209475" cy="130200"/>
            </a:xfrm>
            <a:custGeom>
              <a:avLst/>
              <a:ahLst/>
              <a:rect l="l" t="t" r="r" b="b"/>
              <a:pathLst>
                <a:path w="8379" h="5208" extrusionOk="0">
                  <a:moveTo>
                    <a:pt x="7463" y="1"/>
                  </a:moveTo>
                  <a:lnTo>
                    <a:pt x="0" y="2551"/>
                  </a:lnTo>
                  <a:lnTo>
                    <a:pt x="924" y="5207"/>
                  </a:lnTo>
                  <a:lnTo>
                    <a:pt x="8378" y="2551"/>
                  </a:lnTo>
                  <a:lnTo>
                    <a:pt x="7463" y="1"/>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45" name="Google Shape;559;p9"/>
            <p:cNvSpPr/>
            <p:nvPr/>
          </p:nvSpPr>
          <p:spPr>
            <a:xfrm>
              <a:off x="4276475" y="6928275"/>
              <a:ext cx="30675" cy="69100"/>
            </a:xfrm>
            <a:custGeom>
              <a:avLst/>
              <a:ahLst/>
              <a:rect l="l" t="t" r="r" b="b"/>
              <a:pathLst>
                <a:path w="1227" h="2764" extrusionOk="0">
                  <a:moveTo>
                    <a:pt x="303" y="1"/>
                  </a:moveTo>
                  <a:lnTo>
                    <a:pt x="1" y="107"/>
                  </a:lnTo>
                  <a:lnTo>
                    <a:pt x="916" y="2763"/>
                  </a:lnTo>
                  <a:lnTo>
                    <a:pt x="1227" y="2657"/>
                  </a:lnTo>
                  <a:lnTo>
                    <a:pt x="303"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46" name="Google Shape;560;p9"/>
            <p:cNvSpPr/>
            <p:nvPr/>
          </p:nvSpPr>
          <p:spPr>
            <a:xfrm>
              <a:off x="4294275" y="6920725"/>
              <a:ext cx="30675" cy="68875"/>
            </a:xfrm>
            <a:custGeom>
              <a:avLst/>
              <a:ahLst/>
              <a:rect l="l" t="t" r="r" b="b"/>
              <a:pathLst>
                <a:path w="1227" h="2755" extrusionOk="0">
                  <a:moveTo>
                    <a:pt x="311" y="0"/>
                  </a:moveTo>
                  <a:lnTo>
                    <a:pt x="0" y="205"/>
                  </a:lnTo>
                  <a:lnTo>
                    <a:pt x="924" y="2755"/>
                  </a:lnTo>
                  <a:lnTo>
                    <a:pt x="1226" y="2657"/>
                  </a:lnTo>
                  <a:lnTo>
                    <a:pt x="311"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47" name="Google Shape;561;p9"/>
            <p:cNvSpPr/>
            <p:nvPr/>
          </p:nvSpPr>
          <p:spPr>
            <a:xfrm>
              <a:off x="4312250" y="6915600"/>
              <a:ext cx="30675" cy="68900"/>
            </a:xfrm>
            <a:custGeom>
              <a:avLst/>
              <a:ahLst/>
              <a:rect l="l" t="t" r="r" b="b"/>
              <a:pathLst>
                <a:path w="1227" h="2756" extrusionOk="0">
                  <a:moveTo>
                    <a:pt x="303" y="1"/>
                  </a:moveTo>
                  <a:lnTo>
                    <a:pt x="0" y="99"/>
                  </a:lnTo>
                  <a:lnTo>
                    <a:pt x="916" y="2755"/>
                  </a:lnTo>
                  <a:lnTo>
                    <a:pt x="1226" y="2657"/>
                  </a:lnTo>
                  <a:lnTo>
                    <a:pt x="303"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48" name="Google Shape;562;p9"/>
            <p:cNvSpPr/>
            <p:nvPr/>
          </p:nvSpPr>
          <p:spPr>
            <a:xfrm>
              <a:off x="4330025" y="6907850"/>
              <a:ext cx="33325" cy="69075"/>
            </a:xfrm>
            <a:custGeom>
              <a:avLst/>
              <a:ahLst/>
              <a:rect l="l" t="t" r="r" b="b"/>
              <a:pathLst>
                <a:path w="1333" h="2763" extrusionOk="0">
                  <a:moveTo>
                    <a:pt x="409" y="0"/>
                  </a:moveTo>
                  <a:lnTo>
                    <a:pt x="0" y="205"/>
                  </a:lnTo>
                  <a:lnTo>
                    <a:pt x="924" y="2763"/>
                  </a:lnTo>
                  <a:lnTo>
                    <a:pt x="1333" y="2657"/>
                  </a:lnTo>
                  <a:lnTo>
                    <a:pt x="409"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49" name="Google Shape;563;p9"/>
            <p:cNvSpPr/>
            <p:nvPr/>
          </p:nvSpPr>
          <p:spPr>
            <a:xfrm>
              <a:off x="4348000" y="6902725"/>
              <a:ext cx="33125" cy="69100"/>
            </a:xfrm>
            <a:custGeom>
              <a:avLst/>
              <a:ahLst/>
              <a:rect l="l" t="t" r="r" b="b"/>
              <a:pathLst>
                <a:path w="1325" h="2764" extrusionOk="0">
                  <a:moveTo>
                    <a:pt x="409" y="1"/>
                  </a:moveTo>
                  <a:lnTo>
                    <a:pt x="1" y="107"/>
                  </a:lnTo>
                  <a:lnTo>
                    <a:pt x="916" y="2764"/>
                  </a:lnTo>
                  <a:lnTo>
                    <a:pt x="1325" y="2657"/>
                  </a:lnTo>
                  <a:lnTo>
                    <a:pt x="409"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50" name="Google Shape;564;p9"/>
            <p:cNvSpPr/>
            <p:nvPr/>
          </p:nvSpPr>
          <p:spPr>
            <a:xfrm>
              <a:off x="4368450" y="6895175"/>
              <a:ext cx="30675" cy="68875"/>
            </a:xfrm>
            <a:custGeom>
              <a:avLst/>
              <a:ahLst/>
              <a:rect l="l" t="t" r="r" b="b"/>
              <a:pathLst>
                <a:path w="1227" h="2755" extrusionOk="0">
                  <a:moveTo>
                    <a:pt x="302" y="1"/>
                  </a:moveTo>
                  <a:lnTo>
                    <a:pt x="0" y="205"/>
                  </a:lnTo>
                  <a:lnTo>
                    <a:pt x="915" y="2755"/>
                  </a:lnTo>
                  <a:lnTo>
                    <a:pt x="1226" y="2657"/>
                  </a:lnTo>
                  <a:lnTo>
                    <a:pt x="302"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51" name="Google Shape;565;p9"/>
            <p:cNvSpPr/>
            <p:nvPr/>
          </p:nvSpPr>
          <p:spPr>
            <a:xfrm>
              <a:off x="4386225" y="6890075"/>
              <a:ext cx="30675" cy="68875"/>
            </a:xfrm>
            <a:custGeom>
              <a:avLst/>
              <a:ahLst/>
              <a:rect l="l" t="t" r="r" b="b"/>
              <a:pathLst>
                <a:path w="1227" h="2755" extrusionOk="0">
                  <a:moveTo>
                    <a:pt x="311" y="0"/>
                  </a:moveTo>
                  <a:lnTo>
                    <a:pt x="0" y="98"/>
                  </a:lnTo>
                  <a:lnTo>
                    <a:pt x="924" y="2755"/>
                  </a:lnTo>
                  <a:lnTo>
                    <a:pt x="1226" y="2657"/>
                  </a:lnTo>
                  <a:lnTo>
                    <a:pt x="311"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52" name="Google Shape;566;p9"/>
            <p:cNvSpPr/>
            <p:nvPr/>
          </p:nvSpPr>
          <p:spPr>
            <a:xfrm>
              <a:off x="4404200" y="6882300"/>
              <a:ext cx="33125" cy="69100"/>
            </a:xfrm>
            <a:custGeom>
              <a:avLst/>
              <a:ahLst/>
              <a:rect l="l" t="t" r="r" b="b"/>
              <a:pathLst>
                <a:path w="1325" h="2764" extrusionOk="0">
                  <a:moveTo>
                    <a:pt x="409" y="1"/>
                  </a:moveTo>
                  <a:lnTo>
                    <a:pt x="0" y="205"/>
                  </a:lnTo>
                  <a:lnTo>
                    <a:pt x="916" y="2763"/>
                  </a:lnTo>
                  <a:lnTo>
                    <a:pt x="1324" y="2657"/>
                  </a:lnTo>
                  <a:lnTo>
                    <a:pt x="409"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53" name="Google Shape;567;p9"/>
            <p:cNvSpPr/>
            <p:nvPr/>
          </p:nvSpPr>
          <p:spPr>
            <a:xfrm>
              <a:off x="4421975" y="6877200"/>
              <a:ext cx="33325" cy="69075"/>
            </a:xfrm>
            <a:custGeom>
              <a:avLst/>
              <a:ahLst/>
              <a:rect l="l" t="t" r="r" b="b"/>
              <a:pathLst>
                <a:path w="1333" h="2763" extrusionOk="0">
                  <a:moveTo>
                    <a:pt x="409" y="0"/>
                  </a:moveTo>
                  <a:lnTo>
                    <a:pt x="0" y="107"/>
                  </a:lnTo>
                  <a:lnTo>
                    <a:pt x="924" y="2763"/>
                  </a:lnTo>
                  <a:lnTo>
                    <a:pt x="1333" y="2657"/>
                  </a:lnTo>
                  <a:lnTo>
                    <a:pt x="409"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54" name="Google Shape;568;p9"/>
            <p:cNvSpPr/>
            <p:nvPr/>
          </p:nvSpPr>
          <p:spPr>
            <a:xfrm>
              <a:off x="4439950" y="6869625"/>
              <a:ext cx="33125" cy="68900"/>
            </a:xfrm>
            <a:custGeom>
              <a:avLst/>
              <a:ahLst/>
              <a:rect l="l" t="t" r="r" b="b"/>
              <a:pathLst>
                <a:path w="1325" h="2756" extrusionOk="0">
                  <a:moveTo>
                    <a:pt x="409" y="1"/>
                  </a:moveTo>
                  <a:lnTo>
                    <a:pt x="1" y="99"/>
                  </a:lnTo>
                  <a:lnTo>
                    <a:pt x="1022" y="2755"/>
                  </a:lnTo>
                  <a:lnTo>
                    <a:pt x="1325" y="2657"/>
                  </a:lnTo>
                  <a:lnTo>
                    <a:pt x="409"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55" name="Google Shape;569;p9"/>
            <p:cNvSpPr/>
            <p:nvPr/>
          </p:nvSpPr>
          <p:spPr>
            <a:xfrm>
              <a:off x="4314700" y="6956475"/>
              <a:ext cx="367825" cy="694425"/>
            </a:xfrm>
            <a:custGeom>
              <a:avLst/>
              <a:ahLst/>
              <a:rect l="l" t="t" r="r" b="b"/>
              <a:pathLst>
                <a:path w="14713" h="27777" extrusionOk="0">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56" name="Google Shape;570;p9"/>
            <p:cNvSpPr/>
            <p:nvPr/>
          </p:nvSpPr>
          <p:spPr>
            <a:xfrm>
              <a:off x="4391325" y="7125050"/>
              <a:ext cx="265650" cy="498700"/>
            </a:xfrm>
            <a:custGeom>
              <a:avLst/>
              <a:ahLst/>
              <a:rect l="l" t="t" r="r" b="b"/>
              <a:pathLst>
                <a:path w="10626" h="19948" extrusionOk="0">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57" name="Google Shape;571;p9"/>
            <p:cNvSpPr/>
            <p:nvPr/>
          </p:nvSpPr>
          <p:spPr>
            <a:xfrm>
              <a:off x="4289150" y="6933375"/>
              <a:ext cx="196800" cy="91975"/>
            </a:xfrm>
            <a:custGeom>
              <a:avLst/>
              <a:ahLst/>
              <a:rect l="l" t="t" r="r" b="b"/>
              <a:pathLst>
                <a:path w="7872" h="3679" extrusionOk="0">
                  <a:moveTo>
                    <a:pt x="7561" y="1"/>
                  </a:moveTo>
                  <a:lnTo>
                    <a:pt x="1" y="2559"/>
                  </a:lnTo>
                  <a:lnTo>
                    <a:pt x="409" y="3679"/>
                  </a:lnTo>
                  <a:lnTo>
                    <a:pt x="7872" y="1023"/>
                  </a:lnTo>
                  <a:lnTo>
                    <a:pt x="7561" y="1"/>
                  </a:lnTo>
                  <a:close/>
                </a:path>
              </a:pathLst>
            </a:custGeom>
            <a:solidFill>
              <a:srgbClr val="E8E8E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58" name="Google Shape;572;p9"/>
            <p:cNvSpPr/>
            <p:nvPr/>
          </p:nvSpPr>
          <p:spPr>
            <a:xfrm>
              <a:off x="4519025" y="7495300"/>
              <a:ext cx="137950" cy="128450"/>
            </a:xfrm>
            <a:custGeom>
              <a:avLst/>
              <a:ahLst/>
              <a:rect l="l" t="t" r="r" b="b"/>
              <a:pathLst>
                <a:path w="5518" h="5138" extrusionOk="0">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9259" name="Google Shape;573;p9"/>
          <p:cNvSpPr txBox="1">
            <a:spLocks noGrp="1"/>
          </p:cNvSpPr>
          <p:nvPr>
            <p:ph type="subTitle" idx="1"/>
          </p:nvPr>
        </p:nvSpPr>
        <p:spPr>
          <a:xfrm>
            <a:off x="4937225" y="2200875"/>
            <a:ext cx="3401100" cy="1190700"/>
          </a:xfrm>
          <a:prstGeom prst="rect"/>
        </p:spPr>
        <p:txBody>
          <a:bodyPr anchor="t" anchorCtr="0" bIns="91425" lIns="91425" rIns="91425" spcFirstLastPara="1" tIns="91425" wrap="square">
            <a:noAutofit/>
          </a:bodyPr>
          <a:lstStyle>
            <a:lvl1pPr lvl="0" rtl="0">
              <a:lnSpc>
                <a:spcPct val="100000"/>
              </a:lnSpc>
              <a:spcBef>
                <a:spcPts val="0"/>
              </a:spcBef>
              <a:spcAft>
                <a:spcPts val="0"/>
              </a:spcAft>
              <a:buSzPts val="1800"/>
              <a:buNone/>
              <a:defRPr sz="1600"/>
            </a:lvl1pPr>
            <a:lvl2pPr lvl="1" rtl="0">
              <a:spcBef>
                <a:spcPts val="0"/>
              </a:spcBef>
              <a:spcAft>
                <a:spcPts val="0"/>
              </a:spcAft>
              <a:buSzPts val="1400"/>
              <a:buNone/>
            </a:lvl2pPr>
            <a:lvl3pPr lvl="2" rtl="0">
              <a:spcBef>
                <a:spcPts val="1600"/>
              </a:spcBef>
              <a:spcAft>
                <a:spcPts val="0"/>
              </a:spcAft>
              <a:buSzPts val="1400"/>
              <a:buNone/>
            </a:lvl3pPr>
            <a:lvl4pPr lvl="3" rtl="0">
              <a:spcBef>
                <a:spcPts val="1600"/>
              </a:spcBef>
              <a:spcAft>
                <a:spcPts val="0"/>
              </a:spcAft>
              <a:buSzPts val="1400"/>
              <a:buNone/>
            </a:lvl4pPr>
            <a:lvl5pPr lvl="4" rtl="0">
              <a:spcBef>
                <a:spcPts val="1600"/>
              </a:spcBef>
              <a:spcAft>
                <a:spcPts val="0"/>
              </a:spcAft>
              <a:buSzPts val="1400"/>
              <a:buNone/>
            </a:lvl5pPr>
            <a:lvl6pPr lvl="5" rtl="0">
              <a:spcBef>
                <a:spcPts val="1600"/>
              </a:spcBef>
              <a:spcAft>
                <a:spcPts val="0"/>
              </a:spcAft>
              <a:buSzPts val="1400"/>
              <a:buNone/>
            </a:lvl6pPr>
            <a:lvl7pPr lvl="6" rtl="0">
              <a:spcBef>
                <a:spcPts val="1600"/>
              </a:spcBef>
              <a:spcAft>
                <a:spcPts val="0"/>
              </a:spcAft>
              <a:buSzPts val="1400"/>
              <a:buNone/>
            </a:lvl7pPr>
            <a:lvl8pPr lvl="7" rtl="0">
              <a:spcBef>
                <a:spcPts val="1600"/>
              </a:spcBef>
              <a:spcAft>
                <a:spcPts val="0"/>
              </a:spcAft>
              <a:buSzPts val="1400"/>
              <a:buNone/>
            </a:lvl8pPr>
            <a:lvl9pPr lvl="8" rtl="0">
              <a:spcBef>
                <a:spcPts val="1600"/>
              </a:spcBef>
              <a:spcAft>
                <a:spcPts val="1600"/>
              </a:spcAft>
              <a:buSzPts val="1400"/>
              <a:buNone/>
            </a:lvl9pPr>
          </a:lstStyle>
          <a:p/>
        </p:txBody>
      </p:sp>
      <p:sp>
        <p:nvSpPr>
          <p:cNvPr id="1049260" name="Google Shape;574;p9"/>
          <p:cNvSpPr txBox="1">
            <a:spLocks noGrp="1"/>
          </p:cNvSpPr>
          <p:nvPr>
            <p:ph type="title"/>
          </p:nvPr>
        </p:nvSpPr>
        <p:spPr>
          <a:xfrm>
            <a:off x="4937225" y="1751925"/>
            <a:ext cx="3401100" cy="478200"/>
          </a:xfrm>
          <a:prstGeom prst="rect"/>
        </p:spPr>
        <p:txBody>
          <a:bodyPr anchor="ctr" anchorCtr="0" bIns="91425" lIns="91425" rIns="91425" spcFirstLastPara="1" tIns="91425" wrap="square">
            <a:noAutofit/>
          </a:bodyPr>
          <a:lstStyle>
            <a:lvl1pPr algn="l" lvl="0" rtl="0">
              <a:spcBef>
                <a:spcPts val="0"/>
              </a:spcBef>
              <a:spcAft>
                <a:spcPts val="0"/>
              </a:spcAft>
              <a:buSzPts val="2800"/>
              <a:buNone/>
              <a:defRPr sz="3000"/>
            </a:lvl1pPr>
            <a:lvl2pPr lvl="1" rtl="0">
              <a:spcBef>
                <a:spcPts val="0"/>
              </a:spcBef>
              <a:spcAft>
                <a:spcPts val="0"/>
              </a:spcAft>
              <a:buSzPts val="2800"/>
              <a:buNone/>
            </a:lvl2pPr>
            <a:lvl3pPr lvl="2" rtl="0">
              <a:spcBef>
                <a:spcPts val="0"/>
              </a:spcBef>
              <a:spcAft>
                <a:spcPts val="0"/>
              </a:spcAft>
              <a:buSzPts val="2800"/>
              <a:buNone/>
            </a:lvl3pPr>
            <a:lvl4pPr lvl="3" rtl="0">
              <a:spcBef>
                <a:spcPts val="0"/>
              </a:spcBef>
              <a:spcAft>
                <a:spcPts val="0"/>
              </a:spcAft>
              <a:buSzPts val="2800"/>
              <a:buNone/>
            </a:lvl4pPr>
            <a:lvl5pPr lvl="4" rtl="0">
              <a:spcBef>
                <a:spcPts val="0"/>
              </a:spcBef>
              <a:spcAft>
                <a:spcPts val="0"/>
              </a:spcAft>
              <a:buSzPts val="2800"/>
              <a:buNone/>
            </a:lvl5pPr>
            <a:lvl6pPr lvl="5" rtl="0">
              <a:spcBef>
                <a:spcPts val="0"/>
              </a:spcBef>
              <a:spcAft>
                <a:spcPts val="0"/>
              </a:spcAft>
              <a:buSzPts val="2800"/>
              <a:buNone/>
            </a:lvl6pPr>
            <a:lvl7pPr lvl="6" rtl="0">
              <a:spcBef>
                <a:spcPts val="0"/>
              </a:spcBef>
              <a:spcAft>
                <a:spcPts val="0"/>
              </a:spcAft>
              <a:buSzPts val="2800"/>
              <a:buNone/>
            </a:lvl7pPr>
            <a:lvl8pPr lvl="7" rtl="0">
              <a:spcBef>
                <a:spcPts val="0"/>
              </a:spcBef>
              <a:spcAft>
                <a:spcPts val="0"/>
              </a:spcAft>
              <a:buSzPts val="2800"/>
              <a:buNone/>
            </a:lvl8pPr>
            <a:lvl9pPr lvl="8" rtl="0">
              <a:spcBef>
                <a:spcPts val="0"/>
              </a:spcBef>
              <a:spcAft>
                <a:spcPts val="0"/>
              </a:spcAft>
              <a:buSzPts val="2800"/>
              <a:buNon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2"/>
        </a:solidFill>
        <a:effectLst/>
      </p:bgPr>
    </p:bg>
    <p:spTree>
      <p:nvGrpSpPr>
        <p:cNvPr id="146" name="Shape 67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57" name="Shape 678"/>
        <p:cNvGrpSpPr/>
        <p:nvPr/>
      </p:nvGrpSpPr>
      <p:grpSpPr>
        <a:xfrm>
          <a:off x="0" y="0"/>
          <a:ext cx="0" cy="0"/>
          <a:chOff x="0" y="0"/>
          <a:chExt cx="0" cy="0"/>
        </a:xfrm>
      </p:grpSpPr>
      <p:sp>
        <p:nvSpPr>
          <p:cNvPr id="1048854" name="Google Shape;679;p13"/>
          <p:cNvSpPr/>
          <p:nvPr/>
        </p:nvSpPr>
        <p:spPr>
          <a:xfrm>
            <a:off x="7915700" y="3334300"/>
            <a:ext cx="1228300" cy="1809200"/>
          </a:xfrm>
          <a:custGeom>
            <a:avLst/>
            <a:ah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55" name="Google Shape;680;p13"/>
          <p:cNvSpPr txBox="1">
            <a:spLocks noGrp="1"/>
          </p:cNvSpPr>
          <p:nvPr>
            <p:ph type="title"/>
          </p:nvPr>
        </p:nvSpPr>
        <p:spPr>
          <a:xfrm>
            <a:off x="713225" y="539500"/>
            <a:ext cx="7717500" cy="478200"/>
          </a:xfrm>
          <a:prstGeom prst="rect"/>
        </p:spPr>
        <p:txBody>
          <a:bodyPr anchor="ctr" anchorCtr="0" bIns="91425" lIns="91425" rIns="91425" spcFirstLastPara="1" tIns="91425" wrap="square">
            <a:noAutofit/>
          </a:bodyPr>
          <a:lstStyle>
            <a:lvl1pPr algn="ctr" lvl="0" rtl="0">
              <a:spcBef>
                <a:spcPts val="0"/>
              </a:spcBef>
              <a:spcAft>
                <a:spcPts val="0"/>
              </a:spcAft>
              <a:buSzPts val="2800"/>
              <a:buNone/>
            </a:lvl1pPr>
            <a:lvl2pPr lvl="1" rtl="0">
              <a:spcBef>
                <a:spcPts val="0"/>
              </a:spcBef>
              <a:spcAft>
                <a:spcPts val="0"/>
              </a:spcAft>
              <a:buSzPts val="2800"/>
              <a:buNone/>
            </a:lvl2pPr>
            <a:lvl3pPr lvl="2" rtl="0">
              <a:spcBef>
                <a:spcPts val="0"/>
              </a:spcBef>
              <a:spcAft>
                <a:spcPts val="0"/>
              </a:spcAft>
              <a:buSzPts val="2800"/>
              <a:buNone/>
            </a:lvl3pPr>
            <a:lvl4pPr lvl="3" rtl="0">
              <a:spcBef>
                <a:spcPts val="0"/>
              </a:spcBef>
              <a:spcAft>
                <a:spcPts val="0"/>
              </a:spcAft>
              <a:buSzPts val="2800"/>
              <a:buNone/>
            </a:lvl4pPr>
            <a:lvl5pPr lvl="4" rtl="0">
              <a:spcBef>
                <a:spcPts val="0"/>
              </a:spcBef>
              <a:spcAft>
                <a:spcPts val="0"/>
              </a:spcAft>
              <a:buSzPts val="2800"/>
              <a:buNone/>
            </a:lvl5pPr>
            <a:lvl6pPr lvl="5" rtl="0">
              <a:spcBef>
                <a:spcPts val="0"/>
              </a:spcBef>
              <a:spcAft>
                <a:spcPts val="0"/>
              </a:spcAft>
              <a:buSzPts val="2800"/>
              <a:buNone/>
            </a:lvl6pPr>
            <a:lvl7pPr lvl="6" rtl="0">
              <a:spcBef>
                <a:spcPts val="0"/>
              </a:spcBef>
              <a:spcAft>
                <a:spcPts val="0"/>
              </a:spcAft>
              <a:buSzPts val="2800"/>
              <a:buNone/>
            </a:lvl7pPr>
            <a:lvl8pPr lvl="7" rtl="0">
              <a:spcBef>
                <a:spcPts val="0"/>
              </a:spcBef>
              <a:spcAft>
                <a:spcPts val="0"/>
              </a:spcAft>
              <a:buSzPts val="2800"/>
              <a:buNone/>
            </a:lvl8pPr>
            <a:lvl9pPr lvl="8" rtl="0">
              <a:spcBef>
                <a:spcPts val="0"/>
              </a:spcBef>
              <a:spcAft>
                <a:spcPts val="0"/>
              </a:spcAft>
              <a:buSzPts val="2800"/>
              <a:buNone/>
            </a:lvl9pPr>
          </a:lstStyle>
          <a:p/>
        </p:txBody>
      </p:sp>
      <p:sp>
        <p:nvSpPr>
          <p:cNvPr id="1048856" name="Google Shape;681;p13"/>
          <p:cNvSpPr/>
          <p:nvPr/>
        </p:nvSpPr>
        <p:spPr>
          <a:xfrm rot="10800000">
            <a:off x="-9537" y="-7300"/>
            <a:ext cx="2222725" cy="1383500"/>
          </a:xfrm>
          <a:custGeom>
            <a:avLst/>
            <a:ah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57" name="Google Shape;682;p13"/>
          <p:cNvSpPr/>
          <p:nvPr/>
        </p:nvSpPr>
        <p:spPr>
          <a:xfrm>
            <a:off x="7823198" y="472987"/>
            <a:ext cx="261014" cy="257301"/>
          </a:xfrm>
          <a:custGeom>
            <a:avLst/>
            <a:ah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58" name="Google Shape;683;p13"/>
          <p:cNvSpPr/>
          <p:nvPr/>
        </p:nvSpPr>
        <p:spPr>
          <a:xfrm>
            <a:off x="7953511" y="187306"/>
            <a:ext cx="60199" cy="60130"/>
          </a:xfrm>
          <a:custGeom>
            <a:avLst/>
            <a:ah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59" name="Google Shape;684;p13"/>
          <p:cNvSpPr/>
          <p:nvPr/>
        </p:nvSpPr>
        <p:spPr>
          <a:xfrm>
            <a:off x="8112335" y="1121714"/>
            <a:ext cx="59875" cy="59871"/>
          </a:xfrm>
          <a:custGeom>
            <a:avLst/>
            <a:ah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60" name="Google Shape;685;p13"/>
          <p:cNvSpPr/>
          <p:nvPr/>
        </p:nvSpPr>
        <p:spPr>
          <a:xfrm>
            <a:off x="8352328" y="522082"/>
            <a:ext cx="60134" cy="60130"/>
          </a:xfrm>
          <a:custGeom>
            <a:avLst/>
            <a:ah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58" name="Google Shape;686;p13"/>
          <p:cNvGrpSpPr/>
          <p:nvPr/>
        </p:nvGrpSpPr>
        <p:grpSpPr>
          <a:xfrm>
            <a:off x="188950" y="4381475"/>
            <a:ext cx="480225" cy="615300"/>
            <a:chOff x="912850" y="4743425"/>
            <a:chExt cx="480225" cy="615300"/>
          </a:xfrm>
        </p:grpSpPr>
        <p:sp>
          <p:nvSpPr>
            <p:cNvPr id="1048861" name="Google Shape;687;p13"/>
            <p:cNvSpPr/>
            <p:nvPr/>
          </p:nvSpPr>
          <p:spPr>
            <a:xfrm>
              <a:off x="912850" y="4825175"/>
              <a:ext cx="480225" cy="533550"/>
            </a:xfrm>
            <a:custGeom>
              <a:avLst/>
              <a:ah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62" name="Google Shape;688;p13"/>
            <p:cNvSpPr/>
            <p:nvPr/>
          </p:nvSpPr>
          <p:spPr>
            <a:xfrm>
              <a:off x="1055900" y="4825175"/>
              <a:ext cx="291200" cy="71525"/>
            </a:xfrm>
            <a:custGeom>
              <a:avLst/>
              <a:ah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63" name="Google Shape;689;p13"/>
            <p:cNvSpPr/>
            <p:nvPr/>
          </p:nvSpPr>
          <p:spPr>
            <a:xfrm>
              <a:off x="1038125" y="4743425"/>
              <a:ext cx="344725" cy="143075"/>
            </a:xfrm>
            <a:custGeom>
              <a:avLst/>
              <a:ah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64" name="Google Shape;690;p13"/>
            <p:cNvSpPr/>
            <p:nvPr/>
          </p:nvSpPr>
          <p:spPr>
            <a:xfrm>
              <a:off x="1050775" y="4745900"/>
              <a:ext cx="28225" cy="79300"/>
            </a:xfrm>
            <a:custGeom>
              <a:avLst/>
              <a:ah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65" name="Google Shape;691;p13"/>
            <p:cNvSpPr/>
            <p:nvPr/>
          </p:nvSpPr>
          <p:spPr>
            <a:xfrm>
              <a:off x="1078975" y="4751000"/>
              <a:ext cx="30675" cy="81750"/>
            </a:xfrm>
            <a:custGeom>
              <a:avLst/>
              <a:ah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66" name="Google Shape;692;p13"/>
            <p:cNvSpPr/>
            <p:nvPr/>
          </p:nvSpPr>
          <p:spPr>
            <a:xfrm>
              <a:off x="1109625" y="4756100"/>
              <a:ext cx="28025" cy="81775"/>
            </a:xfrm>
            <a:custGeom>
              <a:avLst/>
              <a:ah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67" name="Google Shape;693;p13"/>
            <p:cNvSpPr/>
            <p:nvPr/>
          </p:nvSpPr>
          <p:spPr>
            <a:xfrm>
              <a:off x="1137625" y="4763875"/>
              <a:ext cx="30675" cy="79100"/>
            </a:xfrm>
            <a:custGeom>
              <a:avLst/>
              <a:ah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68" name="Google Shape;694;p13"/>
            <p:cNvSpPr/>
            <p:nvPr/>
          </p:nvSpPr>
          <p:spPr>
            <a:xfrm>
              <a:off x="1165825" y="4768975"/>
              <a:ext cx="30675" cy="79100"/>
            </a:xfrm>
            <a:custGeom>
              <a:avLst/>
              <a:ah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69" name="Google Shape;695;p13"/>
            <p:cNvSpPr/>
            <p:nvPr/>
          </p:nvSpPr>
          <p:spPr>
            <a:xfrm>
              <a:off x="1196475" y="4774075"/>
              <a:ext cx="28025" cy="81775"/>
            </a:xfrm>
            <a:custGeom>
              <a:avLst/>
              <a:ah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70" name="Google Shape;696;p13"/>
            <p:cNvSpPr/>
            <p:nvPr/>
          </p:nvSpPr>
          <p:spPr>
            <a:xfrm>
              <a:off x="1224475" y="4779200"/>
              <a:ext cx="30675" cy="81750"/>
            </a:xfrm>
            <a:custGeom>
              <a:avLst/>
              <a:ah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71" name="Google Shape;697;p13"/>
            <p:cNvSpPr/>
            <p:nvPr/>
          </p:nvSpPr>
          <p:spPr>
            <a:xfrm>
              <a:off x="1255125" y="4786750"/>
              <a:ext cx="28225" cy="79300"/>
            </a:xfrm>
            <a:custGeom>
              <a:avLst/>
              <a:ah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72" name="Google Shape;698;p13"/>
            <p:cNvSpPr/>
            <p:nvPr/>
          </p:nvSpPr>
          <p:spPr>
            <a:xfrm>
              <a:off x="1283325" y="4791875"/>
              <a:ext cx="30675" cy="81750"/>
            </a:xfrm>
            <a:custGeom>
              <a:avLst/>
              <a:ah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73" name="Google Shape;699;p13"/>
            <p:cNvSpPr/>
            <p:nvPr/>
          </p:nvSpPr>
          <p:spPr>
            <a:xfrm>
              <a:off x="1313975" y="4796975"/>
              <a:ext cx="28000" cy="81750"/>
            </a:xfrm>
            <a:custGeom>
              <a:avLst/>
              <a:ah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74" name="Google Shape;700;p13"/>
            <p:cNvSpPr/>
            <p:nvPr/>
          </p:nvSpPr>
          <p:spPr>
            <a:xfrm>
              <a:off x="1341950" y="4804725"/>
              <a:ext cx="30675" cy="79125"/>
            </a:xfrm>
            <a:custGeom>
              <a:avLst/>
              <a:ah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75" name="Google Shape;701;p13"/>
            <p:cNvSpPr/>
            <p:nvPr/>
          </p:nvSpPr>
          <p:spPr>
            <a:xfrm>
              <a:off x="935950" y="4963100"/>
              <a:ext cx="441800" cy="260550"/>
            </a:xfrm>
            <a:custGeom>
              <a:avLst/>
              <a:ah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76" name="Google Shape;702;p13"/>
            <p:cNvSpPr/>
            <p:nvPr/>
          </p:nvSpPr>
          <p:spPr>
            <a:xfrm>
              <a:off x="912850" y="5169875"/>
              <a:ext cx="424025" cy="188850"/>
            </a:xfrm>
            <a:custGeom>
              <a:avLst/>
              <a:ah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77" name="Google Shape;703;p13"/>
            <p:cNvSpPr/>
            <p:nvPr/>
          </p:nvSpPr>
          <p:spPr>
            <a:xfrm>
              <a:off x="963950" y="4963100"/>
              <a:ext cx="413800" cy="112400"/>
            </a:xfrm>
            <a:custGeom>
              <a:avLst/>
              <a:ah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78" name="Google Shape;704;p13"/>
            <p:cNvSpPr/>
            <p:nvPr/>
          </p:nvSpPr>
          <p:spPr>
            <a:xfrm>
              <a:off x="984375" y="5034625"/>
              <a:ext cx="94625" cy="94425"/>
            </a:xfrm>
            <a:custGeom>
              <a:avLst/>
              <a:ah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79" name="Google Shape;705;p13"/>
            <p:cNvSpPr/>
            <p:nvPr/>
          </p:nvSpPr>
          <p:spPr>
            <a:xfrm>
              <a:off x="1178500" y="5075475"/>
              <a:ext cx="145700" cy="43350"/>
            </a:xfrm>
            <a:custGeom>
              <a:avLst/>
              <a:ah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880" name="Google Shape;706;p13"/>
            <p:cNvSpPr/>
            <p:nvPr/>
          </p:nvSpPr>
          <p:spPr>
            <a:xfrm>
              <a:off x="1170925" y="5113700"/>
              <a:ext cx="145525" cy="43550"/>
            </a:xfrm>
            <a:custGeom>
              <a:avLst/>
              <a:ah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881" name="Google Shape;707;p13"/>
          <p:cNvSpPr txBox="1">
            <a:spLocks noGrp="1"/>
          </p:cNvSpPr>
          <p:nvPr>
            <p:ph type="subTitle" idx="1"/>
          </p:nvPr>
        </p:nvSpPr>
        <p:spPr>
          <a:xfrm>
            <a:off x="724560" y="3642656"/>
            <a:ext cx="2094000" cy="390600"/>
          </a:xfrm>
          <a:prstGeom prst="rect"/>
        </p:spPr>
        <p:txBody>
          <a:bodyPr anchor="t" anchorCtr="0" bIns="91425" lIns="91425" rIns="91425" spcFirstLastPara="1" tIns="91425" wrap="square">
            <a:noAutofit/>
          </a:bodyPr>
          <a:lstStyle>
            <a:lvl1pPr algn="ct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1048882" name="Google Shape;708;p13"/>
          <p:cNvSpPr txBox="1">
            <a:spLocks noGrp="1"/>
          </p:cNvSpPr>
          <p:nvPr>
            <p:ph type="subTitle" idx="2"/>
          </p:nvPr>
        </p:nvSpPr>
        <p:spPr>
          <a:xfrm>
            <a:off x="724560" y="4027495"/>
            <a:ext cx="2194500" cy="603600"/>
          </a:xfrm>
          <a:prstGeom prst="rect"/>
        </p:spPr>
        <p:txBody>
          <a:bodyPr anchor="t" anchorCtr="0" bIns="91425" lIns="91425" rIns="91425" spcFirstLastPara="1" tIns="91425" wrap="square">
            <a:noAutofit/>
          </a:bodyPr>
          <a:lstStyle>
            <a:lvl1pPr algn="ct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1048883" name="Google Shape;709;p13"/>
          <p:cNvSpPr txBox="1">
            <a:spLocks noGrp="1"/>
          </p:cNvSpPr>
          <p:nvPr>
            <p:ph type="subTitle" idx="3"/>
          </p:nvPr>
        </p:nvSpPr>
        <p:spPr>
          <a:xfrm>
            <a:off x="3527025" y="3642656"/>
            <a:ext cx="2094000" cy="390600"/>
          </a:xfrm>
          <a:prstGeom prst="rect"/>
        </p:spPr>
        <p:txBody>
          <a:bodyPr anchor="t" anchorCtr="0" bIns="91425" lIns="91425" rIns="91425" spcFirstLastPara="1" tIns="91425" wrap="square">
            <a:noAutofit/>
          </a:bodyPr>
          <a:lstStyle>
            <a:lvl1pPr algn="ct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algn="ctr" lvl="1" rtl="0">
              <a:spcBef>
                <a:spcPts val="1600"/>
              </a:spcBef>
              <a:spcAft>
                <a:spcPts val="0"/>
              </a:spcAft>
              <a:buSzPts val="1300"/>
              <a:buNone/>
              <a:defRPr sz="1300"/>
            </a:lvl2pPr>
            <a:lvl3pPr algn="ctr" lvl="2" rtl="0">
              <a:spcBef>
                <a:spcPts val="1600"/>
              </a:spcBef>
              <a:spcAft>
                <a:spcPts val="0"/>
              </a:spcAft>
              <a:buSzPts val="1300"/>
              <a:buNone/>
              <a:defRPr sz="1300"/>
            </a:lvl3pPr>
            <a:lvl4pPr algn="ctr" lvl="3" rtl="0">
              <a:spcBef>
                <a:spcPts val="1600"/>
              </a:spcBef>
              <a:spcAft>
                <a:spcPts val="0"/>
              </a:spcAft>
              <a:buSzPts val="1300"/>
              <a:buNone/>
              <a:defRPr sz="1300"/>
            </a:lvl4pPr>
            <a:lvl5pPr algn="ctr" lvl="4" rtl="0">
              <a:spcBef>
                <a:spcPts val="1600"/>
              </a:spcBef>
              <a:spcAft>
                <a:spcPts val="0"/>
              </a:spcAft>
              <a:buSzPts val="1300"/>
              <a:buNone/>
              <a:defRPr sz="1300"/>
            </a:lvl5pPr>
            <a:lvl6pPr algn="ctr" lvl="5" rtl="0">
              <a:spcBef>
                <a:spcPts val="1600"/>
              </a:spcBef>
              <a:spcAft>
                <a:spcPts val="0"/>
              </a:spcAft>
              <a:buSzPts val="1300"/>
              <a:buNone/>
              <a:defRPr sz="1300"/>
            </a:lvl6pPr>
            <a:lvl7pPr algn="ctr" lvl="6" rtl="0">
              <a:spcBef>
                <a:spcPts val="1600"/>
              </a:spcBef>
              <a:spcAft>
                <a:spcPts val="0"/>
              </a:spcAft>
              <a:buSzPts val="1300"/>
              <a:buNone/>
              <a:defRPr sz="1300"/>
            </a:lvl7pPr>
            <a:lvl8pPr algn="ctr" lvl="7" rtl="0">
              <a:spcBef>
                <a:spcPts val="1600"/>
              </a:spcBef>
              <a:spcAft>
                <a:spcPts val="0"/>
              </a:spcAft>
              <a:buSzPts val="1300"/>
              <a:buNone/>
              <a:defRPr sz="1300"/>
            </a:lvl8pPr>
            <a:lvl9pPr algn="ctr" lvl="8" rtl="0">
              <a:spcBef>
                <a:spcPts val="1600"/>
              </a:spcBef>
              <a:spcAft>
                <a:spcPts val="1600"/>
              </a:spcAft>
              <a:buSzPts val="1300"/>
              <a:buNone/>
              <a:defRPr sz="1300"/>
            </a:lvl9pPr>
          </a:lstStyle>
          <a:p/>
        </p:txBody>
      </p:sp>
      <p:sp>
        <p:nvSpPr>
          <p:cNvPr id="1048884" name="Google Shape;710;p13"/>
          <p:cNvSpPr txBox="1">
            <a:spLocks noGrp="1"/>
          </p:cNvSpPr>
          <p:nvPr>
            <p:ph type="subTitle" idx="4"/>
          </p:nvPr>
        </p:nvSpPr>
        <p:spPr>
          <a:xfrm>
            <a:off x="3527025" y="4027495"/>
            <a:ext cx="2194500" cy="603600"/>
          </a:xfrm>
          <a:prstGeom prst="rect"/>
        </p:spPr>
        <p:txBody>
          <a:bodyPr anchor="t" anchorCtr="0" bIns="91425" lIns="91425" rIns="91425" spcFirstLastPara="1" tIns="91425" wrap="square">
            <a:noAutofit/>
          </a:bodyPr>
          <a:lstStyle>
            <a:lvl1pPr algn="ct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1048885" name="Google Shape;711;p13"/>
          <p:cNvSpPr txBox="1">
            <a:spLocks noGrp="1"/>
          </p:cNvSpPr>
          <p:nvPr>
            <p:ph type="subTitle" idx="5"/>
          </p:nvPr>
        </p:nvSpPr>
        <p:spPr>
          <a:xfrm>
            <a:off x="6338794" y="3642656"/>
            <a:ext cx="2094000" cy="390600"/>
          </a:xfrm>
          <a:prstGeom prst="rect"/>
        </p:spPr>
        <p:txBody>
          <a:bodyPr anchor="t" anchorCtr="0" bIns="91425" lIns="91425" rIns="91425" spcFirstLastPara="1" tIns="91425" wrap="square">
            <a:noAutofit/>
          </a:bodyPr>
          <a:lstStyle>
            <a:lvl1pPr algn="ct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algn="ctr" lvl="1" rtl="0">
              <a:spcBef>
                <a:spcPts val="1600"/>
              </a:spcBef>
              <a:spcAft>
                <a:spcPts val="0"/>
              </a:spcAft>
              <a:buSzPts val="1300"/>
              <a:buNone/>
              <a:defRPr sz="1300"/>
            </a:lvl2pPr>
            <a:lvl3pPr algn="ctr" lvl="2" rtl="0">
              <a:spcBef>
                <a:spcPts val="1600"/>
              </a:spcBef>
              <a:spcAft>
                <a:spcPts val="0"/>
              </a:spcAft>
              <a:buSzPts val="1300"/>
              <a:buNone/>
              <a:defRPr sz="1300"/>
            </a:lvl3pPr>
            <a:lvl4pPr algn="ctr" lvl="3" rtl="0">
              <a:spcBef>
                <a:spcPts val="1600"/>
              </a:spcBef>
              <a:spcAft>
                <a:spcPts val="0"/>
              </a:spcAft>
              <a:buSzPts val="1300"/>
              <a:buNone/>
              <a:defRPr sz="1300"/>
            </a:lvl4pPr>
            <a:lvl5pPr algn="ctr" lvl="4" rtl="0">
              <a:spcBef>
                <a:spcPts val="1600"/>
              </a:spcBef>
              <a:spcAft>
                <a:spcPts val="0"/>
              </a:spcAft>
              <a:buSzPts val="1300"/>
              <a:buNone/>
              <a:defRPr sz="1300"/>
            </a:lvl5pPr>
            <a:lvl6pPr algn="ctr" lvl="5" rtl="0">
              <a:spcBef>
                <a:spcPts val="1600"/>
              </a:spcBef>
              <a:spcAft>
                <a:spcPts val="0"/>
              </a:spcAft>
              <a:buSzPts val="1300"/>
              <a:buNone/>
              <a:defRPr sz="1300"/>
            </a:lvl6pPr>
            <a:lvl7pPr algn="ctr" lvl="6" rtl="0">
              <a:spcBef>
                <a:spcPts val="1600"/>
              </a:spcBef>
              <a:spcAft>
                <a:spcPts val="0"/>
              </a:spcAft>
              <a:buSzPts val="1300"/>
              <a:buNone/>
              <a:defRPr sz="1300"/>
            </a:lvl7pPr>
            <a:lvl8pPr algn="ctr" lvl="7" rtl="0">
              <a:spcBef>
                <a:spcPts val="1600"/>
              </a:spcBef>
              <a:spcAft>
                <a:spcPts val="0"/>
              </a:spcAft>
              <a:buSzPts val="1300"/>
              <a:buNone/>
              <a:defRPr sz="1300"/>
            </a:lvl8pPr>
            <a:lvl9pPr algn="ctr" lvl="8" rtl="0">
              <a:spcBef>
                <a:spcPts val="1600"/>
              </a:spcBef>
              <a:spcAft>
                <a:spcPts val="1600"/>
              </a:spcAft>
              <a:buSzPts val="1300"/>
              <a:buNone/>
              <a:defRPr sz="1300"/>
            </a:lvl9pPr>
          </a:lstStyle>
          <a:p/>
        </p:txBody>
      </p:sp>
      <p:sp>
        <p:nvSpPr>
          <p:cNvPr id="1048886" name="Google Shape;712;p13"/>
          <p:cNvSpPr txBox="1">
            <a:spLocks noGrp="1"/>
          </p:cNvSpPr>
          <p:nvPr>
            <p:ph type="subTitle" idx="6"/>
          </p:nvPr>
        </p:nvSpPr>
        <p:spPr>
          <a:xfrm>
            <a:off x="6338794" y="4027495"/>
            <a:ext cx="2194500" cy="603600"/>
          </a:xfrm>
          <a:prstGeom prst="rect"/>
        </p:spPr>
        <p:txBody>
          <a:bodyPr anchor="t" anchorCtr="0" bIns="91425" lIns="91425" rIns="91425" spcFirstLastPara="1" tIns="91425" wrap="square">
            <a:noAutofit/>
          </a:bodyPr>
          <a:lstStyle>
            <a:lvl1pPr algn="ct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1048887" name="Google Shape;713;p13"/>
          <p:cNvSpPr txBox="1">
            <a:spLocks noGrp="1"/>
          </p:cNvSpPr>
          <p:nvPr>
            <p:ph type="subTitle" idx="7"/>
          </p:nvPr>
        </p:nvSpPr>
        <p:spPr>
          <a:xfrm>
            <a:off x="724560" y="1892580"/>
            <a:ext cx="2094000" cy="390600"/>
          </a:xfrm>
          <a:prstGeom prst="rect"/>
        </p:spPr>
        <p:txBody>
          <a:bodyPr anchor="t" anchorCtr="0" bIns="91425" lIns="91425" rIns="91425" spcFirstLastPara="1" tIns="91425" wrap="square">
            <a:noAutofit/>
          </a:bodyPr>
          <a:lstStyle>
            <a:lvl1pPr algn="ct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160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1048888" name="Google Shape;714;p13"/>
          <p:cNvSpPr txBox="1">
            <a:spLocks noGrp="1"/>
          </p:cNvSpPr>
          <p:nvPr>
            <p:ph type="subTitle" idx="8"/>
          </p:nvPr>
        </p:nvSpPr>
        <p:spPr>
          <a:xfrm>
            <a:off x="724560" y="2277419"/>
            <a:ext cx="2194500" cy="603600"/>
          </a:xfrm>
          <a:prstGeom prst="rect"/>
        </p:spPr>
        <p:txBody>
          <a:bodyPr anchor="t" anchorCtr="0" bIns="91425" lIns="91425" rIns="91425" spcFirstLastPara="1" tIns="91425" wrap="square">
            <a:noAutofit/>
          </a:bodyPr>
          <a:lstStyle>
            <a:lvl1pPr algn="ct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1048889" name="Google Shape;715;p13"/>
          <p:cNvSpPr txBox="1">
            <a:spLocks noGrp="1"/>
          </p:cNvSpPr>
          <p:nvPr>
            <p:ph type="subTitle" idx="9"/>
          </p:nvPr>
        </p:nvSpPr>
        <p:spPr>
          <a:xfrm>
            <a:off x="3527025" y="1892580"/>
            <a:ext cx="2094000" cy="390600"/>
          </a:xfrm>
          <a:prstGeom prst="rect"/>
        </p:spPr>
        <p:txBody>
          <a:bodyPr anchor="t" anchorCtr="0" bIns="91425" lIns="91425" rIns="91425" spcFirstLastPara="1" tIns="91425" wrap="square">
            <a:noAutofit/>
          </a:bodyPr>
          <a:lstStyle>
            <a:lvl1pPr algn="ct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algn="ctr" lvl="1" rtl="0">
              <a:spcBef>
                <a:spcPts val="1600"/>
              </a:spcBef>
              <a:spcAft>
                <a:spcPts val="0"/>
              </a:spcAft>
              <a:buSzPts val="1300"/>
              <a:buNone/>
              <a:defRPr sz="1300"/>
            </a:lvl2pPr>
            <a:lvl3pPr algn="ctr" lvl="2" rtl="0">
              <a:spcBef>
                <a:spcPts val="1600"/>
              </a:spcBef>
              <a:spcAft>
                <a:spcPts val="0"/>
              </a:spcAft>
              <a:buSzPts val="1300"/>
              <a:buNone/>
              <a:defRPr sz="1300"/>
            </a:lvl3pPr>
            <a:lvl4pPr algn="ctr" lvl="3" rtl="0">
              <a:spcBef>
                <a:spcPts val="1600"/>
              </a:spcBef>
              <a:spcAft>
                <a:spcPts val="0"/>
              </a:spcAft>
              <a:buSzPts val="1300"/>
              <a:buNone/>
              <a:defRPr sz="1300"/>
            </a:lvl4pPr>
            <a:lvl5pPr algn="ctr" lvl="4" rtl="0">
              <a:spcBef>
                <a:spcPts val="1600"/>
              </a:spcBef>
              <a:spcAft>
                <a:spcPts val="0"/>
              </a:spcAft>
              <a:buSzPts val="1300"/>
              <a:buNone/>
              <a:defRPr sz="1300"/>
            </a:lvl5pPr>
            <a:lvl6pPr algn="ctr" lvl="5" rtl="0">
              <a:spcBef>
                <a:spcPts val="1600"/>
              </a:spcBef>
              <a:spcAft>
                <a:spcPts val="0"/>
              </a:spcAft>
              <a:buSzPts val="1300"/>
              <a:buNone/>
              <a:defRPr sz="1300"/>
            </a:lvl6pPr>
            <a:lvl7pPr algn="ctr" lvl="6" rtl="0">
              <a:spcBef>
                <a:spcPts val="1600"/>
              </a:spcBef>
              <a:spcAft>
                <a:spcPts val="0"/>
              </a:spcAft>
              <a:buSzPts val="1300"/>
              <a:buNone/>
              <a:defRPr sz="1300"/>
            </a:lvl7pPr>
            <a:lvl8pPr algn="ctr" lvl="7" rtl="0">
              <a:spcBef>
                <a:spcPts val="1600"/>
              </a:spcBef>
              <a:spcAft>
                <a:spcPts val="0"/>
              </a:spcAft>
              <a:buSzPts val="1300"/>
              <a:buNone/>
              <a:defRPr sz="1300"/>
            </a:lvl8pPr>
            <a:lvl9pPr algn="ctr" lvl="8" rtl="0">
              <a:spcBef>
                <a:spcPts val="1600"/>
              </a:spcBef>
              <a:spcAft>
                <a:spcPts val="1600"/>
              </a:spcAft>
              <a:buSzPts val="1300"/>
              <a:buNone/>
              <a:defRPr sz="1300"/>
            </a:lvl9pPr>
          </a:lstStyle>
          <a:p/>
        </p:txBody>
      </p:sp>
      <p:sp>
        <p:nvSpPr>
          <p:cNvPr id="1048890" name="Google Shape;716;p13"/>
          <p:cNvSpPr txBox="1">
            <a:spLocks noGrp="1"/>
          </p:cNvSpPr>
          <p:nvPr>
            <p:ph type="subTitle" idx="13"/>
          </p:nvPr>
        </p:nvSpPr>
        <p:spPr>
          <a:xfrm>
            <a:off x="3527025" y="2277419"/>
            <a:ext cx="2194500" cy="603600"/>
          </a:xfrm>
          <a:prstGeom prst="rect"/>
        </p:spPr>
        <p:txBody>
          <a:bodyPr anchor="t" anchorCtr="0" bIns="91425" lIns="91425" rIns="91425" spcFirstLastPara="1" tIns="91425" wrap="square">
            <a:noAutofit/>
          </a:bodyPr>
          <a:lstStyle>
            <a:lvl1pPr algn="ct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1048891" name="Google Shape;717;p13"/>
          <p:cNvSpPr txBox="1">
            <a:spLocks noGrp="1"/>
          </p:cNvSpPr>
          <p:nvPr>
            <p:ph type="subTitle" idx="14"/>
          </p:nvPr>
        </p:nvSpPr>
        <p:spPr>
          <a:xfrm>
            <a:off x="6338794" y="1892575"/>
            <a:ext cx="2094000" cy="390600"/>
          </a:xfrm>
          <a:prstGeom prst="rect"/>
        </p:spPr>
        <p:txBody>
          <a:bodyPr anchor="t" anchorCtr="0" bIns="91425" lIns="91425" rIns="91425" spcFirstLastPara="1" tIns="91425" wrap="square">
            <a:noAutofit/>
          </a:bodyPr>
          <a:lstStyle>
            <a:lvl1pPr algn="ct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algn="ctr" lvl="1" rtl="0">
              <a:spcBef>
                <a:spcPts val="0"/>
              </a:spcBef>
              <a:spcAft>
                <a:spcPts val="0"/>
              </a:spcAft>
              <a:buSzPts val="1300"/>
              <a:buNone/>
              <a:defRPr sz="1300"/>
            </a:lvl2pPr>
            <a:lvl3pPr algn="ctr" lvl="2" rtl="0">
              <a:spcBef>
                <a:spcPts val="1600"/>
              </a:spcBef>
              <a:spcAft>
                <a:spcPts val="0"/>
              </a:spcAft>
              <a:buSzPts val="1300"/>
              <a:buNone/>
              <a:defRPr sz="1300"/>
            </a:lvl3pPr>
            <a:lvl4pPr algn="ctr" lvl="3" rtl="0">
              <a:spcBef>
                <a:spcPts val="1600"/>
              </a:spcBef>
              <a:spcAft>
                <a:spcPts val="0"/>
              </a:spcAft>
              <a:buSzPts val="1300"/>
              <a:buNone/>
              <a:defRPr sz="1300"/>
            </a:lvl4pPr>
            <a:lvl5pPr algn="ctr" lvl="4" rtl="0">
              <a:spcBef>
                <a:spcPts val="1600"/>
              </a:spcBef>
              <a:spcAft>
                <a:spcPts val="0"/>
              </a:spcAft>
              <a:buSzPts val="1300"/>
              <a:buNone/>
              <a:defRPr sz="1300"/>
            </a:lvl5pPr>
            <a:lvl6pPr algn="ctr" lvl="5" rtl="0">
              <a:spcBef>
                <a:spcPts val="1600"/>
              </a:spcBef>
              <a:spcAft>
                <a:spcPts val="0"/>
              </a:spcAft>
              <a:buSzPts val="1300"/>
              <a:buNone/>
              <a:defRPr sz="1300"/>
            </a:lvl6pPr>
            <a:lvl7pPr algn="ctr" lvl="6" rtl="0">
              <a:spcBef>
                <a:spcPts val="1600"/>
              </a:spcBef>
              <a:spcAft>
                <a:spcPts val="0"/>
              </a:spcAft>
              <a:buSzPts val="1300"/>
              <a:buNone/>
              <a:defRPr sz="1300"/>
            </a:lvl7pPr>
            <a:lvl8pPr algn="ctr" lvl="7" rtl="0">
              <a:spcBef>
                <a:spcPts val="1600"/>
              </a:spcBef>
              <a:spcAft>
                <a:spcPts val="0"/>
              </a:spcAft>
              <a:buSzPts val="1300"/>
              <a:buNone/>
              <a:defRPr sz="1300"/>
            </a:lvl8pPr>
            <a:lvl9pPr algn="ctr" lvl="8" rtl="0">
              <a:spcBef>
                <a:spcPts val="1600"/>
              </a:spcBef>
              <a:spcAft>
                <a:spcPts val="1600"/>
              </a:spcAft>
              <a:buSzPts val="1300"/>
              <a:buNone/>
              <a:defRPr sz="1300"/>
            </a:lvl9pPr>
          </a:lstStyle>
          <a:p/>
        </p:txBody>
      </p:sp>
      <p:sp>
        <p:nvSpPr>
          <p:cNvPr id="1048892" name="Google Shape;718;p13"/>
          <p:cNvSpPr txBox="1">
            <a:spLocks noGrp="1"/>
          </p:cNvSpPr>
          <p:nvPr>
            <p:ph type="subTitle" idx="15"/>
          </p:nvPr>
        </p:nvSpPr>
        <p:spPr>
          <a:xfrm>
            <a:off x="6338794" y="2277419"/>
            <a:ext cx="2194500" cy="603600"/>
          </a:xfrm>
          <a:prstGeom prst="rect"/>
        </p:spPr>
        <p:txBody>
          <a:bodyPr anchor="t" anchorCtr="0" bIns="91425" lIns="91425" rIns="91425" spcFirstLastPara="1" tIns="91425" wrap="square">
            <a:noAutofit/>
          </a:bodyPr>
          <a:lstStyle>
            <a:lvl1pPr algn="ct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1048893" name="Google Shape;719;p13"/>
          <p:cNvSpPr txBox="1">
            <a:spLocks noGrp="1"/>
          </p:cNvSpPr>
          <p:nvPr>
            <p:ph type="title" idx="16" hasCustomPrompt="1"/>
          </p:nvPr>
        </p:nvSpPr>
        <p:spPr>
          <a:xfrm>
            <a:off x="1484760" y="1406875"/>
            <a:ext cx="573600" cy="446100"/>
          </a:xfrm>
          <a:prstGeom prst="rect"/>
        </p:spPr>
        <p:txBody>
          <a:bodyPr anchor="ctr" anchorCtr="0" bIns="91425" lIns="91425" rIns="91425" spcFirstLastPara="1" tIns="91425" wrap="square">
            <a:noAutofit/>
          </a:bodyPr>
          <a:lstStyle>
            <a:lvl1pPr algn="ctr" lvl="0" rtl="0">
              <a:spcBef>
                <a:spcPts val="0"/>
              </a:spcBef>
              <a:spcAft>
                <a:spcPts val="0"/>
              </a:spcAft>
              <a:buSzPts val="3000"/>
              <a:buNone/>
              <a:defRPr b="1" sz="3000"/>
            </a:lvl1pPr>
            <a:lvl2pPr algn="ctr" lvl="1" rtl="0">
              <a:spcBef>
                <a:spcPts val="0"/>
              </a:spcBef>
              <a:spcAft>
                <a:spcPts val="0"/>
              </a:spcAft>
              <a:buSzPts val="3000"/>
              <a:buFont typeface="Neucha"/>
              <a:buNone/>
              <a:defRPr b="1" sz="3000">
                <a:latin typeface="Neucha"/>
                <a:ea typeface="Neucha"/>
                <a:cs typeface="Neucha"/>
                <a:sym typeface="Neucha"/>
              </a:defRPr>
            </a:lvl2pPr>
            <a:lvl3pPr algn="ctr" lvl="2" rtl="0">
              <a:spcBef>
                <a:spcPts val="0"/>
              </a:spcBef>
              <a:spcAft>
                <a:spcPts val="0"/>
              </a:spcAft>
              <a:buSzPts val="3000"/>
              <a:buFont typeface="Neucha"/>
              <a:buNone/>
              <a:defRPr b="1" sz="3000">
                <a:latin typeface="Neucha"/>
                <a:ea typeface="Neucha"/>
                <a:cs typeface="Neucha"/>
                <a:sym typeface="Neucha"/>
              </a:defRPr>
            </a:lvl3pPr>
            <a:lvl4pPr algn="ctr" lvl="3" rtl="0">
              <a:spcBef>
                <a:spcPts val="0"/>
              </a:spcBef>
              <a:spcAft>
                <a:spcPts val="0"/>
              </a:spcAft>
              <a:buSzPts val="3000"/>
              <a:buFont typeface="Neucha"/>
              <a:buNone/>
              <a:defRPr b="1" sz="3000">
                <a:latin typeface="Neucha"/>
                <a:ea typeface="Neucha"/>
                <a:cs typeface="Neucha"/>
                <a:sym typeface="Neucha"/>
              </a:defRPr>
            </a:lvl4pPr>
            <a:lvl5pPr algn="ctr" lvl="4" rtl="0">
              <a:spcBef>
                <a:spcPts val="0"/>
              </a:spcBef>
              <a:spcAft>
                <a:spcPts val="0"/>
              </a:spcAft>
              <a:buSzPts val="3000"/>
              <a:buFont typeface="Neucha"/>
              <a:buNone/>
              <a:defRPr b="1" sz="3000">
                <a:latin typeface="Neucha"/>
                <a:ea typeface="Neucha"/>
                <a:cs typeface="Neucha"/>
                <a:sym typeface="Neucha"/>
              </a:defRPr>
            </a:lvl5pPr>
            <a:lvl6pPr algn="ctr" lvl="5" rtl="0">
              <a:spcBef>
                <a:spcPts val="0"/>
              </a:spcBef>
              <a:spcAft>
                <a:spcPts val="0"/>
              </a:spcAft>
              <a:buSzPts val="3000"/>
              <a:buFont typeface="Neucha"/>
              <a:buNone/>
              <a:defRPr b="1" sz="3000">
                <a:latin typeface="Neucha"/>
                <a:ea typeface="Neucha"/>
                <a:cs typeface="Neucha"/>
                <a:sym typeface="Neucha"/>
              </a:defRPr>
            </a:lvl6pPr>
            <a:lvl7pPr algn="ctr" lvl="6" rtl="0">
              <a:spcBef>
                <a:spcPts val="0"/>
              </a:spcBef>
              <a:spcAft>
                <a:spcPts val="0"/>
              </a:spcAft>
              <a:buSzPts val="3000"/>
              <a:buFont typeface="Neucha"/>
              <a:buNone/>
              <a:defRPr b="1" sz="3000">
                <a:latin typeface="Neucha"/>
                <a:ea typeface="Neucha"/>
                <a:cs typeface="Neucha"/>
                <a:sym typeface="Neucha"/>
              </a:defRPr>
            </a:lvl7pPr>
            <a:lvl8pPr algn="ctr" lvl="7" rtl="0">
              <a:spcBef>
                <a:spcPts val="0"/>
              </a:spcBef>
              <a:spcAft>
                <a:spcPts val="0"/>
              </a:spcAft>
              <a:buSzPts val="3000"/>
              <a:buFont typeface="Neucha"/>
              <a:buNone/>
              <a:defRPr b="1" sz="3000">
                <a:latin typeface="Neucha"/>
                <a:ea typeface="Neucha"/>
                <a:cs typeface="Neucha"/>
                <a:sym typeface="Neucha"/>
              </a:defRPr>
            </a:lvl8pPr>
            <a:lvl9pPr algn="ctr" lvl="8" rtl="0">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048894" name="Google Shape;720;p13"/>
          <p:cNvSpPr txBox="1">
            <a:spLocks noGrp="1"/>
          </p:cNvSpPr>
          <p:nvPr>
            <p:ph type="title" idx="17" hasCustomPrompt="1"/>
          </p:nvPr>
        </p:nvSpPr>
        <p:spPr>
          <a:xfrm>
            <a:off x="4286025" y="1406875"/>
            <a:ext cx="576000" cy="446100"/>
          </a:xfrm>
          <a:prstGeom prst="rect"/>
        </p:spPr>
        <p:txBody>
          <a:bodyPr anchor="ctr" anchorCtr="0" bIns="91425" lIns="91425" rIns="91425" spcFirstLastPara="1" tIns="91425" wrap="square">
            <a:noAutofit/>
          </a:bodyPr>
          <a:lstStyle>
            <a:lvl1pPr algn="ctr" lvl="0" rtl="0">
              <a:spcBef>
                <a:spcPts val="0"/>
              </a:spcBef>
              <a:spcAft>
                <a:spcPts val="0"/>
              </a:spcAft>
              <a:buSzPts val="3000"/>
              <a:buNone/>
              <a:defRPr b="1" sz="3000"/>
            </a:lvl1pPr>
            <a:lvl2pPr algn="ctr" lvl="1" rtl="0">
              <a:spcBef>
                <a:spcPts val="0"/>
              </a:spcBef>
              <a:spcAft>
                <a:spcPts val="0"/>
              </a:spcAft>
              <a:buSzPts val="3000"/>
              <a:buFont typeface="Neucha"/>
              <a:buNone/>
              <a:defRPr b="1" sz="3000">
                <a:latin typeface="Neucha"/>
                <a:ea typeface="Neucha"/>
                <a:cs typeface="Neucha"/>
                <a:sym typeface="Neucha"/>
              </a:defRPr>
            </a:lvl2pPr>
            <a:lvl3pPr algn="ctr" lvl="2" rtl="0">
              <a:spcBef>
                <a:spcPts val="0"/>
              </a:spcBef>
              <a:spcAft>
                <a:spcPts val="0"/>
              </a:spcAft>
              <a:buSzPts val="3000"/>
              <a:buFont typeface="Neucha"/>
              <a:buNone/>
              <a:defRPr b="1" sz="3000">
                <a:latin typeface="Neucha"/>
                <a:ea typeface="Neucha"/>
                <a:cs typeface="Neucha"/>
                <a:sym typeface="Neucha"/>
              </a:defRPr>
            </a:lvl3pPr>
            <a:lvl4pPr algn="ctr" lvl="3" rtl="0">
              <a:spcBef>
                <a:spcPts val="0"/>
              </a:spcBef>
              <a:spcAft>
                <a:spcPts val="0"/>
              </a:spcAft>
              <a:buSzPts val="3000"/>
              <a:buFont typeface="Neucha"/>
              <a:buNone/>
              <a:defRPr b="1" sz="3000">
                <a:latin typeface="Neucha"/>
                <a:ea typeface="Neucha"/>
                <a:cs typeface="Neucha"/>
                <a:sym typeface="Neucha"/>
              </a:defRPr>
            </a:lvl4pPr>
            <a:lvl5pPr algn="ctr" lvl="4" rtl="0">
              <a:spcBef>
                <a:spcPts val="0"/>
              </a:spcBef>
              <a:spcAft>
                <a:spcPts val="0"/>
              </a:spcAft>
              <a:buSzPts val="3000"/>
              <a:buFont typeface="Neucha"/>
              <a:buNone/>
              <a:defRPr b="1" sz="3000">
                <a:latin typeface="Neucha"/>
                <a:ea typeface="Neucha"/>
                <a:cs typeface="Neucha"/>
                <a:sym typeface="Neucha"/>
              </a:defRPr>
            </a:lvl5pPr>
            <a:lvl6pPr algn="ctr" lvl="5" rtl="0">
              <a:spcBef>
                <a:spcPts val="0"/>
              </a:spcBef>
              <a:spcAft>
                <a:spcPts val="0"/>
              </a:spcAft>
              <a:buSzPts val="3000"/>
              <a:buFont typeface="Neucha"/>
              <a:buNone/>
              <a:defRPr b="1" sz="3000">
                <a:latin typeface="Neucha"/>
                <a:ea typeface="Neucha"/>
                <a:cs typeface="Neucha"/>
                <a:sym typeface="Neucha"/>
              </a:defRPr>
            </a:lvl6pPr>
            <a:lvl7pPr algn="ctr" lvl="6" rtl="0">
              <a:spcBef>
                <a:spcPts val="0"/>
              </a:spcBef>
              <a:spcAft>
                <a:spcPts val="0"/>
              </a:spcAft>
              <a:buSzPts val="3000"/>
              <a:buFont typeface="Neucha"/>
              <a:buNone/>
              <a:defRPr b="1" sz="3000">
                <a:latin typeface="Neucha"/>
                <a:ea typeface="Neucha"/>
                <a:cs typeface="Neucha"/>
                <a:sym typeface="Neucha"/>
              </a:defRPr>
            </a:lvl7pPr>
            <a:lvl8pPr algn="ctr" lvl="7" rtl="0">
              <a:spcBef>
                <a:spcPts val="0"/>
              </a:spcBef>
              <a:spcAft>
                <a:spcPts val="0"/>
              </a:spcAft>
              <a:buSzPts val="3000"/>
              <a:buFont typeface="Neucha"/>
              <a:buNone/>
              <a:defRPr b="1" sz="3000">
                <a:latin typeface="Neucha"/>
                <a:ea typeface="Neucha"/>
                <a:cs typeface="Neucha"/>
                <a:sym typeface="Neucha"/>
              </a:defRPr>
            </a:lvl8pPr>
            <a:lvl9pPr algn="ctr" lvl="8" rtl="0">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048895" name="Google Shape;721;p13"/>
          <p:cNvSpPr txBox="1">
            <a:spLocks noGrp="1"/>
          </p:cNvSpPr>
          <p:nvPr>
            <p:ph type="title" idx="18" hasCustomPrompt="1"/>
          </p:nvPr>
        </p:nvSpPr>
        <p:spPr>
          <a:xfrm>
            <a:off x="7097794" y="1406875"/>
            <a:ext cx="576000" cy="446100"/>
          </a:xfrm>
          <a:prstGeom prst="rect"/>
        </p:spPr>
        <p:txBody>
          <a:bodyPr anchor="ctr" anchorCtr="0" bIns="91425" lIns="91425" rIns="91425" spcFirstLastPara="1" tIns="91425" wrap="square">
            <a:noAutofit/>
          </a:bodyPr>
          <a:lstStyle>
            <a:lvl1pPr algn="ctr" lvl="0" rtl="0">
              <a:spcBef>
                <a:spcPts val="0"/>
              </a:spcBef>
              <a:spcAft>
                <a:spcPts val="0"/>
              </a:spcAft>
              <a:buSzPts val="3000"/>
              <a:buNone/>
              <a:defRPr b="1" sz="3000"/>
            </a:lvl1pPr>
            <a:lvl2pPr algn="ctr" lvl="1" rtl="0">
              <a:spcBef>
                <a:spcPts val="0"/>
              </a:spcBef>
              <a:spcAft>
                <a:spcPts val="0"/>
              </a:spcAft>
              <a:buSzPts val="3000"/>
              <a:buFont typeface="Neucha"/>
              <a:buNone/>
              <a:defRPr b="1" sz="3000">
                <a:latin typeface="Neucha"/>
                <a:ea typeface="Neucha"/>
                <a:cs typeface="Neucha"/>
                <a:sym typeface="Neucha"/>
              </a:defRPr>
            </a:lvl2pPr>
            <a:lvl3pPr algn="ctr" lvl="2" rtl="0">
              <a:spcBef>
                <a:spcPts val="0"/>
              </a:spcBef>
              <a:spcAft>
                <a:spcPts val="0"/>
              </a:spcAft>
              <a:buSzPts val="3000"/>
              <a:buFont typeface="Neucha"/>
              <a:buNone/>
              <a:defRPr b="1" sz="3000">
                <a:latin typeface="Neucha"/>
                <a:ea typeface="Neucha"/>
                <a:cs typeface="Neucha"/>
                <a:sym typeface="Neucha"/>
              </a:defRPr>
            </a:lvl3pPr>
            <a:lvl4pPr algn="ctr" lvl="3" rtl="0">
              <a:spcBef>
                <a:spcPts val="0"/>
              </a:spcBef>
              <a:spcAft>
                <a:spcPts val="0"/>
              </a:spcAft>
              <a:buSzPts val="3000"/>
              <a:buFont typeface="Neucha"/>
              <a:buNone/>
              <a:defRPr b="1" sz="3000">
                <a:latin typeface="Neucha"/>
                <a:ea typeface="Neucha"/>
                <a:cs typeface="Neucha"/>
                <a:sym typeface="Neucha"/>
              </a:defRPr>
            </a:lvl4pPr>
            <a:lvl5pPr algn="ctr" lvl="4" rtl="0">
              <a:spcBef>
                <a:spcPts val="0"/>
              </a:spcBef>
              <a:spcAft>
                <a:spcPts val="0"/>
              </a:spcAft>
              <a:buSzPts val="3000"/>
              <a:buFont typeface="Neucha"/>
              <a:buNone/>
              <a:defRPr b="1" sz="3000">
                <a:latin typeface="Neucha"/>
                <a:ea typeface="Neucha"/>
                <a:cs typeface="Neucha"/>
                <a:sym typeface="Neucha"/>
              </a:defRPr>
            </a:lvl5pPr>
            <a:lvl6pPr algn="ctr" lvl="5" rtl="0">
              <a:spcBef>
                <a:spcPts val="0"/>
              </a:spcBef>
              <a:spcAft>
                <a:spcPts val="0"/>
              </a:spcAft>
              <a:buSzPts val="3000"/>
              <a:buFont typeface="Neucha"/>
              <a:buNone/>
              <a:defRPr b="1" sz="3000">
                <a:latin typeface="Neucha"/>
                <a:ea typeface="Neucha"/>
                <a:cs typeface="Neucha"/>
                <a:sym typeface="Neucha"/>
              </a:defRPr>
            </a:lvl6pPr>
            <a:lvl7pPr algn="ctr" lvl="6" rtl="0">
              <a:spcBef>
                <a:spcPts val="0"/>
              </a:spcBef>
              <a:spcAft>
                <a:spcPts val="0"/>
              </a:spcAft>
              <a:buSzPts val="3000"/>
              <a:buFont typeface="Neucha"/>
              <a:buNone/>
              <a:defRPr b="1" sz="3000">
                <a:latin typeface="Neucha"/>
                <a:ea typeface="Neucha"/>
                <a:cs typeface="Neucha"/>
                <a:sym typeface="Neucha"/>
              </a:defRPr>
            </a:lvl7pPr>
            <a:lvl8pPr algn="ctr" lvl="7" rtl="0">
              <a:spcBef>
                <a:spcPts val="0"/>
              </a:spcBef>
              <a:spcAft>
                <a:spcPts val="0"/>
              </a:spcAft>
              <a:buSzPts val="3000"/>
              <a:buFont typeface="Neucha"/>
              <a:buNone/>
              <a:defRPr b="1" sz="3000">
                <a:latin typeface="Neucha"/>
                <a:ea typeface="Neucha"/>
                <a:cs typeface="Neucha"/>
                <a:sym typeface="Neucha"/>
              </a:defRPr>
            </a:lvl8pPr>
            <a:lvl9pPr algn="ctr" lvl="8" rtl="0">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048896" name="Google Shape;722;p13"/>
          <p:cNvSpPr txBox="1">
            <a:spLocks noGrp="1"/>
          </p:cNvSpPr>
          <p:nvPr>
            <p:ph type="title" idx="19" hasCustomPrompt="1"/>
          </p:nvPr>
        </p:nvSpPr>
        <p:spPr>
          <a:xfrm>
            <a:off x="1483560" y="3163491"/>
            <a:ext cx="576000" cy="446100"/>
          </a:xfrm>
          <a:prstGeom prst="rect"/>
        </p:spPr>
        <p:txBody>
          <a:bodyPr anchor="ctr" anchorCtr="0" bIns="91425" lIns="91425" rIns="91425" spcFirstLastPara="1" tIns="91425" wrap="square">
            <a:noAutofit/>
          </a:bodyPr>
          <a:lstStyle>
            <a:lvl1pPr algn="ctr" lvl="0" rtl="0">
              <a:spcBef>
                <a:spcPts val="0"/>
              </a:spcBef>
              <a:spcAft>
                <a:spcPts val="0"/>
              </a:spcAft>
              <a:buSzPts val="3000"/>
              <a:buNone/>
              <a:defRPr b="1" sz="3000"/>
            </a:lvl1pPr>
            <a:lvl2pPr algn="ctr" lvl="1" rtl="0">
              <a:spcBef>
                <a:spcPts val="0"/>
              </a:spcBef>
              <a:spcAft>
                <a:spcPts val="0"/>
              </a:spcAft>
              <a:buSzPts val="3000"/>
              <a:buFont typeface="Neucha"/>
              <a:buNone/>
              <a:defRPr b="1" sz="3000">
                <a:latin typeface="Neucha"/>
                <a:ea typeface="Neucha"/>
                <a:cs typeface="Neucha"/>
                <a:sym typeface="Neucha"/>
              </a:defRPr>
            </a:lvl2pPr>
            <a:lvl3pPr algn="ctr" lvl="2" rtl="0">
              <a:spcBef>
                <a:spcPts val="0"/>
              </a:spcBef>
              <a:spcAft>
                <a:spcPts val="0"/>
              </a:spcAft>
              <a:buSzPts val="3000"/>
              <a:buFont typeface="Neucha"/>
              <a:buNone/>
              <a:defRPr b="1" sz="3000">
                <a:latin typeface="Neucha"/>
                <a:ea typeface="Neucha"/>
                <a:cs typeface="Neucha"/>
                <a:sym typeface="Neucha"/>
              </a:defRPr>
            </a:lvl3pPr>
            <a:lvl4pPr algn="ctr" lvl="3" rtl="0">
              <a:spcBef>
                <a:spcPts val="0"/>
              </a:spcBef>
              <a:spcAft>
                <a:spcPts val="0"/>
              </a:spcAft>
              <a:buSzPts val="3000"/>
              <a:buFont typeface="Neucha"/>
              <a:buNone/>
              <a:defRPr b="1" sz="3000">
                <a:latin typeface="Neucha"/>
                <a:ea typeface="Neucha"/>
                <a:cs typeface="Neucha"/>
                <a:sym typeface="Neucha"/>
              </a:defRPr>
            </a:lvl4pPr>
            <a:lvl5pPr algn="ctr" lvl="4" rtl="0">
              <a:spcBef>
                <a:spcPts val="0"/>
              </a:spcBef>
              <a:spcAft>
                <a:spcPts val="0"/>
              </a:spcAft>
              <a:buSzPts val="3000"/>
              <a:buFont typeface="Neucha"/>
              <a:buNone/>
              <a:defRPr b="1" sz="3000">
                <a:latin typeface="Neucha"/>
                <a:ea typeface="Neucha"/>
                <a:cs typeface="Neucha"/>
                <a:sym typeface="Neucha"/>
              </a:defRPr>
            </a:lvl5pPr>
            <a:lvl6pPr algn="ctr" lvl="5" rtl="0">
              <a:spcBef>
                <a:spcPts val="0"/>
              </a:spcBef>
              <a:spcAft>
                <a:spcPts val="0"/>
              </a:spcAft>
              <a:buSzPts val="3000"/>
              <a:buFont typeface="Neucha"/>
              <a:buNone/>
              <a:defRPr b="1" sz="3000">
                <a:latin typeface="Neucha"/>
                <a:ea typeface="Neucha"/>
                <a:cs typeface="Neucha"/>
                <a:sym typeface="Neucha"/>
              </a:defRPr>
            </a:lvl6pPr>
            <a:lvl7pPr algn="ctr" lvl="6" rtl="0">
              <a:spcBef>
                <a:spcPts val="0"/>
              </a:spcBef>
              <a:spcAft>
                <a:spcPts val="0"/>
              </a:spcAft>
              <a:buSzPts val="3000"/>
              <a:buFont typeface="Neucha"/>
              <a:buNone/>
              <a:defRPr b="1" sz="3000">
                <a:latin typeface="Neucha"/>
                <a:ea typeface="Neucha"/>
                <a:cs typeface="Neucha"/>
                <a:sym typeface="Neucha"/>
              </a:defRPr>
            </a:lvl7pPr>
            <a:lvl8pPr algn="ctr" lvl="7" rtl="0">
              <a:spcBef>
                <a:spcPts val="0"/>
              </a:spcBef>
              <a:spcAft>
                <a:spcPts val="0"/>
              </a:spcAft>
              <a:buSzPts val="3000"/>
              <a:buFont typeface="Neucha"/>
              <a:buNone/>
              <a:defRPr b="1" sz="3000">
                <a:latin typeface="Neucha"/>
                <a:ea typeface="Neucha"/>
                <a:cs typeface="Neucha"/>
                <a:sym typeface="Neucha"/>
              </a:defRPr>
            </a:lvl8pPr>
            <a:lvl9pPr algn="ctr" lvl="8" rtl="0">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048897" name="Google Shape;723;p13"/>
          <p:cNvSpPr txBox="1">
            <a:spLocks noGrp="1"/>
          </p:cNvSpPr>
          <p:nvPr>
            <p:ph type="title" idx="20" hasCustomPrompt="1"/>
          </p:nvPr>
        </p:nvSpPr>
        <p:spPr>
          <a:xfrm>
            <a:off x="4286025" y="3163491"/>
            <a:ext cx="576000" cy="446100"/>
          </a:xfrm>
          <a:prstGeom prst="rect"/>
        </p:spPr>
        <p:txBody>
          <a:bodyPr anchor="ctr" anchorCtr="0" bIns="91425" lIns="91425" rIns="91425" spcFirstLastPara="1" tIns="91425" wrap="square">
            <a:noAutofit/>
          </a:bodyPr>
          <a:lstStyle>
            <a:lvl1pPr algn="ctr" lvl="0" rtl="0">
              <a:spcBef>
                <a:spcPts val="0"/>
              </a:spcBef>
              <a:spcAft>
                <a:spcPts val="0"/>
              </a:spcAft>
              <a:buSzPts val="3000"/>
              <a:buNone/>
              <a:defRPr b="1" sz="3000"/>
            </a:lvl1pPr>
            <a:lvl2pPr algn="ctr" lvl="1" rtl="0">
              <a:spcBef>
                <a:spcPts val="0"/>
              </a:spcBef>
              <a:spcAft>
                <a:spcPts val="0"/>
              </a:spcAft>
              <a:buSzPts val="3000"/>
              <a:buFont typeface="Neucha"/>
              <a:buNone/>
              <a:defRPr b="1" sz="3000">
                <a:latin typeface="Neucha"/>
                <a:ea typeface="Neucha"/>
                <a:cs typeface="Neucha"/>
                <a:sym typeface="Neucha"/>
              </a:defRPr>
            </a:lvl2pPr>
            <a:lvl3pPr algn="ctr" lvl="2" rtl="0">
              <a:spcBef>
                <a:spcPts val="0"/>
              </a:spcBef>
              <a:spcAft>
                <a:spcPts val="0"/>
              </a:spcAft>
              <a:buSzPts val="3000"/>
              <a:buFont typeface="Neucha"/>
              <a:buNone/>
              <a:defRPr b="1" sz="3000">
                <a:latin typeface="Neucha"/>
                <a:ea typeface="Neucha"/>
                <a:cs typeface="Neucha"/>
                <a:sym typeface="Neucha"/>
              </a:defRPr>
            </a:lvl3pPr>
            <a:lvl4pPr algn="ctr" lvl="3" rtl="0">
              <a:spcBef>
                <a:spcPts val="0"/>
              </a:spcBef>
              <a:spcAft>
                <a:spcPts val="0"/>
              </a:spcAft>
              <a:buSzPts val="3000"/>
              <a:buFont typeface="Neucha"/>
              <a:buNone/>
              <a:defRPr b="1" sz="3000">
                <a:latin typeface="Neucha"/>
                <a:ea typeface="Neucha"/>
                <a:cs typeface="Neucha"/>
                <a:sym typeface="Neucha"/>
              </a:defRPr>
            </a:lvl4pPr>
            <a:lvl5pPr algn="ctr" lvl="4" rtl="0">
              <a:spcBef>
                <a:spcPts val="0"/>
              </a:spcBef>
              <a:spcAft>
                <a:spcPts val="0"/>
              </a:spcAft>
              <a:buSzPts val="3000"/>
              <a:buFont typeface="Neucha"/>
              <a:buNone/>
              <a:defRPr b="1" sz="3000">
                <a:latin typeface="Neucha"/>
                <a:ea typeface="Neucha"/>
                <a:cs typeface="Neucha"/>
                <a:sym typeface="Neucha"/>
              </a:defRPr>
            </a:lvl5pPr>
            <a:lvl6pPr algn="ctr" lvl="5" rtl="0">
              <a:spcBef>
                <a:spcPts val="0"/>
              </a:spcBef>
              <a:spcAft>
                <a:spcPts val="0"/>
              </a:spcAft>
              <a:buSzPts val="3000"/>
              <a:buFont typeface="Neucha"/>
              <a:buNone/>
              <a:defRPr b="1" sz="3000">
                <a:latin typeface="Neucha"/>
                <a:ea typeface="Neucha"/>
                <a:cs typeface="Neucha"/>
                <a:sym typeface="Neucha"/>
              </a:defRPr>
            </a:lvl6pPr>
            <a:lvl7pPr algn="ctr" lvl="6" rtl="0">
              <a:spcBef>
                <a:spcPts val="0"/>
              </a:spcBef>
              <a:spcAft>
                <a:spcPts val="0"/>
              </a:spcAft>
              <a:buSzPts val="3000"/>
              <a:buFont typeface="Neucha"/>
              <a:buNone/>
              <a:defRPr b="1" sz="3000">
                <a:latin typeface="Neucha"/>
                <a:ea typeface="Neucha"/>
                <a:cs typeface="Neucha"/>
                <a:sym typeface="Neucha"/>
              </a:defRPr>
            </a:lvl7pPr>
            <a:lvl8pPr algn="ctr" lvl="7" rtl="0">
              <a:spcBef>
                <a:spcPts val="0"/>
              </a:spcBef>
              <a:spcAft>
                <a:spcPts val="0"/>
              </a:spcAft>
              <a:buSzPts val="3000"/>
              <a:buFont typeface="Neucha"/>
              <a:buNone/>
              <a:defRPr b="1" sz="3000">
                <a:latin typeface="Neucha"/>
                <a:ea typeface="Neucha"/>
                <a:cs typeface="Neucha"/>
                <a:sym typeface="Neucha"/>
              </a:defRPr>
            </a:lvl8pPr>
            <a:lvl9pPr algn="ctr" lvl="8" rtl="0">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048898" name="Google Shape;724;p13"/>
          <p:cNvSpPr txBox="1">
            <a:spLocks noGrp="1"/>
          </p:cNvSpPr>
          <p:nvPr>
            <p:ph type="title" idx="21" hasCustomPrompt="1"/>
          </p:nvPr>
        </p:nvSpPr>
        <p:spPr>
          <a:xfrm>
            <a:off x="7097794" y="3163491"/>
            <a:ext cx="576000" cy="446100"/>
          </a:xfrm>
          <a:prstGeom prst="rect"/>
        </p:spPr>
        <p:txBody>
          <a:bodyPr anchor="ctr" anchorCtr="0" bIns="91425" lIns="91425" rIns="91425" spcFirstLastPara="1" tIns="91425" wrap="square">
            <a:noAutofit/>
          </a:bodyPr>
          <a:lstStyle>
            <a:lvl1pPr algn="ctr" lvl="0" rtl="0">
              <a:spcBef>
                <a:spcPts val="0"/>
              </a:spcBef>
              <a:spcAft>
                <a:spcPts val="0"/>
              </a:spcAft>
              <a:buSzPts val="3000"/>
              <a:buNone/>
              <a:defRPr b="1" sz="3000"/>
            </a:lvl1pPr>
            <a:lvl2pPr algn="ctr" lvl="1" rtl="0">
              <a:spcBef>
                <a:spcPts val="0"/>
              </a:spcBef>
              <a:spcAft>
                <a:spcPts val="0"/>
              </a:spcAft>
              <a:buSzPts val="3000"/>
              <a:buFont typeface="Neucha"/>
              <a:buNone/>
              <a:defRPr b="1" sz="3000">
                <a:latin typeface="Neucha"/>
                <a:ea typeface="Neucha"/>
                <a:cs typeface="Neucha"/>
                <a:sym typeface="Neucha"/>
              </a:defRPr>
            </a:lvl2pPr>
            <a:lvl3pPr algn="ctr" lvl="2" rtl="0">
              <a:spcBef>
                <a:spcPts val="0"/>
              </a:spcBef>
              <a:spcAft>
                <a:spcPts val="0"/>
              </a:spcAft>
              <a:buSzPts val="3000"/>
              <a:buFont typeface="Neucha"/>
              <a:buNone/>
              <a:defRPr b="1" sz="3000">
                <a:latin typeface="Neucha"/>
                <a:ea typeface="Neucha"/>
                <a:cs typeface="Neucha"/>
                <a:sym typeface="Neucha"/>
              </a:defRPr>
            </a:lvl3pPr>
            <a:lvl4pPr algn="ctr" lvl="3" rtl="0">
              <a:spcBef>
                <a:spcPts val="0"/>
              </a:spcBef>
              <a:spcAft>
                <a:spcPts val="0"/>
              </a:spcAft>
              <a:buSzPts val="3000"/>
              <a:buFont typeface="Neucha"/>
              <a:buNone/>
              <a:defRPr b="1" sz="3000">
                <a:latin typeface="Neucha"/>
                <a:ea typeface="Neucha"/>
                <a:cs typeface="Neucha"/>
                <a:sym typeface="Neucha"/>
              </a:defRPr>
            </a:lvl4pPr>
            <a:lvl5pPr algn="ctr" lvl="4" rtl="0">
              <a:spcBef>
                <a:spcPts val="0"/>
              </a:spcBef>
              <a:spcAft>
                <a:spcPts val="0"/>
              </a:spcAft>
              <a:buSzPts val="3000"/>
              <a:buFont typeface="Neucha"/>
              <a:buNone/>
              <a:defRPr b="1" sz="3000">
                <a:latin typeface="Neucha"/>
                <a:ea typeface="Neucha"/>
                <a:cs typeface="Neucha"/>
                <a:sym typeface="Neucha"/>
              </a:defRPr>
            </a:lvl5pPr>
            <a:lvl6pPr algn="ctr" lvl="5" rtl="0">
              <a:spcBef>
                <a:spcPts val="0"/>
              </a:spcBef>
              <a:spcAft>
                <a:spcPts val="0"/>
              </a:spcAft>
              <a:buSzPts val="3000"/>
              <a:buFont typeface="Neucha"/>
              <a:buNone/>
              <a:defRPr b="1" sz="3000">
                <a:latin typeface="Neucha"/>
                <a:ea typeface="Neucha"/>
                <a:cs typeface="Neucha"/>
                <a:sym typeface="Neucha"/>
              </a:defRPr>
            </a:lvl6pPr>
            <a:lvl7pPr algn="ctr" lvl="6" rtl="0">
              <a:spcBef>
                <a:spcPts val="0"/>
              </a:spcBef>
              <a:spcAft>
                <a:spcPts val="0"/>
              </a:spcAft>
              <a:buSzPts val="3000"/>
              <a:buFont typeface="Neucha"/>
              <a:buNone/>
              <a:defRPr b="1" sz="3000">
                <a:latin typeface="Neucha"/>
                <a:ea typeface="Neucha"/>
                <a:cs typeface="Neucha"/>
                <a:sym typeface="Neucha"/>
              </a:defRPr>
            </a:lvl7pPr>
            <a:lvl8pPr algn="ctr" lvl="7" rtl="0">
              <a:spcBef>
                <a:spcPts val="0"/>
              </a:spcBef>
              <a:spcAft>
                <a:spcPts val="0"/>
              </a:spcAft>
              <a:buSzPts val="3000"/>
              <a:buFont typeface="Neucha"/>
              <a:buNone/>
              <a:defRPr b="1" sz="3000">
                <a:latin typeface="Neucha"/>
                <a:ea typeface="Neucha"/>
                <a:cs typeface="Neucha"/>
                <a:sym typeface="Neucha"/>
              </a:defRPr>
            </a:lvl8pPr>
            <a:lvl9pPr algn="ctr" lvl="8" rtl="0">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048899" name="Google Shape;725;p13"/>
          <p:cNvSpPr/>
          <p:nvPr/>
        </p:nvSpPr>
        <p:spPr>
          <a:xfrm>
            <a:off x="2483740" y="171622"/>
            <a:ext cx="207943" cy="207927"/>
          </a:xfrm>
          <a:custGeom>
            <a:avLst/>
            <a:ah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00" name="Google Shape;726;p13"/>
          <p:cNvSpPr/>
          <p:nvPr/>
        </p:nvSpPr>
        <p:spPr>
          <a:xfrm>
            <a:off x="2113408" y="294927"/>
            <a:ext cx="60134" cy="60130"/>
          </a:xfrm>
          <a:custGeom>
            <a:avLst/>
            <a:ah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01" name="Google Shape;727;p13"/>
          <p:cNvSpPr/>
          <p:nvPr/>
        </p:nvSpPr>
        <p:spPr>
          <a:xfrm>
            <a:off x="3040826" y="55185"/>
            <a:ext cx="59875" cy="56436"/>
          </a:xfrm>
          <a:custGeom>
            <a:avLst/>
            <a:ah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59" name="Google Shape;728;p13"/>
          <p:cNvGrpSpPr/>
          <p:nvPr/>
        </p:nvGrpSpPr>
        <p:grpSpPr>
          <a:xfrm>
            <a:off x="8430775" y="49513"/>
            <a:ext cx="674325" cy="1173675"/>
            <a:chOff x="4266275" y="6869625"/>
            <a:chExt cx="674325" cy="1173675"/>
          </a:xfrm>
        </p:grpSpPr>
        <p:sp>
          <p:nvSpPr>
            <p:cNvPr id="1048902" name="Google Shape;729;p13"/>
            <p:cNvSpPr/>
            <p:nvPr/>
          </p:nvSpPr>
          <p:spPr>
            <a:xfrm>
              <a:off x="4754025" y="7408475"/>
              <a:ext cx="186575" cy="194125"/>
            </a:xfrm>
            <a:custGeom>
              <a:avLst/>
              <a:ahLst/>
              <a:rect l="l" t="t" r="r" b="b"/>
              <a:pathLst>
                <a:path w="7463" h="7765" extrusionOk="0">
                  <a:moveTo>
                    <a:pt x="2044" y="0"/>
                  </a:moveTo>
                  <a:lnTo>
                    <a:pt x="0" y="1945"/>
                  </a:lnTo>
                  <a:lnTo>
                    <a:pt x="5419" y="7765"/>
                  </a:lnTo>
                  <a:lnTo>
                    <a:pt x="7463" y="5828"/>
                  </a:lnTo>
                  <a:lnTo>
                    <a:pt x="2044" y="0"/>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03" name="Google Shape;730;p13"/>
            <p:cNvSpPr/>
            <p:nvPr/>
          </p:nvSpPr>
          <p:spPr>
            <a:xfrm>
              <a:off x="4759125" y="7416225"/>
              <a:ext cx="58875" cy="53575"/>
            </a:xfrm>
            <a:custGeom>
              <a:avLst/>
              <a:ahLst/>
              <a:rect l="l" t="t" r="r" b="b"/>
              <a:pathLst>
                <a:path w="2355" h="2143" extrusionOk="0">
                  <a:moveTo>
                    <a:pt x="2044" y="1"/>
                  </a:moveTo>
                  <a:lnTo>
                    <a:pt x="1" y="1840"/>
                  </a:lnTo>
                  <a:lnTo>
                    <a:pt x="311" y="2142"/>
                  </a:lnTo>
                  <a:lnTo>
                    <a:pt x="2354" y="205"/>
                  </a:lnTo>
                  <a:lnTo>
                    <a:pt x="2044"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04" name="Google Shape;731;p13"/>
            <p:cNvSpPr/>
            <p:nvPr/>
          </p:nvSpPr>
          <p:spPr>
            <a:xfrm>
              <a:off x="4774450" y="7428900"/>
              <a:ext cx="56225" cy="56225"/>
            </a:xfrm>
            <a:custGeom>
              <a:avLst/>
              <a:ahLst/>
              <a:rect l="l" t="t" r="r" b="b"/>
              <a:pathLst>
                <a:path w="2249" h="2249" extrusionOk="0">
                  <a:moveTo>
                    <a:pt x="2044" y="0"/>
                  </a:moveTo>
                  <a:lnTo>
                    <a:pt x="1" y="1946"/>
                  </a:lnTo>
                  <a:lnTo>
                    <a:pt x="205" y="2248"/>
                  </a:lnTo>
                  <a:lnTo>
                    <a:pt x="2248" y="311"/>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05" name="Google Shape;732;p13"/>
            <p:cNvSpPr/>
            <p:nvPr/>
          </p:nvSpPr>
          <p:spPr>
            <a:xfrm>
              <a:off x="4787325" y="7444225"/>
              <a:ext cx="56225" cy="53750"/>
            </a:xfrm>
            <a:custGeom>
              <a:avLst/>
              <a:ahLst/>
              <a:rect l="l" t="t" r="r" b="b"/>
              <a:pathLst>
                <a:path w="2249" h="2150" extrusionOk="0">
                  <a:moveTo>
                    <a:pt x="2044" y="0"/>
                  </a:moveTo>
                  <a:lnTo>
                    <a:pt x="0" y="1839"/>
                  </a:lnTo>
                  <a:lnTo>
                    <a:pt x="205" y="2150"/>
                  </a:lnTo>
                  <a:lnTo>
                    <a:pt x="2248" y="311"/>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06" name="Google Shape;733;p13"/>
            <p:cNvSpPr/>
            <p:nvPr/>
          </p:nvSpPr>
          <p:spPr>
            <a:xfrm>
              <a:off x="4800000" y="7457100"/>
              <a:ext cx="58875" cy="56200"/>
            </a:xfrm>
            <a:custGeom>
              <a:avLst/>
              <a:ahLst/>
              <a:rect l="l" t="t" r="r" b="b"/>
              <a:pathLst>
                <a:path w="2355" h="2248" extrusionOk="0">
                  <a:moveTo>
                    <a:pt x="2044" y="0"/>
                  </a:moveTo>
                  <a:lnTo>
                    <a:pt x="0" y="1937"/>
                  </a:lnTo>
                  <a:lnTo>
                    <a:pt x="311" y="2248"/>
                  </a:lnTo>
                  <a:lnTo>
                    <a:pt x="2354" y="303"/>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07" name="Google Shape;734;p13"/>
            <p:cNvSpPr/>
            <p:nvPr/>
          </p:nvSpPr>
          <p:spPr>
            <a:xfrm>
              <a:off x="4812875" y="7472425"/>
              <a:ext cx="58650" cy="53550"/>
            </a:xfrm>
            <a:custGeom>
              <a:avLst/>
              <a:ahLst/>
              <a:rect l="l" t="t" r="r" b="b"/>
              <a:pathLst>
                <a:path w="2346" h="2142" extrusionOk="0">
                  <a:moveTo>
                    <a:pt x="2043" y="0"/>
                  </a:moveTo>
                  <a:lnTo>
                    <a:pt x="0" y="1937"/>
                  </a:lnTo>
                  <a:lnTo>
                    <a:pt x="303" y="2142"/>
                  </a:lnTo>
                  <a:lnTo>
                    <a:pt x="2346" y="303"/>
                  </a:lnTo>
                  <a:lnTo>
                    <a:pt x="2043"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08" name="Google Shape;735;p13"/>
            <p:cNvSpPr/>
            <p:nvPr/>
          </p:nvSpPr>
          <p:spPr>
            <a:xfrm>
              <a:off x="4825525" y="7487750"/>
              <a:ext cx="58875" cy="53550"/>
            </a:xfrm>
            <a:custGeom>
              <a:avLst/>
              <a:ahLst/>
              <a:rect l="l" t="t" r="r" b="b"/>
              <a:pathLst>
                <a:path w="2355" h="2142" extrusionOk="0">
                  <a:moveTo>
                    <a:pt x="2044" y="0"/>
                  </a:moveTo>
                  <a:lnTo>
                    <a:pt x="1" y="1839"/>
                  </a:lnTo>
                  <a:lnTo>
                    <a:pt x="311" y="2142"/>
                  </a:lnTo>
                  <a:lnTo>
                    <a:pt x="2355" y="205"/>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09" name="Google Shape;736;p13"/>
            <p:cNvSpPr/>
            <p:nvPr/>
          </p:nvSpPr>
          <p:spPr>
            <a:xfrm>
              <a:off x="4840850" y="7500425"/>
              <a:ext cx="56225" cy="56200"/>
            </a:xfrm>
            <a:custGeom>
              <a:avLst/>
              <a:ahLst/>
              <a:rect l="l" t="t" r="r" b="b"/>
              <a:pathLst>
                <a:path w="2249" h="2248" extrusionOk="0">
                  <a:moveTo>
                    <a:pt x="2044" y="0"/>
                  </a:moveTo>
                  <a:lnTo>
                    <a:pt x="1" y="1945"/>
                  </a:lnTo>
                  <a:lnTo>
                    <a:pt x="205" y="2248"/>
                  </a:lnTo>
                  <a:lnTo>
                    <a:pt x="2249" y="311"/>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10" name="Google Shape;737;p13"/>
            <p:cNvSpPr/>
            <p:nvPr/>
          </p:nvSpPr>
          <p:spPr>
            <a:xfrm>
              <a:off x="4853725" y="7515750"/>
              <a:ext cx="56225" cy="53750"/>
            </a:xfrm>
            <a:custGeom>
              <a:avLst/>
              <a:ahLst/>
              <a:rect l="l" t="t" r="r" b="b"/>
              <a:pathLst>
                <a:path w="2249" h="2150" extrusionOk="0">
                  <a:moveTo>
                    <a:pt x="2044" y="0"/>
                  </a:moveTo>
                  <a:lnTo>
                    <a:pt x="1" y="1839"/>
                  </a:lnTo>
                  <a:lnTo>
                    <a:pt x="205" y="2150"/>
                  </a:lnTo>
                  <a:lnTo>
                    <a:pt x="2249" y="204"/>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11" name="Google Shape;738;p13"/>
            <p:cNvSpPr/>
            <p:nvPr/>
          </p:nvSpPr>
          <p:spPr>
            <a:xfrm>
              <a:off x="4866400" y="7528625"/>
              <a:ext cx="58875" cy="56200"/>
            </a:xfrm>
            <a:custGeom>
              <a:avLst/>
              <a:ahLst/>
              <a:rect l="l" t="t" r="r" b="b"/>
              <a:pathLst>
                <a:path w="2355" h="2248" extrusionOk="0">
                  <a:moveTo>
                    <a:pt x="2044" y="0"/>
                  </a:moveTo>
                  <a:lnTo>
                    <a:pt x="1" y="1937"/>
                  </a:lnTo>
                  <a:lnTo>
                    <a:pt x="311" y="2248"/>
                  </a:lnTo>
                  <a:lnTo>
                    <a:pt x="2355" y="302"/>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12" name="Google Shape;739;p13"/>
            <p:cNvSpPr/>
            <p:nvPr/>
          </p:nvSpPr>
          <p:spPr>
            <a:xfrm>
              <a:off x="4879275" y="7543950"/>
              <a:ext cx="58675" cy="53550"/>
            </a:xfrm>
            <a:custGeom>
              <a:avLst/>
              <a:ahLst/>
              <a:rect l="l" t="t" r="r" b="b"/>
              <a:pathLst>
                <a:path w="2347" h="2142" extrusionOk="0">
                  <a:moveTo>
                    <a:pt x="2044" y="0"/>
                  </a:moveTo>
                  <a:lnTo>
                    <a:pt x="0" y="1937"/>
                  </a:lnTo>
                  <a:lnTo>
                    <a:pt x="303" y="2141"/>
                  </a:lnTo>
                  <a:lnTo>
                    <a:pt x="2346" y="302"/>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13" name="Google Shape;740;p13"/>
            <p:cNvSpPr/>
            <p:nvPr/>
          </p:nvSpPr>
          <p:spPr>
            <a:xfrm>
              <a:off x="4266275" y="7482625"/>
              <a:ext cx="597700" cy="560675"/>
            </a:xfrm>
            <a:custGeom>
              <a:avLst/>
              <a:ahLst/>
              <a:rect l="l" t="t" r="r" b="b"/>
              <a:pathLst>
                <a:path w="23908" h="22427" extrusionOk="0">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14" name="Google Shape;741;p13"/>
            <p:cNvSpPr/>
            <p:nvPr/>
          </p:nvSpPr>
          <p:spPr>
            <a:xfrm>
              <a:off x="4294275" y="7615450"/>
              <a:ext cx="429125" cy="403000"/>
            </a:xfrm>
            <a:custGeom>
              <a:avLst/>
              <a:ahLst/>
              <a:rect l="l" t="t" r="r" b="b"/>
              <a:pathLst>
                <a:path w="17165" h="16120" extrusionOk="0">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15" name="Google Shape;742;p13"/>
            <p:cNvSpPr/>
            <p:nvPr/>
          </p:nvSpPr>
          <p:spPr>
            <a:xfrm>
              <a:off x="4736250" y="7454450"/>
              <a:ext cx="155725" cy="166150"/>
            </a:xfrm>
            <a:custGeom>
              <a:avLst/>
              <a:ahLst/>
              <a:rect l="l" t="t" r="r" b="b"/>
              <a:pathLst>
                <a:path w="6229" h="6646" extrusionOk="0">
                  <a:moveTo>
                    <a:pt x="817" y="0"/>
                  </a:moveTo>
                  <a:lnTo>
                    <a:pt x="0" y="817"/>
                  </a:lnTo>
                  <a:lnTo>
                    <a:pt x="5313" y="6645"/>
                  </a:lnTo>
                  <a:lnTo>
                    <a:pt x="6228" y="5828"/>
                  </a:lnTo>
                  <a:lnTo>
                    <a:pt x="817" y="0"/>
                  </a:lnTo>
                  <a:close/>
                </a:path>
              </a:pathLst>
            </a:custGeom>
            <a:solidFill>
              <a:srgbClr val="E8E8E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16" name="Google Shape;743;p13"/>
            <p:cNvSpPr/>
            <p:nvPr/>
          </p:nvSpPr>
          <p:spPr>
            <a:xfrm>
              <a:off x="4294275" y="7881100"/>
              <a:ext cx="143050" cy="137350"/>
            </a:xfrm>
            <a:custGeom>
              <a:avLst/>
              <a:ahLst/>
              <a:rect l="l" t="t" r="r" b="b"/>
              <a:pathLst>
                <a:path w="5722" h="5494" extrusionOk="0">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17" name="Google Shape;744;p13"/>
            <p:cNvSpPr/>
            <p:nvPr/>
          </p:nvSpPr>
          <p:spPr>
            <a:xfrm>
              <a:off x="4577875" y="7543950"/>
              <a:ext cx="125075" cy="112400"/>
            </a:xfrm>
            <a:custGeom>
              <a:avLst/>
              <a:ahLst/>
              <a:rect l="l" t="t" r="r" b="b"/>
              <a:pathLst>
                <a:path w="5003" h="4496" extrusionOk="0">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18" name="Google Shape;745;p13"/>
            <p:cNvSpPr/>
            <p:nvPr/>
          </p:nvSpPr>
          <p:spPr>
            <a:xfrm>
              <a:off x="4600775" y="7615450"/>
              <a:ext cx="66425" cy="43350"/>
            </a:xfrm>
            <a:custGeom>
              <a:avLst/>
              <a:ahLst/>
              <a:rect l="l" t="t" r="r" b="b"/>
              <a:pathLst>
                <a:path w="2657" h="1734" extrusionOk="0">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19" name="Google Shape;746;p13"/>
            <p:cNvSpPr/>
            <p:nvPr/>
          </p:nvSpPr>
          <p:spPr>
            <a:xfrm>
              <a:off x="4268725" y="6869625"/>
              <a:ext cx="209475" cy="130200"/>
            </a:xfrm>
            <a:custGeom>
              <a:avLst/>
              <a:ahLst/>
              <a:rect l="l" t="t" r="r" b="b"/>
              <a:pathLst>
                <a:path w="8379" h="5208" extrusionOk="0">
                  <a:moveTo>
                    <a:pt x="7463" y="1"/>
                  </a:moveTo>
                  <a:lnTo>
                    <a:pt x="0" y="2551"/>
                  </a:lnTo>
                  <a:lnTo>
                    <a:pt x="924" y="5207"/>
                  </a:lnTo>
                  <a:lnTo>
                    <a:pt x="8378" y="2551"/>
                  </a:lnTo>
                  <a:lnTo>
                    <a:pt x="7463" y="1"/>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20" name="Google Shape;747;p13"/>
            <p:cNvSpPr/>
            <p:nvPr/>
          </p:nvSpPr>
          <p:spPr>
            <a:xfrm>
              <a:off x="4276475" y="6928275"/>
              <a:ext cx="30675" cy="69100"/>
            </a:xfrm>
            <a:custGeom>
              <a:avLst/>
              <a:ahLst/>
              <a:rect l="l" t="t" r="r" b="b"/>
              <a:pathLst>
                <a:path w="1227" h="2764" extrusionOk="0">
                  <a:moveTo>
                    <a:pt x="303" y="1"/>
                  </a:moveTo>
                  <a:lnTo>
                    <a:pt x="1" y="107"/>
                  </a:lnTo>
                  <a:lnTo>
                    <a:pt x="916" y="2763"/>
                  </a:lnTo>
                  <a:lnTo>
                    <a:pt x="1227" y="2657"/>
                  </a:lnTo>
                  <a:lnTo>
                    <a:pt x="303"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21" name="Google Shape;748;p13"/>
            <p:cNvSpPr/>
            <p:nvPr/>
          </p:nvSpPr>
          <p:spPr>
            <a:xfrm>
              <a:off x="4294275" y="6920725"/>
              <a:ext cx="30675" cy="68875"/>
            </a:xfrm>
            <a:custGeom>
              <a:avLst/>
              <a:ahLst/>
              <a:rect l="l" t="t" r="r" b="b"/>
              <a:pathLst>
                <a:path w="1227" h="2755" extrusionOk="0">
                  <a:moveTo>
                    <a:pt x="311" y="0"/>
                  </a:moveTo>
                  <a:lnTo>
                    <a:pt x="0" y="205"/>
                  </a:lnTo>
                  <a:lnTo>
                    <a:pt x="924" y="2755"/>
                  </a:lnTo>
                  <a:lnTo>
                    <a:pt x="1226" y="2657"/>
                  </a:lnTo>
                  <a:lnTo>
                    <a:pt x="311"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22" name="Google Shape;749;p13"/>
            <p:cNvSpPr/>
            <p:nvPr/>
          </p:nvSpPr>
          <p:spPr>
            <a:xfrm>
              <a:off x="4312250" y="6915600"/>
              <a:ext cx="30675" cy="68900"/>
            </a:xfrm>
            <a:custGeom>
              <a:avLst/>
              <a:ahLst/>
              <a:rect l="l" t="t" r="r" b="b"/>
              <a:pathLst>
                <a:path w="1227" h="2756" extrusionOk="0">
                  <a:moveTo>
                    <a:pt x="303" y="1"/>
                  </a:moveTo>
                  <a:lnTo>
                    <a:pt x="0" y="99"/>
                  </a:lnTo>
                  <a:lnTo>
                    <a:pt x="916" y="2755"/>
                  </a:lnTo>
                  <a:lnTo>
                    <a:pt x="1226" y="2657"/>
                  </a:lnTo>
                  <a:lnTo>
                    <a:pt x="303"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23" name="Google Shape;750;p13"/>
            <p:cNvSpPr/>
            <p:nvPr/>
          </p:nvSpPr>
          <p:spPr>
            <a:xfrm>
              <a:off x="4330025" y="6907850"/>
              <a:ext cx="33325" cy="69075"/>
            </a:xfrm>
            <a:custGeom>
              <a:avLst/>
              <a:ahLst/>
              <a:rect l="l" t="t" r="r" b="b"/>
              <a:pathLst>
                <a:path w="1333" h="2763" extrusionOk="0">
                  <a:moveTo>
                    <a:pt x="409" y="0"/>
                  </a:moveTo>
                  <a:lnTo>
                    <a:pt x="0" y="205"/>
                  </a:lnTo>
                  <a:lnTo>
                    <a:pt x="924" y="2763"/>
                  </a:lnTo>
                  <a:lnTo>
                    <a:pt x="1333" y="2657"/>
                  </a:lnTo>
                  <a:lnTo>
                    <a:pt x="409"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24" name="Google Shape;751;p13"/>
            <p:cNvSpPr/>
            <p:nvPr/>
          </p:nvSpPr>
          <p:spPr>
            <a:xfrm>
              <a:off x="4348000" y="6902725"/>
              <a:ext cx="33125" cy="69100"/>
            </a:xfrm>
            <a:custGeom>
              <a:avLst/>
              <a:ahLst/>
              <a:rect l="l" t="t" r="r" b="b"/>
              <a:pathLst>
                <a:path w="1325" h="2764" extrusionOk="0">
                  <a:moveTo>
                    <a:pt x="409" y="1"/>
                  </a:moveTo>
                  <a:lnTo>
                    <a:pt x="1" y="107"/>
                  </a:lnTo>
                  <a:lnTo>
                    <a:pt x="916" y="2764"/>
                  </a:lnTo>
                  <a:lnTo>
                    <a:pt x="1325" y="2657"/>
                  </a:lnTo>
                  <a:lnTo>
                    <a:pt x="409"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25" name="Google Shape;752;p13"/>
            <p:cNvSpPr/>
            <p:nvPr/>
          </p:nvSpPr>
          <p:spPr>
            <a:xfrm>
              <a:off x="4368450" y="6895175"/>
              <a:ext cx="30675" cy="68875"/>
            </a:xfrm>
            <a:custGeom>
              <a:avLst/>
              <a:ahLst/>
              <a:rect l="l" t="t" r="r" b="b"/>
              <a:pathLst>
                <a:path w="1227" h="2755" extrusionOk="0">
                  <a:moveTo>
                    <a:pt x="302" y="1"/>
                  </a:moveTo>
                  <a:lnTo>
                    <a:pt x="0" y="205"/>
                  </a:lnTo>
                  <a:lnTo>
                    <a:pt x="915" y="2755"/>
                  </a:lnTo>
                  <a:lnTo>
                    <a:pt x="1226" y="2657"/>
                  </a:lnTo>
                  <a:lnTo>
                    <a:pt x="302"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26" name="Google Shape;753;p13"/>
            <p:cNvSpPr/>
            <p:nvPr/>
          </p:nvSpPr>
          <p:spPr>
            <a:xfrm>
              <a:off x="4386225" y="6890075"/>
              <a:ext cx="30675" cy="68875"/>
            </a:xfrm>
            <a:custGeom>
              <a:avLst/>
              <a:ahLst/>
              <a:rect l="l" t="t" r="r" b="b"/>
              <a:pathLst>
                <a:path w="1227" h="2755" extrusionOk="0">
                  <a:moveTo>
                    <a:pt x="311" y="0"/>
                  </a:moveTo>
                  <a:lnTo>
                    <a:pt x="0" y="98"/>
                  </a:lnTo>
                  <a:lnTo>
                    <a:pt x="924" y="2755"/>
                  </a:lnTo>
                  <a:lnTo>
                    <a:pt x="1226" y="2657"/>
                  </a:lnTo>
                  <a:lnTo>
                    <a:pt x="311"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27" name="Google Shape;754;p13"/>
            <p:cNvSpPr/>
            <p:nvPr/>
          </p:nvSpPr>
          <p:spPr>
            <a:xfrm>
              <a:off x="4404200" y="6882300"/>
              <a:ext cx="33125" cy="69100"/>
            </a:xfrm>
            <a:custGeom>
              <a:avLst/>
              <a:ahLst/>
              <a:rect l="l" t="t" r="r" b="b"/>
              <a:pathLst>
                <a:path w="1325" h="2764" extrusionOk="0">
                  <a:moveTo>
                    <a:pt x="409" y="1"/>
                  </a:moveTo>
                  <a:lnTo>
                    <a:pt x="0" y="205"/>
                  </a:lnTo>
                  <a:lnTo>
                    <a:pt x="916" y="2763"/>
                  </a:lnTo>
                  <a:lnTo>
                    <a:pt x="1324" y="2657"/>
                  </a:lnTo>
                  <a:lnTo>
                    <a:pt x="409"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28" name="Google Shape;755;p13"/>
            <p:cNvSpPr/>
            <p:nvPr/>
          </p:nvSpPr>
          <p:spPr>
            <a:xfrm>
              <a:off x="4421975" y="6877200"/>
              <a:ext cx="33325" cy="69075"/>
            </a:xfrm>
            <a:custGeom>
              <a:avLst/>
              <a:ahLst/>
              <a:rect l="l" t="t" r="r" b="b"/>
              <a:pathLst>
                <a:path w="1333" h="2763" extrusionOk="0">
                  <a:moveTo>
                    <a:pt x="409" y="0"/>
                  </a:moveTo>
                  <a:lnTo>
                    <a:pt x="0" y="107"/>
                  </a:lnTo>
                  <a:lnTo>
                    <a:pt x="924" y="2763"/>
                  </a:lnTo>
                  <a:lnTo>
                    <a:pt x="1333" y="2657"/>
                  </a:lnTo>
                  <a:lnTo>
                    <a:pt x="409"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29" name="Google Shape;756;p13"/>
            <p:cNvSpPr/>
            <p:nvPr/>
          </p:nvSpPr>
          <p:spPr>
            <a:xfrm>
              <a:off x="4439950" y="6869625"/>
              <a:ext cx="33125" cy="68900"/>
            </a:xfrm>
            <a:custGeom>
              <a:avLst/>
              <a:ahLst/>
              <a:rect l="l" t="t" r="r" b="b"/>
              <a:pathLst>
                <a:path w="1325" h="2756" extrusionOk="0">
                  <a:moveTo>
                    <a:pt x="409" y="1"/>
                  </a:moveTo>
                  <a:lnTo>
                    <a:pt x="1" y="99"/>
                  </a:lnTo>
                  <a:lnTo>
                    <a:pt x="1022" y="2755"/>
                  </a:lnTo>
                  <a:lnTo>
                    <a:pt x="1325" y="2657"/>
                  </a:lnTo>
                  <a:lnTo>
                    <a:pt x="409"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30" name="Google Shape;757;p13"/>
            <p:cNvSpPr/>
            <p:nvPr/>
          </p:nvSpPr>
          <p:spPr>
            <a:xfrm>
              <a:off x="4314700" y="6956475"/>
              <a:ext cx="367825" cy="694425"/>
            </a:xfrm>
            <a:custGeom>
              <a:avLst/>
              <a:ahLst/>
              <a:rect l="l" t="t" r="r" b="b"/>
              <a:pathLst>
                <a:path w="14713" h="27777" extrusionOk="0">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31" name="Google Shape;758;p13"/>
            <p:cNvSpPr/>
            <p:nvPr/>
          </p:nvSpPr>
          <p:spPr>
            <a:xfrm>
              <a:off x="4391325" y="7125050"/>
              <a:ext cx="265650" cy="498700"/>
            </a:xfrm>
            <a:custGeom>
              <a:avLst/>
              <a:ahLst/>
              <a:rect l="l" t="t" r="r" b="b"/>
              <a:pathLst>
                <a:path w="10626" h="19948" extrusionOk="0">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32" name="Google Shape;759;p13"/>
            <p:cNvSpPr/>
            <p:nvPr/>
          </p:nvSpPr>
          <p:spPr>
            <a:xfrm>
              <a:off x="4289150" y="6933375"/>
              <a:ext cx="196800" cy="91975"/>
            </a:xfrm>
            <a:custGeom>
              <a:avLst/>
              <a:ahLst/>
              <a:rect l="l" t="t" r="r" b="b"/>
              <a:pathLst>
                <a:path w="7872" h="3679" extrusionOk="0">
                  <a:moveTo>
                    <a:pt x="7561" y="1"/>
                  </a:moveTo>
                  <a:lnTo>
                    <a:pt x="1" y="2559"/>
                  </a:lnTo>
                  <a:lnTo>
                    <a:pt x="409" y="3679"/>
                  </a:lnTo>
                  <a:lnTo>
                    <a:pt x="7872" y="1023"/>
                  </a:lnTo>
                  <a:lnTo>
                    <a:pt x="7561" y="1"/>
                  </a:lnTo>
                  <a:close/>
                </a:path>
              </a:pathLst>
            </a:custGeom>
            <a:solidFill>
              <a:srgbClr val="E8E8E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33" name="Google Shape;760;p13"/>
            <p:cNvSpPr/>
            <p:nvPr/>
          </p:nvSpPr>
          <p:spPr>
            <a:xfrm>
              <a:off x="4519025" y="7495300"/>
              <a:ext cx="137950" cy="128450"/>
            </a:xfrm>
            <a:custGeom>
              <a:avLst/>
              <a:ahLst/>
              <a:rect l="l" t="t" r="r" b="b"/>
              <a:pathLst>
                <a:path w="5518" h="5138" extrusionOk="0">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1">
  <p:cSld name="CUSTOM_5">
    <p:spTree>
      <p:nvGrpSpPr>
        <p:cNvPr id="63" name="Shape 761"/>
        <p:cNvGrpSpPr/>
        <p:nvPr/>
      </p:nvGrpSpPr>
      <p:grpSpPr>
        <a:xfrm>
          <a:off x="0" y="0"/>
          <a:ext cx="0" cy="0"/>
          <a:chOff x="0" y="0"/>
          <a:chExt cx="0" cy="0"/>
        </a:xfrm>
      </p:grpSpPr>
      <p:sp>
        <p:nvSpPr>
          <p:cNvPr id="1048941" name="Google Shape;762;p14"/>
          <p:cNvSpPr/>
          <p:nvPr/>
        </p:nvSpPr>
        <p:spPr>
          <a:xfrm>
            <a:off x="7915700" y="3334300"/>
            <a:ext cx="1228300" cy="1809200"/>
          </a:xfrm>
          <a:custGeom>
            <a:avLst/>
            <a:ah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42" name="Google Shape;763;p14"/>
          <p:cNvSpPr txBox="1">
            <a:spLocks noGrp="1"/>
          </p:cNvSpPr>
          <p:nvPr>
            <p:ph type="title"/>
          </p:nvPr>
        </p:nvSpPr>
        <p:spPr>
          <a:xfrm>
            <a:off x="713225" y="539500"/>
            <a:ext cx="7717500" cy="478200"/>
          </a:xfrm>
          <a:prstGeom prst="rect"/>
        </p:spPr>
        <p:txBody>
          <a:bodyPr anchor="ctr" anchorCtr="0" bIns="91425" lIns="91425" rIns="91425" spcFirstLastPara="1" tIns="91425" wrap="square">
            <a:noAutofit/>
          </a:bodyPr>
          <a:lstStyle>
            <a:lvl1pPr algn="ctr" lvl="0" rtl="0">
              <a:spcBef>
                <a:spcPts val="0"/>
              </a:spcBef>
              <a:spcAft>
                <a:spcPts val="0"/>
              </a:spcAft>
              <a:buSzPts val="2800"/>
              <a:buNone/>
            </a:lvl1pPr>
            <a:lvl2pPr lvl="1" rtl="0">
              <a:spcBef>
                <a:spcPts val="0"/>
              </a:spcBef>
              <a:spcAft>
                <a:spcPts val="0"/>
              </a:spcAft>
              <a:buSzPts val="2800"/>
              <a:buNone/>
            </a:lvl2pPr>
            <a:lvl3pPr lvl="2" rtl="0">
              <a:spcBef>
                <a:spcPts val="0"/>
              </a:spcBef>
              <a:spcAft>
                <a:spcPts val="0"/>
              </a:spcAft>
              <a:buSzPts val="2800"/>
              <a:buNone/>
            </a:lvl3pPr>
            <a:lvl4pPr lvl="3" rtl="0">
              <a:spcBef>
                <a:spcPts val="0"/>
              </a:spcBef>
              <a:spcAft>
                <a:spcPts val="0"/>
              </a:spcAft>
              <a:buSzPts val="2800"/>
              <a:buNone/>
            </a:lvl4pPr>
            <a:lvl5pPr lvl="4" rtl="0">
              <a:spcBef>
                <a:spcPts val="0"/>
              </a:spcBef>
              <a:spcAft>
                <a:spcPts val="0"/>
              </a:spcAft>
              <a:buSzPts val="2800"/>
              <a:buNone/>
            </a:lvl5pPr>
            <a:lvl6pPr lvl="5" rtl="0">
              <a:spcBef>
                <a:spcPts val="0"/>
              </a:spcBef>
              <a:spcAft>
                <a:spcPts val="0"/>
              </a:spcAft>
              <a:buSzPts val="2800"/>
              <a:buNone/>
            </a:lvl6pPr>
            <a:lvl7pPr lvl="6" rtl="0">
              <a:spcBef>
                <a:spcPts val="0"/>
              </a:spcBef>
              <a:spcAft>
                <a:spcPts val="0"/>
              </a:spcAft>
              <a:buSzPts val="2800"/>
              <a:buNone/>
            </a:lvl7pPr>
            <a:lvl8pPr lvl="7" rtl="0">
              <a:spcBef>
                <a:spcPts val="0"/>
              </a:spcBef>
              <a:spcAft>
                <a:spcPts val="0"/>
              </a:spcAft>
              <a:buSzPts val="2800"/>
              <a:buNone/>
            </a:lvl8pPr>
            <a:lvl9pPr lvl="8" rtl="0">
              <a:spcBef>
                <a:spcPts val="0"/>
              </a:spcBef>
              <a:spcAft>
                <a:spcPts val="0"/>
              </a:spcAft>
              <a:buSzPts val="2800"/>
              <a:buNone/>
            </a:lvl9pPr>
          </a:lstStyle>
          <a:p/>
        </p:txBody>
      </p:sp>
      <p:sp>
        <p:nvSpPr>
          <p:cNvPr id="1048943" name="Google Shape;764;p14"/>
          <p:cNvSpPr/>
          <p:nvPr/>
        </p:nvSpPr>
        <p:spPr>
          <a:xfrm rot="10800000">
            <a:off x="-9537" y="-7300"/>
            <a:ext cx="2222725" cy="1383500"/>
          </a:xfrm>
          <a:custGeom>
            <a:avLst/>
            <a:ah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44" name="Google Shape;765;p14"/>
          <p:cNvSpPr/>
          <p:nvPr/>
        </p:nvSpPr>
        <p:spPr>
          <a:xfrm>
            <a:off x="7823198" y="472987"/>
            <a:ext cx="261014" cy="257301"/>
          </a:xfrm>
          <a:custGeom>
            <a:avLst/>
            <a:ah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45" name="Google Shape;766;p14"/>
          <p:cNvSpPr/>
          <p:nvPr/>
        </p:nvSpPr>
        <p:spPr>
          <a:xfrm>
            <a:off x="7953511" y="187306"/>
            <a:ext cx="60199" cy="60130"/>
          </a:xfrm>
          <a:custGeom>
            <a:avLst/>
            <a:ah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46" name="Google Shape;767;p14"/>
          <p:cNvSpPr/>
          <p:nvPr/>
        </p:nvSpPr>
        <p:spPr>
          <a:xfrm>
            <a:off x="8112335" y="1121714"/>
            <a:ext cx="59875" cy="59871"/>
          </a:xfrm>
          <a:custGeom>
            <a:avLst/>
            <a:ah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47" name="Google Shape;768;p14"/>
          <p:cNvSpPr/>
          <p:nvPr/>
        </p:nvSpPr>
        <p:spPr>
          <a:xfrm>
            <a:off x="8352328" y="522082"/>
            <a:ext cx="60134" cy="60130"/>
          </a:xfrm>
          <a:custGeom>
            <a:avLst/>
            <a:ah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64" name="Google Shape;769;p14"/>
          <p:cNvGrpSpPr/>
          <p:nvPr/>
        </p:nvGrpSpPr>
        <p:grpSpPr>
          <a:xfrm>
            <a:off x="188950" y="4381475"/>
            <a:ext cx="480225" cy="615300"/>
            <a:chOff x="912850" y="4743425"/>
            <a:chExt cx="480225" cy="615300"/>
          </a:xfrm>
        </p:grpSpPr>
        <p:sp>
          <p:nvSpPr>
            <p:cNvPr id="1048948" name="Google Shape;770;p14"/>
            <p:cNvSpPr/>
            <p:nvPr/>
          </p:nvSpPr>
          <p:spPr>
            <a:xfrm>
              <a:off x="912850" y="4825175"/>
              <a:ext cx="480225" cy="533550"/>
            </a:xfrm>
            <a:custGeom>
              <a:avLst/>
              <a:ah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49" name="Google Shape;771;p14"/>
            <p:cNvSpPr/>
            <p:nvPr/>
          </p:nvSpPr>
          <p:spPr>
            <a:xfrm>
              <a:off x="1055900" y="4825175"/>
              <a:ext cx="291200" cy="71525"/>
            </a:xfrm>
            <a:custGeom>
              <a:avLst/>
              <a:ah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50" name="Google Shape;772;p14"/>
            <p:cNvSpPr/>
            <p:nvPr/>
          </p:nvSpPr>
          <p:spPr>
            <a:xfrm>
              <a:off x="1038125" y="4743425"/>
              <a:ext cx="344725" cy="143075"/>
            </a:xfrm>
            <a:custGeom>
              <a:avLst/>
              <a:ah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51" name="Google Shape;773;p14"/>
            <p:cNvSpPr/>
            <p:nvPr/>
          </p:nvSpPr>
          <p:spPr>
            <a:xfrm>
              <a:off x="1050775" y="4745900"/>
              <a:ext cx="28225" cy="79300"/>
            </a:xfrm>
            <a:custGeom>
              <a:avLst/>
              <a:ah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52" name="Google Shape;774;p14"/>
            <p:cNvSpPr/>
            <p:nvPr/>
          </p:nvSpPr>
          <p:spPr>
            <a:xfrm>
              <a:off x="1078975" y="4751000"/>
              <a:ext cx="30675" cy="81750"/>
            </a:xfrm>
            <a:custGeom>
              <a:avLst/>
              <a:ah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53" name="Google Shape;775;p14"/>
            <p:cNvSpPr/>
            <p:nvPr/>
          </p:nvSpPr>
          <p:spPr>
            <a:xfrm>
              <a:off x="1109625" y="4756100"/>
              <a:ext cx="28025" cy="81775"/>
            </a:xfrm>
            <a:custGeom>
              <a:avLst/>
              <a:ah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54" name="Google Shape;776;p14"/>
            <p:cNvSpPr/>
            <p:nvPr/>
          </p:nvSpPr>
          <p:spPr>
            <a:xfrm>
              <a:off x="1137625" y="4763875"/>
              <a:ext cx="30675" cy="79100"/>
            </a:xfrm>
            <a:custGeom>
              <a:avLst/>
              <a:ah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55" name="Google Shape;777;p14"/>
            <p:cNvSpPr/>
            <p:nvPr/>
          </p:nvSpPr>
          <p:spPr>
            <a:xfrm>
              <a:off x="1165825" y="4768975"/>
              <a:ext cx="30675" cy="79100"/>
            </a:xfrm>
            <a:custGeom>
              <a:avLst/>
              <a:ah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56" name="Google Shape;778;p14"/>
            <p:cNvSpPr/>
            <p:nvPr/>
          </p:nvSpPr>
          <p:spPr>
            <a:xfrm>
              <a:off x="1196475" y="4774075"/>
              <a:ext cx="28025" cy="81775"/>
            </a:xfrm>
            <a:custGeom>
              <a:avLst/>
              <a:ah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57" name="Google Shape;779;p14"/>
            <p:cNvSpPr/>
            <p:nvPr/>
          </p:nvSpPr>
          <p:spPr>
            <a:xfrm>
              <a:off x="1224475" y="4779200"/>
              <a:ext cx="30675" cy="81750"/>
            </a:xfrm>
            <a:custGeom>
              <a:avLst/>
              <a:ah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58" name="Google Shape;780;p14"/>
            <p:cNvSpPr/>
            <p:nvPr/>
          </p:nvSpPr>
          <p:spPr>
            <a:xfrm>
              <a:off x="1255125" y="4786750"/>
              <a:ext cx="28225" cy="79300"/>
            </a:xfrm>
            <a:custGeom>
              <a:avLst/>
              <a:ah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59" name="Google Shape;781;p14"/>
            <p:cNvSpPr/>
            <p:nvPr/>
          </p:nvSpPr>
          <p:spPr>
            <a:xfrm>
              <a:off x="1283325" y="4791875"/>
              <a:ext cx="30675" cy="81750"/>
            </a:xfrm>
            <a:custGeom>
              <a:avLst/>
              <a:ah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60" name="Google Shape;782;p14"/>
            <p:cNvSpPr/>
            <p:nvPr/>
          </p:nvSpPr>
          <p:spPr>
            <a:xfrm>
              <a:off x="1313975" y="4796975"/>
              <a:ext cx="28000" cy="81750"/>
            </a:xfrm>
            <a:custGeom>
              <a:avLst/>
              <a:ah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61" name="Google Shape;783;p14"/>
            <p:cNvSpPr/>
            <p:nvPr/>
          </p:nvSpPr>
          <p:spPr>
            <a:xfrm>
              <a:off x="1341950" y="4804725"/>
              <a:ext cx="30675" cy="79125"/>
            </a:xfrm>
            <a:custGeom>
              <a:avLst/>
              <a:ah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62" name="Google Shape;784;p14"/>
            <p:cNvSpPr/>
            <p:nvPr/>
          </p:nvSpPr>
          <p:spPr>
            <a:xfrm>
              <a:off x="935950" y="4963100"/>
              <a:ext cx="441800" cy="260550"/>
            </a:xfrm>
            <a:custGeom>
              <a:avLst/>
              <a:ah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63" name="Google Shape;785;p14"/>
            <p:cNvSpPr/>
            <p:nvPr/>
          </p:nvSpPr>
          <p:spPr>
            <a:xfrm>
              <a:off x="912850" y="5169875"/>
              <a:ext cx="424025" cy="188850"/>
            </a:xfrm>
            <a:custGeom>
              <a:avLst/>
              <a:ah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64" name="Google Shape;786;p14"/>
            <p:cNvSpPr/>
            <p:nvPr/>
          </p:nvSpPr>
          <p:spPr>
            <a:xfrm>
              <a:off x="963950" y="4963100"/>
              <a:ext cx="413800" cy="112400"/>
            </a:xfrm>
            <a:custGeom>
              <a:avLst/>
              <a:ah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65" name="Google Shape;787;p14"/>
            <p:cNvSpPr/>
            <p:nvPr/>
          </p:nvSpPr>
          <p:spPr>
            <a:xfrm>
              <a:off x="984375" y="5034625"/>
              <a:ext cx="94625" cy="94425"/>
            </a:xfrm>
            <a:custGeom>
              <a:avLst/>
              <a:ah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66" name="Google Shape;788;p14"/>
            <p:cNvSpPr/>
            <p:nvPr/>
          </p:nvSpPr>
          <p:spPr>
            <a:xfrm>
              <a:off x="1178500" y="5075475"/>
              <a:ext cx="145700" cy="43350"/>
            </a:xfrm>
            <a:custGeom>
              <a:avLst/>
              <a:ah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67" name="Google Shape;789;p14"/>
            <p:cNvSpPr/>
            <p:nvPr/>
          </p:nvSpPr>
          <p:spPr>
            <a:xfrm>
              <a:off x="1170925" y="5113700"/>
              <a:ext cx="145525" cy="43550"/>
            </a:xfrm>
            <a:custGeom>
              <a:avLst/>
              <a:ah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968" name="Google Shape;790;p14"/>
          <p:cNvSpPr txBox="1">
            <a:spLocks noGrp="1"/>
          </p:cNvSpPr>
          <p:nvPr>
            <p:ph type="subTitle" idx="1"/>
          </p:nvPr>
        </p:nvSpPr>
        <p:spPr>
          <a:xfrm>
            <a:off x="2046783" y="3085489"/>
            <a:ext cx="2194500" cy="365700"/>
          </a:xfrm>
          <a:prstGeom prst="rect"/>
        </p:spPr>
        <p:txBody>
          <a:bodyPr anchor="ctr" anchorCtr="0" bIns="91425" lIns="91425" rIns="91425" spcFirstLastPara="1" tIns="91425" wrap="square">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1048969" name="Google Shape;791;p14"/>
          <p:cNvSpPr txBox="1">
            <a:spLocks noGrp="1"/>
          </p:cNvSpPr>
          <p:nvPr>
            <p:ph type="subTitle" idx="2"/>
          </p:nvPr>
        </p:nvSpPr>
        <p:spPr>
          <a:xfrm>
            <a:off x="2046783" y="3470328"/>
            <a:ext cx="2194500" cy="548700"/>
          </a:xfrm>
          <a:prstGeom prst="rect"/>
        </p:spPr>
        <p:txBody>
          <a:bodyPr anchor="ctr" anchorCtr="0" bIns="91425" lIns="91425" rIns="91425" spcFirstLastPara="1" tIns="91425" wrap="square">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1048970" name="Google Shape;792;p14"/>
          <p:cNvSpPr txBox="1">
            <a:spLocks noGrp="1"/>
          </p:cNvSpPr>
          <p:nvPr>
            <p:ph type="subTitle" idx="3"/>
          </p:nvPr>
        </p:nvSpPr>
        <p:spPr>
          <a:xfrm>
            <a:off x="2046783" y="1429352"/>
            <a:ext cx="2194500" cy="365700"/>
          </a:xfrm>
          <a:prstGeom prst="rect"/>
        </p:spPr>
        <p:txBody>
          <a:bodyPr anchor="ctr" anchorCtr="0" bIns="91425" lIns="91425" rIns="91425" spcFirstLastPara="1" tIns="91425" wrap="square">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1048971" name="Google Shape;793;p14"/>
          <p:cNvSpPr txBox="1">
            <a:spLocks noGrp="1"/>
          </p:cNvSpPr>
          <p:nvPr>
            <p:ph type="subTitle" idx="4"/>
          </p:nvPr>
        </p:nvSpPr>
        <p:spPr>
          <a:xfrm>
            <a:off x="2046783" y="1814191"/>
            <a:ext cx="2194500" cy="548700"/>
          </a:xfrm>
          <a:prstGeom prst="rect"/>
        </p:spPr>
        <p:txBody>
          <a:bodyPr anchor="ctr" anchorCtr="0" bIns="91425" lIns="91425" rIns="91425" spcFirstLastPara="1" tIns="91425" wrap="square">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1048972" name="Google Shape;794;p14"/>
          <p:cNvSpPr txBox="1">
            <a:spLocks noGrp="1"/>
          </p:cNvSpPr>
          <p:nvPr>
            <p:ph type="subTitle" idx="5"/>
          </p:nvPr>
        </p:nvSpPr>
        <p:spPr>
          <a:xfrm>
            <a:off x="5867184" y="1429352"/>
            <a:ext cx="2194500" cy="365700"/>
          </a:xfrm>
          <a:prstGeom prst="rect"/>
        </p:spPr>
        <p:txBody>
          <a:bodyPr anchor="ctr" anchorCtr="0" bIns="91425" lIns="91425" rIns="91425" spcFirstLastPara="1" tIns="91425" wrap="square">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algn="ctr" lvl="1" rtl="0">
              <a:spcBef>
                <a:spcPts val="0"/>
              </a:spcBef>
              <a:spcAft>
                <a:spcPts val="0"/>
              </a:spcAft>
              <a:buSzPts val="1300"/>
              <a:buNone/>
              <a:defRPr sz="1300"/>
            </a:lvl2pPr>
            <a:lvl3pPr algn="ctr" lvl="2" rtl="0">
              <a:spcBef>
                <a:spcPts val="1600"/>
              </a:spcBef>
              <a:spcAft>
                <a:spcPts val="0"/>
              </a:spcAft>
              <a:buSzPts val="1300"/>
              <a:buNone/>
              <a:defRPr sz="1300"/>
            </a:lvl3pPr>
            <a:lvl4pPr algn="ctr" lvl="3" rtl="0">
              <a:spcBef>
                <a:spcPts val="1600"/>
              </a:spcBef>
              <a:spcAft>
                <a:spcPts val="0"/>
              </a:spcAft>
              <a:buSzPts val="1300"/>
              <a:buNone/>
              <a:defRPr sz="1300"/>
            </a:lvl4pPr>
            <a:lvl5pPr algn="ctr" lvl="4" rtl="0">
              <a:spcBef>
                <a:spcPts val="1600"/>
              </a:spcBef>
              <a:spcAft>
                <a:spcPts val="0"/>
              </a:spcAft>
              <a:buSzPts val="1300"/>
              <a:buNone/>
              <a:defRPr sz="1300"/>
            </a:lvl5pPr>
            <a:lvl6pPr algn="ctr" lvl="5" rtl="0">
              <a:spcBef>
                <a:spcPts val="1600"/>
              </a:spcBef>
              <a:spcAft>
                <a:spcPts val="0"/>
              </a:spcAft>
              <a:buSzPts val="1300"/>
              <a:buNone/>
              <a:defRPr sz="1300"/>
            </a:lvl6pPr>
            <a:lvl7pPr algn="ctr" lvl="6" rtl="0">
              <a:spcBef>
                <a:spcPts val="1600"/>
              </a:spcBef>
              <a:spcAft>
                <a:spcPts val="0"/>
              </a:spcAft>
              <a:buSzPts val="1300"/>
              <a:buNone/>
              <a:defRPr sz="1300"/>
            </a:lvl7pPr>
            <a:lvl8pPr algn="ctr" lvl="7" rtl="0">
              <a:spcBef>
                <a:spcPts val="1600"/>
              </a:spcBef>
              <a:spcAft>
                <a:spcPts val="0"/>
              </a:spcAft>
              <a:buSzPts val="1300"/>
              <a:buNone/>
              <a:defRPr sz="1300"/>
            </a:lvl8pPr>
            <a:lvl9pPr algn="ctr" lvl="8" rtl="0">
              <a:spcBef>
                <a:spcPts val="1600"/>
              </a:spcBef>
              <a:spcAft>
                <a:spcPts val="1600"/>
              </a:spcAft>
              <a:buSzPts val="1300"/>
              <a:buNone/>
              <a:defRPr sz="1300"/>
            </a:lvl9pPr>
          </a:lstStyle>
          <a:p/>
        </p:txBody>
      </p:sp>
      <p:sp>
        <p:nvSpPr>
          <p:cNvPr id="1048973" name="Google Shape;795;p14"/>
          <p:cNvSpPr txBox="1">
            <a:spLocks noGrp="1"/>
          </p:cNvSpPr>
          <p:nvPr>
            <p:ph type="subTitle" idx="6"/>
          </p:nvPr>
        </p:nvSpPr>
        <p:spPr>
          <a:xfrm>
            <a:off x="5867184" y="1814191"/>
            <a:ext cx="2194500" cy="548700"/>
          </a:xfrm>
          <a:prstGeom prst="rect"/>
        </p:spPr>
        <p:txBody>
          <a:bodyPr anchor="ctr" anchorCtr="0" bIns="91425" lIns="91425" rIns="91425" spcFirstLastPara="1" tIns="91425" wrap="square">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1048974" name="Google Shape;796;p14"/>
          <p:cNvSpPr txBox="1">
            <a:spLocks noGrp="1"/>
          </p:cNvSpPr>
          <p:nvPr>
            <p:ph type="subTitle" idx="7"/>
          </p:nvPr>
        </p:nvSpPr>
        <p:spPr>
          <a:xfrm>
            <a:off x="5867184" y="3085489"/>
            <a:ext cx="2194500" cy="365700"/>
          </a:xfrm>
          <a:prstGeom prst="rect"/>
        </p:spPr>
        <p:txBody>
          <a:bodyPr anchor="ctr" anchorCtr="0" bIns="91425" lIns="91425" rIns="91425" spcFirstLastPara="1" tIns="91425" wrap="square">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algn="ctr" lvl="1" rtl="0">
              <a:spcBef>
                <a:spcPts val="0"/>
              </a:spcBef>
              <a:spcAft>
                <a:spcPts val="0"/>
              </a:spcAft>
              <a:buSzPts val="1300"/>
              <a:buNone/>
              <a:defRPr sz="1300"/>
            </a:lvl2pPr>
            <a:lvl3pPr algn="ctr" lvl="2" rtl="0">
              <a:spcBef>
                <a:spcPts val="1600"/>
              </a:spcBef>
              <a:spcAft>
                <a:spcPts val="0"/>
              </a:spcAft>
              <a:buSzPts val="1300"/>
              <a:buNone/>
              <a:defRPr sz="1300"/>
            </a:lvl3pPr>
            <a:lvl4pPr algn="ctr" lvl="3" rtl="0">
              <a:spcBef>
                <a:spcPts val="1600"/>
              </a:spcBef>
              <a:spcAft>
                <a:spcPts val="0"/>
              </a:spcAft>
              <a:buSzPts val="1300"/>
              <a:buNone/>
              <a:defRPr sz="1300"/>
            </a:lvl4pPr>
            <a:lvl5pPr algn="ctr" lvl="4" rtl="0">
              <a:spcBef>
                <a:spcPts val="1600"/>
              </a:spcBef>
              <a:spcAft>
                <a:spcPts val="0"/>
              </a:spcAft>
              <a:buSzPts val="1300"/>
              <a:buNone/>
              <a:defRPr sz="1300"/>
            </a:lvl5pPr>
            <a:lvl6pPr algn="ctr" lvl="5" rtl="0">
              <a:spcBef>
                <a:spcPts val="1600"/>
              </a:spcBef>
              <a:spcAft>
                <a:spcPts val="0"/>
              </a:spcAft>
              <a:buSzPts val="1300"/>
              <a:buNone/>
              <a:defRPr sz="1300"/>
            </a:lvl6pPr>
            <a:lvl7pPr algn="ctr" lvl="6" rtl="0">
              <a:spcBef>
                <a:spcPts val="1600"/>
              </a:spcBef>
              <a:spcAft>
                <a:spcPts val="0"/>
              </a:spcAft>
              <a:buSzPts val="1300"/>
              <a:buNone/>
              <a:defRPr sz="1300"/>
            </a:lvl7pPr>
            <a:lvl8pPr algn="ctr" lvl="7" rtl="0">
              <a:spcBef>
                <a:spcPts val="1600"/>
              </a:spcBef>
              <a:spcAft>
                <a:spcPts val="0"/>
              </a:spcAft>
              <a:buSzPts val="1300"/>
              <a:buNone/>
              <a:defRPr sz="1300"/>
            </a:lvl8pPr>
            <a:lvl9pPr algn="ctr" lvl="8" rtl="0">
              <a:spcBef>
                <a:spcPts val="1600"/>
              </a:spcBef>
              <a:spcAft>
                <a:spcPts val="1600"/>
              </a:spcAft>
              <a:buSzPts val="1300"/>
              <a:buNone/>
              <a:defRPr sz="1300"/>
            </a:lvl9pPr>
          </a:lstStyle>
          <a:p/>
        </p:txBody>
      </p:sp>
      <p:sp>
        <p:nvSpPr>
          <p:cNvPr id="1048975" name="Google Shape;797;p14"/>
          <p:cNvSpPr txBox="1">
            <a:spLocks noGrp="1"/>
          </p:cNvSpPr>
          <p:nvPr>
            <p:ph type="subTitle" idx="8"/>
          </p:nvPr>
        </p:nvSpPr>
        <p:spPr>
          <a:xfrm>
            <a:off x="5867184" y="3470328"/>
            <a:ext cx="2194500" cy="548700"/>
          </a:xfrm>
          <a:prstGeom prst="rect"/>
        </p:spPr>
        <p:txBody>
          <a:bodyPr anchor="ctr" anchorCtr="0" bIns="91425" lIns="91425" rIns="91425" spcFirstLastPara="1" tIns="91425" wrap="square">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p:txBody>
      </p:sp>
      <p:sp>
        <p:nvSpPr>
          <p:cNvPr id="1048976" name="Google Shape;798;p14"/>
          <p:cNvSpPr txBox="1">
            <a:spLocks noGrp="1"/>
          </p:cNvSpPr>
          <p:nvPr>
            <p:ph type="title" idx="9" hasCustomPrompt="1"/>
          </p:nvPr>
        </p:nvSpPr>
        <p:spPr>
          <a:xfrm>
            <a:off x="1204763" y="1752358"/>
            <a:ext cx="573600" cy="446100"/>
          </a:xfrm>
          <a:prstGeom prst="rect"/>
        </p:spPr>
        <p:txBody>
          <a:bodyPr anchor="ctr" anchorCtr="0" bIns="91425" lIns="91425" rIns="91425" spcFirstLastPara="1" tIns="91425" wrap="square">
            <a:noAutofit/>
          </a:bodyPr>
          <a:lstStyle>
            <a:lvl1pPr algn="ctr" lvl="0" rtl="0">
              <a:spcBef>
                <a:spcPts val="0"/>
              </a:spcBef>
              <a:spcAft>
                <a:spcPts val="0"/>
              </a:spcAft>
              <a:buSzPts val="3000"/>
              <a:buNone/>
              <a:defRPr b="1" sz="3000"/>
            </a:lvl1pPr>
            <a:lvl2pPr algn="ctr" lvl="1" rtl="0">
              <a:spcBef>
                <a:spcPts val="0"/>
              </a:spcBef>
              <a:spcAft>
                <a:spcPts val="0"/>
              </a:spcAft>
              <a:buSzPts val="3000"/>
              <a:buFont typeface="Neucha"/>
              <a:buNone/>
              <a:defRPr b="1" sz="3000">
                <a:latin typeface="Neucha"/>
                <a:ea typeface="Neucha"/>
                <a:cs typeface="Neucha"/>
                <a:sym typeface="Neucha"/>
              </a:defRPr>
            </a:lvl2pPr>
            <a:lvl3pPr algn="ctr" lvl="2" rtl="0">
              <a:spcBef>
                <a:spcPts val="0"/>
              </a:spcBef>
              <a:spcAft>
                <a:spcPts val="0"/>
              </a:spcAft>
              <a:buSzPts val="3000"/>
              <a:buFont typeface="Neucha"/>
              <a:buNone/>
              <a:defRPr b="1" sz="3000">
                <a:latin typeface="Neucha"/>
                <a:ea typeface="Neucha"/>
                <a:cs typeface="Neucha"/>
                <a:sym typeface="Neucha"/>
              </a:defRPr>
            </a:lvl3pPr>
            <a:lvl4pPr algn="ctr" lvl="3" rtl="0">
              <a:spcBef>
                <a:spcPts val="0"/>
              </a:spcBef>
              <a:spcAft>
                <a:spcPts val="0"/>
              </a:spcAft>
              <a:buSzPts val="3000"/>
              <a:buFont typeface="Neucha"/>
              <a:buNone/>
              <a:defRPr b="1" sz="3000">
                <a:latin typeface="Neucha"/>
                <a:ea typeface="Neucha"/>
                <a:cs typeface="Neucha"/>
                <a:sym typeface="Neucha"/>
              </a:defRPr>
            </a:lvl4pPr>
            <a:lvl5pPr algn="ctr" lvl="4" rtl="0">
              <a:spcBef>
                <a:spcPts val="0"/>
              </a:spcBef>
              <a:spcAft>
                <a:spcPts val="0"/>
              </a:spcAft>
              <a:buSzPts val="3000"/>
              <a:buFont typeface="Neucha"/>
              <a:buNone/>
              <a:defRPr b="1" sz="3000">
                <a:latin typeface="Neucha"/>
                <a:ea typeface="Neucha"/>
                <a:cs typeface="Neucha"/>
                <a:sym typeface="Neucha"/>
              </a:defRPr>
            </a:lvl5pPr>
            <a:lvl6pPr algn="ctr" lvl="5" rtl="0">
              <a:spcBef>
                <a:spcPts val="0"/>
              </a:spcBef>
              <a:spcAft>
                <a:spcPts val="0"/>
              </a:spcAft>
              <a:buSzPts val="3000"/>
              <a:buFont typeface="Neucha"/>
              <a:buNone/>
              <a:defRPr b="1" sz="3000">
                <a:latin typeface="Neucha"/>
                <a:ea typeface="Neucha"/>
                <a:cs typeface="Neucha"/>
                <a:sym typeface="Neucha"/>
              </a:defRPr>
            </a:lvl6pPr>
            <a:lvl7pPr algn="ctr" lvl="6" rtl="0">
              <a:spcBef>
                <a:spcPts val="0"/>
              </a:spcBef>
              <a:spcAft>
                <a:spcPts val="0"/>
              </a:spcAft>
              <a:buSzPts val="3000"/>
              <a:buFont typeface="Neucha"/>
              <a:buNone/>
              <a:defRPr b="1" sz="3000">
                <a:latin typeface="Neucha"/>
                <a:ea typeface="Neucha"/>
                <a:cs typeface="Neucha"/>
                <a:sym typeface="Neucha"/>
              </a:defRPr>
            </a:lvl7pPr>
            <a:lvl8pPr algn="ctr" lvl="7" rtl="0">
              <a:spcBef>
                <a:spcPts val="0"/>
              </a:spcBef>
              <a:spcAft>
                <a:spcPts val="0"/>
              </a:spcAft>
              <a:buSzPts val="3000"/>
              <a:buFont typeface="Neucha"/>
              <a:buNone/>
              <a:defRPr b="1" sz="3000">
                <a:latin typeface="Neucha"/>
                <a:ea typeface="Neucha"/>
                <a:cs typeface="Neucha"/>
                <a:sym typeface="Neucha"/>
              </a:defRPr>
            </a:lvl8pPr>
            <a:lvl9pPr algn="ctr" lvl="8" rtl="0">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048977" name="Google Shape;799;p14"/>
          <p:cNvSpPr txBox="1">
            <a:spLocks noGrp="1"/>
          </p:cNvSpPr>
          <p:nvPr>
            <p:ph type="title" idx="13" hasCustomPrompt="1"/>
          </p:nvPr>
        </p:nvSpPr>
        <p:spPr>
          <a:xfrm>
            <a:off x="5026027" y="1752358"/>
            <a:ext cx="576000" cy="446100"/>
          </a:xfrm>
          <a:prstGeom prst="rect"/>
        </p:spPr>
        <p:txBody>
          <a:bodyPr anchor="ctr" anchorCtr="0" bIns="91425" lIns="91425" rIns="91425" spcFirstLastPara="1" tIns="91425" wrap="square">
            <a:noAutofit/>
          </a:bodyPr>
          <a:lstStyle>
            <a:lvl1pPr algn="ctr" lvl="0" rtl="0">
              <a:spcBef>
                <a:spcPts val="0"/>
              </a:spcBef>
              <a:spcAft>
                <a:spcPts val="0"/>
              </a:spcAft>
              <a:buSzPts val="3000"/>
              <a:buNone/>
              <a:defRPr b="1" sz="3000"/>
            </a:lvl1pPr>
            <a:lvl2pPr algn="ctr" lvl="1" rtl="0">
              <a:spcBef>
                <a:spcPts val="0"/>
              </a:spcBef>
              <a:spcAft>
                <a:spcPts val="0"/>
              </a:spcAft>
              <a:buSzPts val="3000"/>
              <a:buFont typeface="Neucha"/>
              <a:buNone/>
              <a:defRPr b="1" sz="3000">
                <a:latin typeface="Neucha"/>
                <a:ea typeface="Neucha"/>
                <a:cs typeface="Neucha"/>
                <a:sym typeface="Neucha"/>
              </a:defRPr>
            </a:lvl2pPr>
            <a:lvl3pPr algn="ctr" lvl="2" rtl="0">
              <a:spcBef>
                <a:spcPts val="0"/>
              </a:spcBef>
              <a:spcAft>
                <a:spcPts val="0"/>
              </a:spcAft>
              <a:buSzPts val="3000"/>
              <a:buFont typeface="Neucha"/>
              <a:buNone/>
              <a:defRPr b="1" sz="3000">
                <a:latin typeface="Neucha"/>
                <a:ea typeface="Neucha"/>
                <a:cs typeface="Neucha"/>
                <a:sym typeface="Neucha"/>
              </a:defRPr>
            </a:lvl3pPr>
            <a:lvl4pPr algn="ctr" lvl="3" rtl="0">
              <a:spcBef>
                <a:spcPts val="0"/>
              </a:spcBef>
              <a:spcAft>
                <a:spcPts val="0"/>
              </a:spcAft>
              <a:buSzPts val="3000"/>
              <a:buFont typeface="Neucha"/>
              <a:buNone/>
              <a:defRPr b="1" sz="3000">
                <a:latin typeface="Neucha"/>
                <a:ea typeface="Neucha"/>
                <a:cs typeface="Neucha"/>
                <a:sym typeface="Neucha"/>
              </a:defRPr>
            </a:lvl4pPr>
            <a:lvl5pPr algn="ctr" lvl="4" rtl="0">
              <a:spcBef>
                <a:spcPts val="0"/>
              </a:spcBef>
              <a:spcAft>
                <a:spcPts val="0"/>
              </a:spcAft>
              <a:buSzPts val="3000"/>
              <a:buFont typeface="Neucha"/>
              <a:buNone/>
              <a:defRPr b="1" sz="3000">
                <a:latin typeface="Neucha"/>
                <a:ea typeface="Neucha"/>
                <a:cs typeface="Neucha"/>
                <a:sym typeface="Neucha"/>
              </a:defRPr>
            </a:lvl5pPr>
            <a:lvl6pPr algn="ctr" lvl="5" rtl="0">
              <a:spcBef>
                <a:spcPts val="0"/>
              </a:spcBef>
              <a:spcAft>
                <a:spcPts val="0"/>
              </a:spcAft>
              <a:buSzPts val="3000"/>
              <a:buFont typeface="Neucha"/>
              <a:buNone/>
              <a:defRPr b="1" sz="3000">
                <a:latin typeface="Neucha"/>
                <a:ea typeface="Neucha"/>
                <a:cs typeface="Neucha"/>
                <a:sym typeface="Neucha"/>
              </a:defRPr>
            </a:lvl6pPr>
            <a:lvl7pPr algn="ctr" lvl="6" rtl="0">
              <a:spcBef>
                <a:spcPts val="0"/>
              </a:spcBef>
              <a:spcAft>
                <a:spcPts val="0"/>
              </a:spcAft>
              <a:buSzPts val="3000"/>
              <a:buFont typeface="Neucha"/>
              <a:buNone/>
              <a:defRPr b="1" sz="3000">
                <a:latin typeface="Neucha"/>
                <a:ea typeface="Neucha"/>
                <a:cs typeface="Neucha"/>
                <a:sym typeface="Neucha"/>
              </a:defRPr>
            </a:lvl7pPr>
            <a:lvl8pPr algn="ctr" lvl="7" rtl="0">
              <a:spcBef>
                <a:spcPts val="0"/>
              </a:spcBef>
              <a:spcAft>
                <a:spcPts val="0"/>
              </a:spcAft>
              <a:buSzPts val="3000"/>
              <a:buFont typeface="Neucha"/>
              <a:buNone/>
              <a:defRPr b="1" sz="3000">
                <a:latin typeface="Neucha"/>
                <a:ea typeface="Neucha"/>
                <a:cs typeface="Neucha"/>
                <a:sym typeface="Neucha"/>
              </a:defRPr>
            </a:lvl8pPr>
            <a:lvl9pPr algn="ctr" lvl="8" rtl="0">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048978" name="Google Shape;800;p14"/>
          <p:cNvSpPr txBox="1">
            <a:spLocks noGrp="1"/>
          </p:cNvSpPr>
          <p:nvPr>
            <p:ph type="title" idx="14" hasCustomPrompt="1"/>
          </p:nvPr>
        </p:nvSpPr>
        <p:spPr>
          <a:xfrm>
            <a:off x="5026021" y="3414924"/>
            <a:ext cx="576000" cy="446100"/>
          </a:xfrm>
          <a:prstGeom prst="rect"/>
        </p:spPr>
        <p:txBody>
          <a:bodyPr anchor="ctr" anchorCtr="0" bIns="91425" lIns="91425" rIns="91425" spcFirstLastPara="1" tIns="91425" wrap="square">
            <a:noAutofit/>
          </a:bodyPr>
          <a:lstStyle>
            <a:lvl1pPr algn="ctr" lvl="0" rtl="0">
              <a:spcBef>
                <a:spcPts val="0"/>
              </a:spcBef>
              <a:spcAft>
                <a:spcPts val="0"/>
              </a:spcAft>
              <a:buSzPts val="3000"/>
              <a:buNone/>
              <a:defRPr b="1" sz="3000"/>
            </a:lvl1pPr>
            <a:lvl2pPr algn="ctr" lvl="1" rtl="0">
              <a:spcBef>
                <a:spcPts val="0"/>
              </a:spcBef>
              <a:spcAft>
                <a:spcPts val="0"/>
              </a:spcAft>
              <a:buSzPts val="3000"/>
              <a:buFont typeface="Neucha"/>
              <a:buNone/>
              <a:defRPr b="1" sz="3000">
                <a:latin typeface="Neucha"/>
                <a:ea typeface="Neucha"/>
                <a:cs typeface="Neucha"/>
                <a:sym typeface="Neucha"/>
              </a:defRPr>
            </a:lvl2pPr>
            <a:lvl3pPr algn="ctr" lvl="2" rtl="0">
              <a:spcBef>
                <a:spcPts val="0"/>
              </a:spcBef>
              <a:spcAft>
                <a:spcPts val="0"/>
              </a:spcAft>
              <a:buSzPts val="3000"/>
              <a:buFont typeface="Neucha"/>
              <a:buNone/>
              <a:defRPr b="1" sz="3000">
                <a:latin typeface="Neucha"/>
                <a:ea typeface="Neucha"/>
                <a:cs typeface="Neucha"/>
                <a:sym typeface="Neucha"/>
              </a:defRPr>
            </a:lvl3pPr>
            <a:lvl4pPr algn="ctr" lvl="3" rtl="0">
              <a:spcBef>
                <a:spcPts val="0"/>
              </a:spcBef>
              <a:spcAft>
                <a:spcPts val="0"/>
              </a:spcAft>
              <a:buSzPts val="3000"/>
              <a:buFont typeface="Neucha"/>
              <a:buNone/>
              <a:defRPr b="1" sz="3000">
                <a:latin typeface="Neucha"/>
                <a:ea typeface="Neucha"/>
                <a:cs typeface="Neucha"/>
                <a:sym typeface="Neucha"/>
              </a:defRPr>
            </a:lvl4pPr>
            <a:lvl5pPr algn="ctr" lvl="4" rtl="0">
              <a:spcBef>
                <a:spcPts val="0"/>
              </a:spcBef>
              <a:spcAft>
                <a:spcPts val="0"/>
              </a:spcAft>
              <a:buSzPts val="3000"/>
              <a:buFont typeface="Neucha"/>
              <a:buNone/>
              <a:defRPr b="1" sz="3000">
                <a:latin typeface="Neucha"/>
                <a:ea typeface="Neucha"/>
                <a:cs typeface="Neucha"/>
                <a:sym typeface="Neucha"/>
              </a:defRPr>
            </a:lvl5pPr>
            <a:lvl6pPr algn="ctr" lvl="5" rtl="0">
              <a:spcBef>
                <a:spcPts val="0"/>
              </a:spcBef>
              <a:spcAft>
                <a:spcPts val="0"/>
              </a:spcAft>
              <a:buSzPts val="3000"/>
              <a:buFont typeface="Neucha"/>
              <a:buNone/>
              <a:defRPr b="1" sz="3000">
                <a:latin typeface="Neucha"/>
                <a:ea typeface="Neucha"/>
                <a:cs typeface="Neucha"/>
                <a:sym typeface="Neucha"/>
              </a:defRPr>
            </a:lvl6pPr>
            <a:lvl7pPr algn="ctr" lvl="6" rtl="0">
              <a:spcBef>
                <a:spcPts val="0"/>
              </a:spcBef>
              <a:spcAft>
                <a:spcPts val="0"/>
              </a:spcAft>
              <a:buSzPts val="3000"/>
              <a:buFont typeface="Neucha"/>
              <a:buNone/>
              <a:defRPr b="1" sz="3000">
                <a:latin typeface="Neucha"/>
                <a:ea typeface="Neucha"/>
                <a:cs typeface="Neucha"/>
                <a:sym typeface="Neucha"/>
              </a:defRPr>
            </a:lvl7pPr>
            <a:lvl8pPr algn="ctr" lvl="7" rtl="0">
              <a:spcBef>
                <a:spcPts val="0"/>
              </a:spcBef>
              <a:spcAft>
                <a:spcPts val="0"/>
              </a:spcAft>
              <a:buSzPts val="3000"/>
              <a:buFont typeface="Neucha"/>
              <a:buNone/>
              <a:defRPr b="1" sz="3000">
                <a:latin typeface="Neucha"/>
                <a:ea typeface="Neucha"/>
                <a:cs typeface="Neucha"/>
                <a:sym typeface="Neucha"/>
              </a:defRPr>
            </a:lvl8pPr>
            <a:lvl9pPr algn="ctr" lvl="8" rtl="0">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048979" name="Google Shape;801;p14"/>
          <p:cNvSpPr txBox="1">
            <a:spLocks noGrp="1"/>
          </p:cNvSpPr>
          <p:nvPr>
            <p:ph type="title" idx="15" hasCustomPrompt="1"/>
          </p:nvPr>
        </p:nvSpPr>
        <p:spPr>
          <a:xfrm>
            <a:off x="1205588" y="3414924"/>
            <a:ext cx="576000" cy="446100"/>
          </a:xfrm>
          <a:prstGeom prst="rect"/>
        </p:spPr>
        <p:txBody>
          <a:bodyPr anchor="ctr" anchorCtr="0" bIns="91425" lIns="91425" rIns="91425" spcFirstLastPara="1" tIns="91425" wrap="square">
            <a:noAutofit/>
          </a:bodyPr>
          <a:lstStyle>
            <a:lvl1pPr algn="ctr" lvl="0" rtl="0">
              <a:spcBef>
                <a:spcPts val="0"/>
              </a:spcBef>
              <a:spcAft>
                <a:spcPts val="0"/>
              </a:spcAft>
              <a:buSzPts val="3000"/>
              <a:buNone/>
              <a:defRPr b="1" sz="3000"/>
            </a:lvl1pPr>
            <a:lvl2pPr algn="ctr" lvl="1" rtl="0">
              <a:spcBef>
                <a:spcPts val="0"/>
              </a:spcBef>
              <a:spcAft>
                <a:spcPts val="0"/>
              </a:spcAft>
              <a:buSzPts val="3000"/>
              <a:buFont typeface="Neucha"/>
              <a:buNone/>
              <a:defRPr b="1" sz="3000">
                <a:latin typeface="Neucha"/>
                <a:ea typeface="Neucha"/>
                <a:cs typeface="Neucha"/>
                <a:sym typeface="Neucha"/>
              </a:defRPr>
            </a:lvl2pPr>
            <a:lvl3pPr algn="ctr" lvl="2" rtl="0">
              <a:spcBef>
                <a:spcPts val="0"/>
              </a:spcBef>
              <a:spcAft>
                <a:spcPts val="0"/>
              </a:spcAft>
              <a:buSzPts val="3000"/>
              <a:buFont typeface="Neucha"/>
              <a:buNone/>
              <a:defRPr b="1" sz="3000">
                <a:latin typeface="Neucha"/>
                <a:ea typeface="Neucha"/>
                <a:cs typeface="Neucha"/>
                <a:sym typeface="Neucha"/>
              </a:defRPr>
            </a:lvl3pPr>
            <a:lvl4pPr algn="ctr" lvl="3" rtl="0">
              <a:spcBef>
                <a:spcPts val="0"/>
              </a:spcBef>
              <a:spcAft>
                <a:spcPts val="0"/>
              </a:spcAft>
              <a:buSzPts val="3000"/>
              <a:buFont typeface="Neucha"/>
              <a:buNone/>
              <a:defRPr b="1" sz="3000">
                <a:latin typeface="Neucha"/>
                <a:ea typeface="Neucha"/>
                <a:cs typeface="Neucha"/>
                <a:sym typeface="Neucha"/>
              </a:defRPr>
            </a:lvl4pPr>
            <a:lvl5pPr algn="ctr" lvl="4" rtl="0">
              <a:spcBef>
                <a:spcPts val="0"/>
              </a:spcBef>
              <a:spcAft>
                <a:spcPts val="0"/>
              </a:spcAft>
              <a:buSzPts val="3000"/>
              <a:buFont typeface="Neucha"/>
              <a:buNone/>
              <a:defRPr b="1" sz="3000">
                <a:latin typeface="Neucha"/>
                <a:ea typeface="Neucha"/>
                <a:cs typeface="Neucha"/>
                <a:sym typeface="Neucha"/>
              </a:defRPr>
            </a:lvl5pPr>
            <a:lvl6pPr algn="ctr" lvl="5" rtl="0">
              <a:spcBef>
                <a:spcPts val="0"/>
              </a:spcBef>
              <a:spcAft>
                <a:spcPts val="0"/>
              </a:spcAft>
              <a:buSzPts val="3000"/>
              <a:buFont typeface="Neucha"/>
              <a:buNone/>
              <a:defRPr b="1" sz="3000">
                <a:latin typeface="Neucha"/>
                <a:ea typeface="Neucha"/>
                <a:cs typeface="Neucha"/>
                <a:sym typeface="Neucha"/>
              </a:defRPr>
            </a:lvl6pPr>
            <a:lvl7pPr algn="ctr" lvl="6" rtl="0">
              <a:spcBef>
                <a:spcPts val="0"/>
              </a:spcBef>
              <a:spcAft>
                <a:spcPts val="0"/>
              </a:spcAft>
              <a:buSzPts val="3000"/>
              <a:buFont typeface="Neucha"/>
              <a:buNone/>
              <a:defRPr b="1" sz="3000">
                <a:latin typeface="Neucha"/>
                <a:ea typeface="Neucha"/>
                <a:cs typeface="Neucha"/>
                <a:sym typeface="Neucha"/>
              </a:defRPr>
            </a:lvl7pPr>
            <a:lvl8pPr algn="ctr" lvl="7" rtl="0">
              <a:spcBef>
                <a:spcPts val="0"/>
              </a:spcBef>
              <a:spcAft>
                <a:spcPts val="0"/>
              </a:spcAft>
              <a:buSzPts val="3000"/>
              <a:buFont typeface="Neucha"/>
              <a:buNone/>
              <a:defRPr b="1" sz="3000">
                <a:latin typeface="Neucha"/>
                <a:ea typeface="Neucha"/>
                <a:cs typeface="Neucha"/>
                <a:sym typeface="Neucha"/>
              </a:defRPr>
            </a:lvl8pPr>
            <a:lvl9pPr algn="ctr" lvl="8" rtl="0">
              <a:spcBef>
                <a:spcPts val="0"/>
              </a:spcBef>
              <a:spcAft>
                <a:spcPts val="0"/>
              </a:spcAft>
              <a:buSzPts val="3000"/>
              <a:buFont typeface="Neucha"/>
              <a:buNone/>
              <a:defRPr b="1" sz="3000">
                <a:latin typeface="Neucha"/>
                <a:ea typeface="Neucha"/>
                <a:cs typeface="Neucha"/>
                <a:sym typeface="Neucha"/>
              </a:defRPr>
            </a:lvl9pPr>
          </a:lstStyle>
          <a:p>
            <a:r>
              <a:t>xx%</a:t>
            </a:r>
          </a:p>
        </p:txBody>
      </p:sp>
      <p:sp>
        <p:nvSpPr>
          <p:cNvPr id="1048980" name="Google Shape;802;p14"/>
          <p:cNvSpPr/>
          <p:nvPr/>
        </p:nvSpPr>
        <p:spPr>
          <a:xfrm>
            <a:off x="2483740" y="171622"/>
            <a:ext cx="207943" cy="207927"/>
          </a:xfrm>
          <a:custGeom>
            <a:avLst/>
            <a:ah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81" name="Google Shape;803;p14"/>
          <p:cNvSpPr/>
          <p:nvPr/>
        </p:nvSpPr>
        <p:spPr>
          <a:xfrm>
            <a:off x="2113408" y="294927"/>
            <a:ext cx="60134" cy="60130"/>
          </a:xfrm>
          <a:custGeom>
            <a:avLst/>
            <a:ah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82" name="Google Shape;804;p14"/>
          <p:cNvSpPr/>
          <p:nvPr/>
        </p:nvSpPr>
        <p:spPr>
          <a:xfrm>
            <a:off x="3040826" y="55185"/>
            <a:ext cx="59875" cy="56436"/>
          </a:xfrm>
          <a:custGeom>
            <a:avLst/>
            <a:ah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65" name="Google Shape;805;p14"/>
          <p:cNvGrpSpPr/>
          <p:nvPr/>
        </p:nvGrpSpPr>
        <p:grpSpPr>
          <a:xfrm>
            <a:off x="8430775" y="49513"/>
            <a:ext cx="674325" cy="1173675"/>
            <a:chOff x="4266275" y="6869625"/>
            <a:chExt cx="674325" cy="1173675"/>
          </a:xfrm>
        </p:grpSpPr>
        <p:sp>
          <p:nvSpPr>
            <p:cNvPr id="1048983" name="Google Shape;806;p14"/>
            <p:cNvSpPr/>
            <p:nvPr/>
          </p:nvSpPr>
          <p:spPr>
            <a:xfrm>
              <a:off x="4754025" y="7408475"/>
              <a:ext cx="186575" cy="194125"/>
            </a:xfrm>
            <a:custGeom>
              <a:avLst/>
              <a:ahLst/>
              <a:rect l="l" t="t" r="r" b="b"/>
              <a:pathLst>
                <a:path w="7463" h="7765" extrusionOk="0">
                  <a:moveTo>
                    <a:pt x="2044" y="0"/>
                  </a:moveTo>
                  <a:lnTo>
                    <a:pt x="0" y="1945"/>
                  </a:lnTo>
                  <a:lnTo>
                    <a:pt x="5419" y="7765"/>
                  </a:lnTo>
                  <a:lnTo>
                    <a:pt x="7463" y="5828"/>
                  </a:lnTo>
                  <a:lnTo>
                    <a:pt x="2044" y="0"/>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84" name="Google Shape;807;p14"/>
            <p:cNvSpPr/>
            <p:nvPr/>
          </p:nvSpPr>
          <p:spPr>
            <a:xfrm>
              <a:off x="4759125" y="7416225"/>
              <a:ext cx="58875" cy="53575"/>
            </a:xfrm>
            <a:custGeom>
              <a:avLst/>
              <a:ahLst/>
              <a:rect l="l" t="t" r="r" b="b"/>
              <a:pathLst>
                <a:path w="2355" h="2143" extrusionOk="0">
                  <a:moveTo>
                    <a:pt x="2044" y="1"/>
                  </a:moveTo>
                  <a:lnTo>
                    <a:pt x="1" y="1840"/>
                  </a:lnTo>
                  <a:lnTo>
                    <a:pt x="311" y="2142"/>
                  </a:lnTo>
                  <a:lnTo>
                    <a:pt x="2354" y="205"/>
                  </a:lnTo>
                  <a:lnTo>
                    <a:pt x="2044"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85" name="Google Shape;808;p14"/>
            <p:cNvSpPr/>
            <p:nvPr/>
          </p:nvSpPr>
          <p:spPr>
            <a:xfrm>
              <a:off x="4774450" y="7428900"/>
              <a:ext cx="56225" cy="56225"/>
            </a:xfrm>
            <a:custGeom>
              <a:avLst/>
              <a:ahLst/>
              <a:rect l="l" t="t" r="r" b="b"/>
              <a:pathLst>
                <a:path w="2249" h="2249" extrusionOk="0">
                  <a:moveTo>
                    <a:pt x="2044" y="0"/>
                  </a:moveTo>
                  <a:lnTo>
                    <a:pt x="1" y="1946"/>
                  </a:lnTo>
                  <a:lnTo>
                    <a:pt x="205" y="2248"/>
                  </a:lnTo>
                  <a:lnTo>
                    <a:pt x="2248" y="311"/>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86" name="Google Shape;809;p14"/>
            <p:cNvSpPr/>
            <p:nvPr/>
          </p:nvSpPr>
          <p:spPr>
            <a:xfrm>
              <a:off x="4787325" y="7444225"/>
              <a:ext cx="56225" cy="53750"/>
            </a:xfrm>
            <a:custGeom>
              <a:avLst/>
              <a:ahLst/>
              <a:rect l="l" t="t" r="r" b="b"/>
              <a:pathLst>
                <a:path w="2249" h="2150" extrusionOk="0">
                  <a:moveTo>
                    <a:pt x="2044" y="0"/>
                  </a:moveTo>
                  <a:lnTo>
                    <a:pt x="0" y="1839"/>
                  </a:lnTo>
                  <a:lnTo>
                    <a:pt x="205" y="2150"/>
                  </a:lnTo>
                  <a:lnTo>
                    <a:pt x="2248" y="311"/>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87" name="Google Shape;810;p14"/>
            <p:cNvSpPr/>
            <p:nvPr/>
          </p:nvSpPr>
          <p:spPr>
            <a:xfrm>
              <a:off x="4800000" y="7457100"/>
              <a:ext cx="58875" cy="56200"/>
            </a:xfrm>
            <a:custGeom>
              <a:avLst/>
              <a:ahLst/>
              <a:rect l="l" t="t" r="r" b="b"/>
              <a:pathLst>
                <a:path w="2355" h="2248" extrusionOk="0">
                  <a:moveTo>
                    <a:pt x="2044" y="0"/>
                  </a:moveTo>
                  <a:lnTo>
                    <a:pt x="0" y="1937"/>
                  </a:lnTo>
                  <a:lnTo>
                    <a:pt x="311" y="2248"/>
                  </a:lnTo>
                  <a:lnTo>
                    <a:pt x="2354" y="303"/>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88" name="Google Shape;811;p14"/>
            <p:cNvSpPr/>
            <p:nvPr/>
          </p:nvSpPr>
          <p:spPr>
            <a:xfrm>
              <a:off x="4812875" y="7472425"/>
              <a:ext cx="58650" cy="53550"/>
            </a:xfrm>
            <a:custGeom>
              <a:avLst/>
              <a:ahLst/>
              <a:rect l="l" t="t" r="r" b="b"/>
              <a:pathLst>
                <a:path w="2346" h="2142" extrusionOk="0">
                  <a:moveTo>
                    <a:pt x="2043" y="0"/>
                  </a:moveTo>
                  <a:lnTo>
                    <a:pt x="0" y="1937"/>
                  </a:lnTo>
                  <a:lnTo>
                    <a:pt x="303" y="2142"/>
                  </a:lnTo>
                  <a:lnTo>
                    <a:pt x="2346" y="303"/>
                  </a:lnTo>
                  <a:lnTo>
                    <a:pt x="2043"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89" name="Google Shape;812;p14"/>
            <p:cNvSpPr/>
            <p:nvPr/>
          </p:nvSpPr>
          <p:spPr>
            <a:xfrm>
              <a:off x="4825525" y="7487750"/>
              <a:ext cx="58875" cy="53550"/>
            </a:xfrm>
            <a:custGeom>
              <a:avLst/>
              <a:ahLst/>
              <a:rect l="l" t="t" r="r" b="b"/>
              <a:pathLst>
                <a:path w="2355" h="2142" extrusionOk="0">
                  <a:moveTo>
                    <a:pt x="2044" y="0"/>
                  </a:moveTo>
                  <a:lnTo>
                    <a:pt x="1" y="1839"/>
                  </a:lnTo>
                  <a:lnTo>
                    <a:pt x="311" y="2142"/>
                  </a:lnTo>
                  <a:lnTo>
                    <a:pt x="2355" y="205"/>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90" name="Google Shape;813;p14"/>
            <p:cNvSpPr/>
            <p:nvPr/>
          </p:nvSpPr>
          <p:spPr>
            <a:xfrm>
              <a:off x="4840850" y="7500425"/>
              <a:ext cx="56225" cy="56200"/>
            </a:xfrm>
            <a:custGeom>
              <a:avLst/>
              <a:ahLst/>
              <a:rect l="l" t="t" r="r" b="b"/>
              <a:pathLst>
                <a:path w="2249" h="2248" extrusionOk="0">
                  <a:moveTo>
                    <a:pt x="2044" y="0"/>
                  </a:moveTo>
                  <a:lnTo>
                    <a:pt x="1" y="1945"/>
                  </a:lnTo>
                  <a:lnTo>
                    <a:pt x="205" y="2248"/>
                  </a:lnTo>
                  <a:lnTo>
                    <a:pt x="2249" y="311"/>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91" name="Google Shape;814;p14"/>
            <p:cNvSpPr/>
            <p:nvPr/>
          </p:nvSpPr>
          <p:spPr>
            <a:xfrm>
              <a:off x="4853725" y="7515750"/>
              <a:ext cx="56225" cy="53750"/>
            </a:xfrm>
            <a:custGeom>
              <a:avLst/>
              <a:ahLst/>
              <a:rect l="l" t="t" r="r" b="b"/>
              <a:pathLst>
                <a:path w="2249" h="2150" extrusionOk="0">
                  <a:moveTo>
                    <a:pt x="2044" y="0"/>
                  </a:moveTo>
                  <a:lnTo>
                    <a:pt x="1" y="1839"/>
                  </a:lnTo>
                  <a:lnTo>
                    <a:pt x="205" y="2150"/>
                  </a:lnTo>
                  <a:lnTo>
                    <a:pt x="2249" y="204"/>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92" name="Google Shape;815;p14"/>
            <p:cNvSpPr/>
            <p:nvPr/>
          </p:nvSpPr>
          <p:spPr>
            <a:xfrm>
              <a:off x="4866400" y="7528625"/>
              <a:ext cx="58875" cy="56200"/>
            </a:xfrm>
            <a:custGeom>
              <a:avLst/>
              <a:ahLst/>
              <a:rect l="l" t="t" r="r" b="b"/>
              <a:pathLst>
                <a:path w="2355" h="2248" extrusionOk="0">
                  <a:moveTo>
                    <a:pt x="2044" y="0"/>
                  </a:moveTo>
                  <a:lnTo>
                    <a:pt x="1" y="1937"/>
                  </a:lnTo>
                  <a:lnTo>
                    <a:pt x="311" y="2248"/>
                  </a:lnTo>
                  <a:lnTo>
                    <a:pt x="2355" y="302"/>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93" name="Google Shape;816;p14"/>
            <p:cNvSpPr/>
            <p:nvPr/>
          </p:nvSpPr>
          <p:spPr>
            <a:xfrm>
              <a:off x="4879275" y="7543950"/>
              <a:ext cx="58675" cy="53550"/>
            </a:xfrm>
            <a:custGeom>
              <a:avLst/>
              <a:ahLst/>
              <a:rect l="l" t="t" r="r" b="b"/>
              <a:pathLst>
                <a:path w="2347" h="2142" extrusionOk="0">
                  <a:moveTo>
                    <a:pt x="2044" y="0"/>
                  </a:moveTo>
                  <a:lnTo>
                    <a:pt x="0" y="1937"/>
                  </a:lnTo>
                  <a:lnTo>
                    <a:pt x="303" y="2141"/>
                  </a:lnTo>
                  <a:lnTo>
                    <a:pt x="2346" y="302"/>
                  </a:lnTo>
                  <a:lnTo>
                    <a:pt x="2044"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94" name="Google Shape;817;p14"/>
            <p:cNvSpPr/>
            <p:nvPr/>
          </p:nvSpPr>
          <p:spPr>
            <a:xfrm>
              <a:off x="4266275" y="7482625"/>
              <a:ext cx="597700" cy="560675"/>
            </a:xfrm>
            <a:custGeom>
              <a:avLst/>
              <a:ahLst/>
              <a:rect l="l" t="t" r="r" b="b"/>
              <a:pathLst>
                <a:path w="23908" h="22427" extrusionOk="0">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95" name="Google Shape;818;p14"/>
            <p:cNvSpPr/>
            <p:nvPr/>
          </p:nvSpPr>
          <p:spPr>
            <a:xfrm>
              <a:off x="4294275" y="7615450"/>
              <a:ext cx="429125" cy="403000"/>
            </a:xfrm>
            <a:custGeom>
              <a:avLst/>
              <a:ahLst/>
              <a:rect l="l" t="t" r="r" b="b"/>
              <a:pathLst>
                <a:path w="17165" h="16120" extrusionOk="0">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96" name="Google Shape;819;p14"/>
            <p:cNvSpPr/>
            <p:nvPr/>
          </p:nvSpPr>
          <p:spPr>
            <a:xfrm>
              <a:off x="4736250" y="7454450"/>
              <a:ext cx="155725" cy="166150"/>
            </a:xfrm>
            <a:custGeom>
              <a:avLst/>
              <a:ahLst/>
              <a:rect l="l" t="t" r="r" b="b"/>
              <a:pathLst>
                <a:path w="6229" h="6646" extrusionOk="0">
                  <a:moveTo>
                    <a:pt x="817" y="0"/>
                  </a:moveTo>
                  <a:lnTo>
                    <a:pt x="0" y="817"/>
                  </a:lnTo>
                  <a:lnTo>
                    <a:pt x="5313" y="6645"/>
                  </a:lnTo>
                  <a:lnTo>
                    <a:pt x="6228" y="5828"/>
                  </a:lnTo>
                  <a:lnTo>
                    <a:pt x="817" y="0"/>
                  </a:lnTo>
                  <a:close/>
                </a:path>
              </a:pathLst>
            </a:custGeom>
            <a:solidFill>
              <a:srgbClr val="E8E8E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97" name="Google Shape;820;p14"/>
            <p:cNvSpPr/>
            <p:nvPr/>
          </p:nvSpPr>
          <p:spPr>
            <a:xfrm>
              <a:off x="4294275" y="7881100"/>
              <a:ext cx="143050" cy="137350"/>
            </a:xfrm>
            <a:custGeom>
              <a:avLst/>
              <a:ahLst/>
              <a:rect l="l" t="t" r="r" b="b"/>
              <a:pathLst>
                <a:path w="5722" h="5494" extrusionOk="0">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98" name="Google Shape;821;p14"/>
            <p:cNvSpPr/>
            <p:nvPr/>
          </p:nvSpPr>
          <p:spPr>
            <a:xfrm>
              <a:off x="4577875" y="7543950"/>
              <a:ext cx="125075" cy="112400"/>
            </a:xfrm>
            <a:custGeom>
              <a:avLst/>
              <a:ahLst/>
              <a:rect l="l" t="t" r="r" b="b"/>
              <a:pathLst>
                <a:path w="5003" h="4496" extrusionOk="0">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999" name="Google Shape;822;p14"/>
            <p:cNvSpPr/>
            <p:nvPr/>
          </p:nvSpPr>
          <p:spPr>
            <a:xfrm>
              <a:off x="4600775" y="7615450"/>
              <a:ext cx="66425" cy="43350"/>
            </a:xfrm>
            <a:custGeom>
              <a:avLst/>
              <a:ahLst/>
              <a:rect l="l" t="t" r="r" b="b"/>
              <a:pathLst>
                <a:path w="2657" h="1734" extrusionOk="0">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00" name="Google Shape;823;p14"/>
            <p:cNvSpPr/>
            <p:nvPr/>
          </p:nvSpPr>
          <p:spPr>
            <a:xfrm>
              <a:off x="4268725" y="6869625"/>
              <a:ext cx="209475" cy="130200"/>
            </a:xfrm>
            <a:custGeom>
              <a:avLst/>
              <a:ahLst/>
              <a:rect l="l" t="t" r="r" b="b"/>
              <a:pathLst>
                <a:path w="8379" h="5208" extrusionOk="0">
                  <a:moveTo>
                    <a:pt x="7463" y="1"/>
                  </a:moveTo>
                  <a:lnTo>
                    <a:pt x="0" y="2551"/>
                  </a:lnTo>
                  <a:lnTo>
                    <a:pt x="924" y="5207"/>
                  </a:lnTo>
                  <a:lnTo>
                    <a:pt x="8378" y="2551"/>
                  </a:lnTo>
                  <a:lnTo>
                    <a:pt x="7463" y="1"/>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01" name="Google Shape;824;p14"/>
            <p:cNvSpPr/>
            <p:nvPr/>
          </p:nvSpPr>
          <p:spPr>
            <a:xfrm>
              <a:off x="4276475" y="6928275"/>
              <a:ext cx="30675" cy="69100"/>
            </a:xfrm>
            <a:custGeom>
              <a:avLst/>
              <a:ahLst/>
              <a:rect l="l" t="t" r="r" b="b"/>
              <a:pathLst>
                <a:path w="1227" h="2764" extrusionOk="0">
                  <a:moveTo>
                    <a:pt x="303" y="1"/>
                  </a:moveTo>
                  <a:lnTo>
                    <a:pt x="1" y="107"/>
                  </a:lnTo>
                  <a:lnTo>
                    <a:pt x="916" y="2763"/>
                  </a:lnTo>
                  <a:lnTo>
                    <a:pt x="1227" y="2657"/>
                  </a:lnTo>
                  <a:lnTo>
                    <a:pt x="303"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02" name="Google Shape;825;p14"/>
            <p:cNvSpPr/>
            <p:nvPr/>
          </p:nvSpPr>
          <p:spPr>
            <a:xfrm>
              <a:off x="4294275" y="6920725"/>
              <a:ext cx="30675" cy="68875"/>
            </a:xfrm>
            <a:custGeom>
              <a:avLst/>
              <a:ahLst/>
              <a:rect l="l" t="t" r="r" b="b"/>
              <a:pathLst>
                <a:path w="1227" h="2755" extrusionOk="0">
                  <a:moveTo>
                    <a:pt x="311" y="0"/>
                  </a:moveTo>
                  <a:lnTo>
                    <a:pt x="0" y="205"/>
                  </a:lnTo>
                  <a:lnTo>
                    <a:pt x="924" y="2755"/>
                  </a:lnTo>
                  <a:lnTo>
                    <a:pt x="1226" y="2657"/>
                  </a:lnTo>
                  <a:lnTo>
                    <a:pt x="311"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03" name="Google Shape;826;p14"/>
            <p:cNvSpPr/>
            <p:nvPr/>
          </p:nvSpPr>
          <p:spPr>
            <a:xfrm>
              <a:off x="4312250" y="6915600"/>
              <a:ext cx="30675" cy="68900"/>
            </a:xfrm>
            <a:custGeom>
              <a:avLst/>
              <a:ahLst/>
              <a:rect l="l" t="t" r="r" b="b"/>
              <a:pathLst>
                <a:path w="1227" h="2756" extrusionOk="0">
                  <a:moveTo>
                    <a:pt x="303" y="1"/>
                  </a:moveTo>
                  <a:lnTo>
                    <a:pt x="0" y="99"/>
                  </a:lnTo>
                  <a:lnTo>
                    <a:pt x="916" y="2755"/>
                  </a:lnTo>
                  <a:lnTo>
                    <a:pt x="1226" y="2657"/>
                  </a:lnTo>
                  <a:lnTo>
                    <a:pt x="303"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04" name="Google Shape;827;p14"/>
            <p:cNvSpPr/>
            <p:nvPr/>
          </p:nvSpPr>
          <p:spPr>
            <a:xfrm>
              <a:off x="4330025" y="6907850"/>
              <a:ext cx="33325" cy="69075"/>
            </a:xfrm>
            <a:custGeom>
              <a:avLst/>
              <a:ahLst/>
              <a:rect l="l" t="t" r="r" b="b"/>
              <a:pathLst>
                <a:path w="1333" h="2763" extrusionOk="0">
                  <a:moveTo>
                    <a:pt x="409" y="0"/>
                  </a:moveTo>
                  <a:lnTo>
                    <a:pt x="0" y="205"/>
                  </a:lnTo>
                  <a:lnTo>
                    <a:pt x="924" y="2763"/>
                  </a:lnTo>
                  <a:lnTo>
                    <a:pt x="1333" y="2657"/>
                  </a:lnTo>
                  <a:lnTo>
                    <a:pt x="409"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05" name="Google Shape;828;p14"/>
            <p:cNvSpPr/>
            <p:nvPr/>
          </p:nvSpPr>
          <p:spPr>
            <a:xfrm>
              <a:off x="4348000" y="6902725"/>
              <a:ext cx="33125" cy="69100"/>
            </a:xfrm>
            <a:custGeom>
              <a:avLst/>
              <a:ahLst/>
              <a:rect l="l" t="t" r="r" b="b"/>
              <a:pathLst>
                <a:path w="1325" h="2764" extrusionOk="0">
                  <a:moveTo>
                    <a:pt x="409" y="1"/>
                  </a:moveTo>
                  <a:lnTo>
                    <a:pt x="1" y="107"/>
                  </a:lnTo>
                  <a:lnTo>
                    <a:pt x="916" y="2764"/>
                  </a:lnTo>
                  <a:lnTo>
                    <a:pt x="1325" y="2657"/>
                  </a:lnTo>
                  <a:lnTo>
                    <a:pt x="409"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06" name="Google Shape;829;p14"/>
            <p:cNvSpPr/>
            <p:nvPr/>
          </p:nvSpPr>
          <p:spPr>
            <a:xfrm>
              <a:off x="4368450" y="6895175"/>
              <a:ext cx="30675" cy="68875"/>
            </a:xfrm>
            <a:custGeom>
              <a:avLst/>
              <a:ahLst/>
              <a:rect l="l" t="t" r="r" b="b"/>
              <a:pathLst>
                <a:path w="1227" h="2755" extrusionOk="0">
                  <a:moveTo>
                    <a:pt x="302" y="1"/>
                  </a:moveTo>
                  <a:lnTo>
                    <a:pt x="0" y="205"/>
                  </a:lnTo>
                  <a:lnTo>
                    <a:pt x="915" y="2755"/>
                  </a:lnTo>
                  <a:lnTo>
                    <a:pt x="1226" y="2657"/>
                  </a:lnTo>
                  <a:lnTo>
                    <a:pt x="302"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07" name="Google Shape;830;p14"/>
            <p:cNvSpPr/>
            <p:nvPr/>
          </p:nvSpPr>
          <p:spPr>
            <a:xfrm>
              <a:off x="4386225" y="6890075"/>
              <a:ext cx="30675" cy="68875"/>
            </a:xfrm>
            <a:custGeom>
              <a:avLst/>
              <a:ahLst/>
              <a:rect l="l" t="t" r="r" b="b"/>
              <a:pathLst>
                <a:path w="1227" h="2755" extrusionOk="0">
                  <a:moveTo>
                    <a:pt x="311" y="0"/>
                  </a:moveTo>
                  <a:lnTo>
                    <a:pt x="0" y="98"/>
                  </a:lnTo>
                  <a:lnTo>
                    <a:pt x="924" y="2755"/>
                  </a:lnTo>
                  <a:lnTo>
                    <a:pt x="1226" y="2657"/>
                  </a:lnTo>
                  <a:lnTo>
                    <a:pt x="311"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08" name="Google Shape;831;p14"/>
            <p:cNvSpPr/>
            <p:nvPr/>
          </p:nvSpPr>
          <p:spPr>
            <a:xfrm>
              <a:off x="4404200" y="6882300"/>
              <a:ext cx="33125" cy="69100"/>
            </a:xfrm>
            <a:custGeom>
              <a:avLst/>
              <a:ahLst/>
              <a:rect l="l" t="t" r="r" b="b"/>
              <a:pathLst>
                <a:path w="1325" h="2764" extrusionOk="0">
                  <a:moveTo>
                    <a:pt x="409" y="1"/>
                  </a:moveTo>
                  <a:lnTo>
                    <a:pt x="0" y="205"/>
                  </a:lnTo>
                  <a:lnTo>
                    <a:pt x="916" y="2763"/>
                  </a:lnTo>
                  <a:lnTo>
                    <a:pt x="1324" y="2657"/>
                  </a:lnTo>
                  <a:lnTo>
                    <a:pt x="409"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09" name="Google Shape;832;p14"/>
            <p:cNvSpPr/>
            <p:nvPr/>
          </p:nvSpPr>
          <p:spPr>
            <a:xfrm>
              <a:off x="4421975" y="6877200"/>
              <a:ext cx="33325" cy="69075"/>
            </a:xfrm>
            <a:custGeom>
              <a:avLst/>
              <a:ahLst/>
              <a:rect l="l" t="t" r="r" b="b"/>
              <a:pathLst>
                <a:path w="1333" h="2763" extrusionOk="0">
                  <a:moveTo>
                    <a:pt x="409" y="0"/>
                  </a:moveTo>
                  <a:lnTo>
                    <a:pt x="0" y="107"/>
                  </a:lnTo>
                  <a:lnTo>
                    <a:pt x="924" y="2763"/>
                  </a:lnTo>
                  <a:lnTo>
                    <a:pt x="1333" y="2657"/>
                  </a:lnTo>
                  <a:lnTo>
                    <a:pt x="409"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10" name="Google Shape;833;p14"/>
            <p:cNvSpPr/>
            <p:nvPr/>
          </p:nvSpPr>
          <p:spPr>
            <a:xfrm>
              <a:off x="4439950" y="6869625"/>
              <a:ext cx="33125" cy="68900"/>
            </a:xfrm>
            <a:custGeom>
              <a:avLst/>
              <a:ahLst/>
              <a:rect l="l" t="t" r="r" b="b"/>
              <a:pathLst>
                <a:path w="1325" h="2756" extrusionOk="0">
                  <a:moveTo>
                    <a:pt x="409" y="1"/>
                  </a:moveTo>
                  <a:lnTo>
                    <a:pt x="1" y="99"/>
                  </a:lnTo>
                  <a:lnTo>
                    <a:pt x="1022" y="2755"/>
                  </a:lnTo>
                  <a:lnTo>
                    <a:pt x="1325" y="2657"/>
                  </a:lnTo>
                  <a:lnTo>
                    <a:pt x="409"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11" name="Google Shape;834;p14"/>
            <p:cNvSpPr/>
            <p:nvPr/>
          </p:nvSpPr>
          <p:spPr>
            <a:xfrm>
              <a:off x="4314700" y="6956475"/>
              <a:ext cx="367825" cy="694425"/>
            </a:xfrm>
            <a:custGeom>
              <a:avLst/>
              <a:ahLst/>
              <a:rect l="l" t="t" r="r" b="b"/>
              <a:pathLst>
                <a:path w="14713" h="27777" extrusionOk="0">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12" name="Google Shape;835;p14"/>
            <p:cNvSpPr/>
            <p:nvPr/>
          </p:nvSpPr>
          <p:spPr>
            <a:xfrm>
              <a:off x="4391325" y="7125050"/>
              <a:ext cx="265650" cy="498700"/>
            </a:xfrm>
            <a:custGeom>
              <a:avLst/>
              <a:ahLst/>
              <a:rect l="l" t="t" r="r" b="b"/>
              <a:pathLst>
                <a:path w="10626" h="19948" extrusionOk="0">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13" name="Google Shape;836;p14"/>
            <p:cNvSpPr/>
            <p:nvPr/>
          </p:nvSpPr>
          <p:spPr>
            <a:xfrm>
              <a:off x="4289150" y="6933375"/>
              <a:ext cx="196800" cy="91975"/>
            </a:xfrm>
            <a:custGeom>
              <a:avLst/>
              <a:ahLst/>
              <a:rect l="l" t="t" r="r" b="b"/>
              <a:pathLst>
                <a:path w="7872" h="3679" extrusionOk="0">
                  <a:moveTo>
                    <a:pt x="7561" y="1"/>
                  </a:moveTo>
                  <a:lnTo>
                    <a:pt x="1" y="2559"/>
                  </a:lnTo>
                  <a:lnTo>
                    <a:pt x="409" y="3679"/>
                  </a:lnTo>
                  <a:lnTo>
                    <a:pt x="7872" y="1023"/>
                  </a:lnTo>
                  <a:lnTo>
                    <a:pt x="7561" y="1"/>
                  </a:lnTo>
                  <a:close/>
                </a:path>
              </a:pathLst>
            </a:custGeom>
            <a:solidFill>
              <a:srgbClr val="E8E8E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014" name="Google Shape;837;p14"/>
            <p:cNvSpPr/>
            <p:nvPr/>
          </p:nvSpPr>
          <p:spPr>
            <a:xfrm>
              <a:off x="4519025" y="7495300"/>
              <a:ext cx="137950" cy="128450"/>
            </a:xfrm>
            <a:custGeom>
              <a:avLst/>
              <a:ahLst/>
              <a:rect l="l" t="t" r="r" b="b"/>
              <a:pathLst>
                <a:path w="5518" h="5138" extrusionOk="0">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5">
  <p:cSld name="CUSTOM_8">
    <p:spTree>
      <p:nvGrpSpPr>
        <p:cNvPr id="93" name="Shape 1048"/>
        <p:cNvGrpSpPr/>
        <p:nvPr/>
      </p:nvGrpSpPr>
      <p:grpSpPr>
        <a:xfrm>
          <a:off x="0" y="0"/>
          <a:ext cx="0" cy="0"/>
          <a:chOff x="0" y="0"/>
          <a:chExt cx="0" cy="0"/>
        </a:xfrm>
      </p:grpSpPr>
      <p:sp>
        <p:nvSpPr>
          <p:cNvPr id="1049283" name="Google Shape;1049;p18"/>
          <p:cNvSpPr txBox="1">
            <a:spLocks noGrp="1"/>
          </p:cNvSpPr>
          <p:nvPr>
            <p:ph type="subTitle" idx="1"/>
          </p:nvPr>
        </p:nvSpPr>
        <p:spPr>
          <a:xfrm>
            <a:off x="1536150" y="2567625"/>
            <a:ext cx="6071700" cy="914400"/>
          </a:xfrm>
          <a:prstGeom prst="rect"/>
        </p:spPr>
        <p:txBody>
          <a:bodyPr anchor="ctr" anchorCtr="0" bIns="91425" lIns="91425" rIns="91425" spcFirstLastPara="1" tIns="91425" wrap="square">
            <a:noAutofit/>
          </a:bodyPr>
          <a:lstStyle>
            <a:lvl1pPr algn="ctr" lvl="0" rtl="0">
              <a:lnSpc>
                <a:spcPct val="100000"/>
              </a:lnSpc>
              <a:spcBef>
                <a:spcPts val="0"/>
              </a:spcBef>
              <a:spcAft>
                <a:spcPts val="0"/>
              </a:spcAft>
              <a:buSzPts val="1800"/>
              <a:buNone/>
              <a:defRPr sz="1600"/>
            </a:lvl1pPr>
            <a:lvl2pPr lvl="1" rtl="0">
              <a:spcBef>
                <a:spcPts val="0"/>
              </a:spcBef>
              <a:spcAft>
                <a:spcPts val="0"/>
              </a:spcAft>
              <a:buSzPts val="1400"/>
              <a:buNone/>
            </a:lvl2pPr>
            <a:lvl3pPr lvl="2" rtl="0">
              <a:spcBef>
                <a:spcPts val="1600"/>
              </a:spcBef>
              <a:spcAft>
                <a:spcPts val="0"/>
              </a:spcAft>
              <a:buSzPts val="1400"/>
              <a:buNone/>
            </a:lvl3pPr>
            <a:lvl4pPr lvl="3" rtl="0">
              <a:spcBef>
                <a:spcPts val="1600"/>
              </a:spcBef>
              <a:spcAft>
                <a:spcPts val="0"/>
              </a:spcAft>
              <a:buSzPts val="1400"/>
              <a:buNone/>
            </a:lvl4pPr>
            <a:lvl5pPr lvl="4" rtl="0">
              <a:spcBef>
                <a:spcPts val="1600"/>
              </a:spcBef>
              <a:spcAft>
                <a:spcPts val="0"/>
              </a:spcAft>
              <a:buSzPts val="1400"/>
              <a:buNone/>
            </a:lvl5pPr>
            <a:lvl6pPr lvl="5" rtl="0">
              <a:spcBef>
                <a:spcPts val="1600"/>
              </a:spcBef>
              <a:spcAft>
                <a:spcPts val="0"/>
              </a:spcAft>
              <a:buSzPts val="1400"/>
              <a:buNone/>
            </a:lvl6pPr>
            <a:lvl7pPr lvl="6" rtl="0">
              <a:spcBef>
                <a:spcPts val="1600"/>
              </a:spcBef>
              <a:spcAft>
                <a:spcPts val="0"/>
              </a:spcAft>
              <a:buSzPts val="1400"/>
              <a:buNone/>
            </a:lvl7pPr>
            <a:lvl8pPr lvl="7" rtl="0">
              <a:spcBef>
                <a:spcPts val="1600"/>
              </a:spcBef>
              <a:spcAft>
                <a:spcPts val="0"/>
              </a:spcAft>
              <a:buSzPts val="1400"/>
              <a:buNone/>
            </a:lvl8pPr>
            <a:lvl9pPr lvl="8" rtl="0">
              <a:spcBef>
                <a:spcPts val="1600"/>
              </a:spcBef>
              <a:spcAft>
                <a:spcPts val="1600"/>
              </a:spcAft>
              <a:buSzPts val="1400"/>
              <a:buNone/>
            </a:lvl9pPr>
          </a:lstStyle>
          <a:p/>
        </p:txBody>
      </p:sp>
      <p:sp>
        <p:nvSpPr>
          <p:cNvPr id="1049284" name="Google Shape;1050;p18"/>
          <p:cNvSpPr txBox="1">
            <a:spLocks noGrp="1"/>
          </p:cNvSpPr>
          <p:nvPr>
            <p:ph type="title"/>
          </p:nvPr>
        </p:nvSpPr>
        <p:spPr>
          <a:xfrm>
            <a:off x="1536150" y="1661475"/>
            <a:ext cx="6071700" cy="914400"/>
          </a:xfrm>
          <a:prstGeom prst="rect"/>
        </p:spPr>
        <p:txBody>
          <a:bodyPr anchor="ctr" anchorCtr="0" bIns="91425" lIns="91425" rIns="91425" spcFirstLastPara="1" tIns="91425" wrap="square">
            <a:noAutofit/>
          </a:bodyPr>
          <a:lstStyle>
            <a:lvl1pPr lvl="0" rtl="0">
              <a:spcBef>
                <a:spcPts val="0"/>
              </a:spcBef>
              <a:spcAft>
                <a:spcPts val="0"/>
              </a:spcAft>
              <a:buSzPts val="2800"/>
              <a:buNone/>
              <a:defRPr sz="6500"/>
            </a:lvl1pPr>
            <a:lvl2pPr lvl="1" rtl="0">
              <a:spcBef>
                <a:spcPts val="0"/>
              </a:spcBef>
              <a:spcAft>
                <a:spcPts val="0"/>
              </a:spcAft>
              <a:buSzPts val="2800"/>
              <a:buNone/>
            </a:lvl2pPr>
            <a:lvl3pPr lvl="2" rtl="0">
              <a:spcBef>
                <a:spcPts val="0"/>
              </a:spcBef>
              <a:spcAft>
                <a:spcPts val="0"/>
              </a:spcAft>
              <a:buSzPts val="2800"/>
              <a:buNone/>
            </a:lvl3pPr>
            <a:lvl4pPr lvl="3" rtl="0">
              <a:spcBef>
                <a:spcPts val="0"/>
              </a:spcBef>
              <a:spcAft>
                <a:spcPts val="0"/>
              </a:spcAft>
              <a:buSzPts val="2800"/>
              <a:buNone/>
            </a:lvl4pPr>
            <a:lvl5pPr lvl="4" rtl="0">
              <a:spcBef>
                <a:spcPts val="0"/>
              </a:spcBef>
              <a:spcAft>
                <a:spcPts val="0"/>
              </a:spcAft>
              <a:buSzPts val="2800"/>
              <a:buNone/>
            </a:lvl5pPr>
            <a:lvl6pPr lvl="5" rtl="0">
              <a:spcBef>
                <a:spcPts val="0"/>
              </a:spcBef>
              <a:spcAft>
                <a:spcPts val="0"/>
              </a:spcAft>
              <a:buSzPts val="2800"/>
              <a:buNone/>
            </a:lvl6pPr>
            <a:lvl7pPr lvl="6" rtl="0">
              <a:spcBef>
                <a:spcPts val="0"/>
              </a:spcBef>
              <a:spcAft>
                <a:spcPts val="0"/>
              </a:spcAft>
              <a:buSzPts val="2800"/>
              <a:buNone/>
            </a:lvl7pPr>
            <a:lvl8pPr lvl="7" rtl="0">
              <a:spcBef>
                <a:spcPts val="0"/>
              </a:spcBef>
              <a:spcAft>
                <a:spcPts val="0"/>
              </a:spcAft>
              <a:buSzPts val="2800"/>
              <a:buNone/>
            </a:lvl8pPr>
            <a:lvl9pPr lvl="8" rtl="0">
              <a:spcBef>
                <a:spcPts val="0"/>
              </a:spcBef>
              <a:spcAft>
                <a:spcPts val="0"/>
              </a:spcAft>
              <a:buSzPts val="2800"/>
              <a:buNone/>
            </a:lvl9pPr>
          </a:lstStyle>
          <a:p/>
        </p:txBody>
      </p:sp>
      <p:sp>
        <p:nvSpPr>
          <p:cNvPr id="1049285" name="Google Shape;1051;p18"/>
          <p:cNvSpPr/>
          <p:nvPr/>
        </p:nvSpPr>
        <p:spPr>
          <a:xfrm rot="10800000">
            <a:off x="0" y="0"/>
            <a:ext cx="2623950" cy="1957425"/>
          </a:xfrm>
          <a:custGeom>
            <a:avLst/>
            <a:ah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94" name="Google Shape;1052;p18"/>
          <p:cNvGrpSpPr/>
          <p:nvPr/>
        </p:nvGrpSpPr>
        <p:grpSpPr>
          <a:xfrm flipH="1">
            <a:off x="294513" y="168438"/>
            <a:ext cx="837425" cy="742113"/>
            <a:chOff x="6215925" y="6858088"/>
            <a:chExt cx="837425" cy="742113"/>
          </a:xfrm>
        </p:grpSpPr>
        <p:sp>
          <p:nvSpPr>
            <p:cNvPr id="1049286" name="Google Shape;1053;p18"/>
            <p:cNvSpPr/>
            <p:nvPr/>
          </p:nvSpPr>
          <p:spPr>
            <a:xfrm>
              <a:off x="6215925" y="7421400"/>
              <a:ext cx="201900" cy="178800"/>
            </a:xfrm>
            <a:custGeom>
              <a:avLst/>
              <a:ah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87" name="Google Shape;1054;p18"/>
            <p:cNvSpPr/>
            <p:nvPr/>
          </p:nvSpPr>
          <p:spPr>
            <a:xfrm>
              <a:off x="6401775" y="7430925"/>
              <a:ext cx="25575" cy="22900"/>
            </a:xfrm>
            <a:custGeom>
              <a:avLst/>
              <a:ah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95" name="Google Shape;1055;p18"/>
            <p:cNvGrpSpPr/>
            <p:nvPr/>
          </p:nvGrpSpPr>
          <p:grpSpPr>
            <a:xfrm>
              <a:off x="6361025" y="6858088"/>
              <a:ext cx="692325" cy="623250"/>
              <a:chOff x="6361025" y="6858088"/>
              <a:chExt cx="692325" cy="623250"/>
            </a:xfrm>
          </p:grpSpPr>
          <p:sp>
            <p:nvSpPr>
              <p:cNvPr id="1049288" name="Google Shape;1056;p18"/>
              <p:cNvSpPr/>
              <p:nvPr/>
            </p:nvSpPr>
            <p:spPr>
              <a:xfrm>
                <a:off x="6361025" y="7011338"/>
                <a:ext cx="510875" cy="470000"/>
              </a:xfrm>
              <a:custGeom>
                <a:avLst/>
                <a:ah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89" name="Google Shape;1057;p18"/>
              <p:cNvSpPr/>
              <p:nvPr/>
            </p:nvSpPr>
            <p:spPr>
              <a:xfrm>
                <a:off x="6795250" y="6896288"/>
                <a:ext cx="217225" cy="207025"/>
              </a:xfrm>
              <a:custGeom>
                <a:avLst/>
                <a:ah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90" name="Google Shape;1058;p18"/>
              <p:cNvSpPr/>
              <p:nvPr/>
            </p:nvSpPr>
            <p:spPr>
              <a:xfrm>
                <a:off x="6795250" y="7018888"/>
                <a:ext cx="79300" cy="84425"/>
              </a:xfrm>
              <a:custGeom>
                <a:avLst/>
                <a:ah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91" name="Google Shape;1059;p18"/>
              <p:cNvSpPr/>
              <p:nvPr/>
            </p:nvSpPr>
            <p:spPr>
              <a:xfrm>
                <a:off x="6946050" y="6858088"/>
                <a:ext cx="107300" cy="114850"/>
              </a:xfrm>
              <a:custGeom>
                <a:avLst/>
                <a:ah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92" name="Google Shape;1060;p18"/>
              <p:cNvSpPr/>
              <p:nvPr/>
            </p:nvSpPr>
            <p:spPr>
              <a:xfrm>
                <a:off x="6721275" y="6990888"/>
                <a:ext cx="176150" cy="189050"/>
              </a:xfrm>
              <a:custGeom>
                <a:avLst/>
                <a:ah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93" name="Google Shape;1061;p18"/>
              <p:cNvSpPr/>
              <p:nvPr/>
            </p:nvSpPr>
            <p:spPr>
              <a:xfrm>
                <a:off x="6739050" y="7149263"/>
                <a:ext cx="69100" cy="74000"/>
              </a:xfrm>
              <a:custGeom>
                <a:avLst/>
                <a:ah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94" name="Google Shape;1062;p18"/>
              <p:cNvSpPr/>
              <p:nvPr/>
            </p:nvSpPr>
            <p:spPr>
              <a:xfrm>
                <a:off x="6690625" y="7192588"/>
                <a:ext cx="66425" cy="74200"/>
              </a:xfrm>
              <a:custGeom>
                <a:avLst/>
                <a:ah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95" name="Google Shape;1063;p18"/>
              <p:cNvSpPr/>
              <p:nvPr/>
            </p:nvSpPr>
            <p:spPr>
              <a:xfrm>
                <a:off x="6642000" y="7236113"/>
                <a:ext cx="66425" cy="73975"/>
              </a:xfrm>
              <a:custGeom>
                <a:avLst/>
                <a:ah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96" name="Google Shape;1064;p18"/>
              <p:cNvSpPr/>
              <p:nvPr/>
            </p:nvSpPr>
            <p:spPr>
              <a:xfrm>
                <a:off x="6384125" y="7207913"/>
                <a:ext cx="268100" cy="252975"/>
              </a:xfrm>
              <a:custGeom>
                <a:avLst/>
                <a:ah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97" name="Google Shape;1065;p18"/>
              <p:cNvSpPr/>
              <p:nvPr/>
            </p:nvSpPr>
            <p:spPr>
              <a:xfrm>
                <a:off x="6384125" y="7312738"/>
                <a:ext cx="268100" cy="148150"/>
              </a:xfrm>
              <a:custGeom>
                <a:avLst/>
                <a:ah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sp>
        <p:nvSpPr>
          <p:cNvPr id="1049298" name="Google Shape;1066;p18"/>
          <p:cNvSpPr/>
          <p:nvPr/>
        </p:nvSpPr>
        <p:spPr>
          <a:xfrm flipH="1">
            <a:off x="1460188" y="643424"/>
            <a:ext cx="261014" cy="257301"/>
          </a:xfrm>
          <a:custGeom>
            <a:avLst/>
            <a:ah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299" name="Google Shape;1067;p18"/>
          <p:cNvSpPr/>
          <p:nvPr/>
        </p:nvSpPr>
        <p:spPr>
          <a:xfrm flipH="1">
            <a:off x="1530690" y="357743"/>
            <a:ext cx="60199" cy="60130"/>
          </a:xfrm>
          <a:custGeom>
            <a:avLst/>
            <a:ah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00" name="Google Shape;1068;p18"/>
          <p:cNvSpPr/>
          <p:nvPr/>
        </p:nvSpPr>
        <p:spPr>
          <a:xfrm flipH="1">
            <a:off x="1372189" y="1292152"/>
            <a:ext cx="59875" cy="59871"/>
          </a:xfrm>
          <a:custGeom>
            <a:avLst/>
            <a:ah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01" name="Google Shape;1069;p18"/>
          <p:cNvSpPr/>
          <p:nvPr/>
        </p:nvSpPr>
        <p:spPr>
          <a:xfrm flipH="1">
            <a:off x="1131937" y="692519"/>
            <a:ext cx="60134" cy="60130"/>
          </a:xfrm>
          <a:custGeom>
            <a:avLst/>
            <a:ah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02" name="Google Shape;1070;p18"/>
          <p:cNvSpPr/>
          <p:nvPr/>
        </p:nvSpPr>
        <p:spPr>
          <a:xfrm>
            <a:off x="8540889" y="875441"/>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03" name="Google Shape;1071;p18"/>
          <p:cNvSpPr/>
          <p:nvPr/>
        </p:nvSpPr>
        <p:spPr>
          <a:xfrm>
            <a:off x="7176201" y="85720"/>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04" name="Google Shape;1072;p18"/>
          <p:cNvSpPr/>
          <p:nvPr/>
        </p:nvSpPr>
        <p:spPr>
          <a:xfrm>
            <a:off x="8910962" y="1298488"/>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05" name="Google Shape;1073;p18"/>
          <p:cNvSpPr/>
          <p:nvPr/>
        </p:nvSpPr>
        <p:spPr>
          <a:xfrm>
            <a:off x="8449197" y="600451"/>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06" name="Google Shape;1074;p18"/>
          <p:cNvSpPr/>
          <p:nvPr/>
        </p:nvSpPr>
        <p:spPr>
          <a:xfrm>
            <a:off x="8350507" y="184402"/>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07" name="Google Shape;1075;p18"/>
          <p:cNvSpPr/>
          <p:nvPr/>
        </p:nvSpPr>
        <p:spPr>
          <a:xfrm>
            <a:off x="6696681" y="293841"/>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08" name="Google Shape;1076;p18"/>
          <p:cNvSpPr/>
          <p:nvPr/>
        </p:nvSpPr>
        <p:spPr>
          <a:xfrm flipH="1">
            <a:off x="236474" y="4645166"/>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09" name="Google Shape;1077;p18"/>
          <p:cNvSpPr/>
          <p:nvPr/>
        </p:nvSpPr>
        <p:spPr>
          <a:xfrm flipH="1">
            <a:off x="1614964" y="3855445"/>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10" name="Google Shape;1078;p18"/>
          <p:cNvSpPr/>
          <p:nvPr/>
        </p:nvSpPr>
        <p:spPr>
          <a:xfrm flipH="1">
            <a:off x="67281" y="5068213"/>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11" name="Google Shape;1079;p18"/>
          <p:cNvSpPr/>
          <p:nvPr/>
        </p:nvSpPr>
        <p:spPr>
          <a:xfrm flipH="1">
            <a:off x="528981" y="4370176"/>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12" name="Google Shape;1080;p18"/>
          <p:cNvSpPr/>
          <p:nvPr/>
        </p:nvSpPr>
        <p:spPr>
          <a:xfrm flipH="1">
            <a:off x="627736" y="3954127"/>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13" name="Google Shape;1081;p18"/>
          <p:cNvSpPr/>
          <p:nvPr/>
        </p:nvSpPr>
        <p:spPr>
          <a:xfrm flipH="1">
            <a:off x="2277803" y="4063566"/>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14" name="Google Shape;1082;p18"/>
          <p:cNvSpPr/>
          <p:nvPr/>
        </p:nvSpPr>
        <p:spPr>
          <a:xfrm>
            <a:off x="6520050" y="3186075"/>
            <a:ext cx="2623950" cy="1957425"/>
          </a:xfrm>
          <a:custGeom>
            <a:avLst/>
            <a:ah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15" name="Google Shape;1083;p18"/>
          <p:cNvSpPr/>
          <p:nvPr/>
        </p:nvSpPr>
        <p:spPr>
          <a:xfrm>
            <a:off x="7792737" y="3471749"/>
            <a:ext cx="261014" cy="257301"/>
          </a:xfrm>
          <a:custGeom>
            <a:avLst/>
            <a:ah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16" name="Google Shape;1084;p18"/>
          <p:cNvSpPr/>
          <p:nvPr/>
        </p:nvSpPr>
        <p:spPr>
          <a:xfrm>
            <a:off x="7923050" y="3186068"/>
            <a:ext cx="60199" cy="60130"/>
          </a:xfrm>
          <a:custGeom>
            <a:avLst/>
            <a:ah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17" name="Google Shape;1085;p18"/>
          <p:cNvSpPr/>
          <p:nvPr/>
        </p:nvSpPr>
        <p:spPr>
          <a:xfrm>
            <a:off x="8081875" y="4120477"/>
            <a:ext cx="59875" cy="59871"/>
          </a:xfrm>
          <a:custGeom>
            <a:avLst/>
            <a:ah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18" name="Google Shape;1086;p18"/>
          <p:cNvSpPr/>
          <p:nvPr/>
        </p:nvSpPr>
        <p:spPr>
          <a:xfrm>
            <a:off x="8321868" y="3520844"/>
            <a:ext cx="60134" cy="60130"/>
          </a:xfrm>
          <a:custGeom>
            <a:avLst/>
            <a:ah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96" name="Google Shape;1087;p18"/>
          <p:cNvGrpSpPr/>
          <p:nvPr/>
        </p:nvGrpSpPr>
        <p:grpSpPr>
          <a:xfrm flipH="1">
            <a:off x="7339075" y="4119838"/>
            <a:ext cx="985925" cy="744150"/>
            <a:chOff x="1666700" y="5967688"/>
            <a:chExt cx="985925" cy="744150"/>
          </a:xfrm>
        </p:grpSpPr>
        <p:sp>
          <p:nvSpPr>
            <p:cNvPr id="1049319" name="Google Shape;1088;p18"/>
            <p:cNvSpPr/>
            <p:nvPr/>
          </p:nvSpPr>
          <p:spPr>
            <a:xfrm>
              <a:off x="1666700" y="5967688"/>
              <a:ext cx="985925" cy="744150"/>
            </a:xfrm>
            <a:custGeom>
              <a:avLst/>
              <a:ah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20" name="Google Shape;1089;p18"/>
            <p:cNvSpPr/>
            <p:nvPr/>
          </p:nvSpPr>
          <p:spPr>
            <a:xfrm>
              <a:off x="1758650" y="6363863"/>
              <a:ext cx="130375" cy="130375"/>
            </a:xfrm>
            <a:custGeom>
              <a:avLst/>
              <a:ah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21" name="Google Shape;1090;p18"/>
            <p:cNvSpPr/>
            <p:nvPr/>
          </p:nvSpPr>
          <p:spPr>
            <a:xfrm>
              <a:off x="1735750" y="6361013"/>
              <a:ext cx="148175" cy="131150"/>
            </a:xfrm>
            <a:custGeom>
              <a:avLst/>
              <a:ah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22" name="Google Shape;1091;p18"/>
            <p:cNvSpPr/>
            <p:nvPr/>
          </p:nvSpPr>
          <p:spPr>
            <a:xfrm>
              <a:off x="1766400" y="6369163"/>
              <a:ext cx="117525" cy="122175"/>
            </a:xfrm>
            <a:custGeom>
              <a:avLst/>
              <a:ah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23" name="Google Shape;1092;p18"/>
            <p:cNvSpPr/>
            <p:nvPr/>
          </p:nvSpPr>
          <p:spPr>
            <a:xfrm>
              <a:off x="1751075" y="6397163"/>
              <a:ext cx="119975" cy="66425"/>
            </a:xfrm>
            <a:custGeom>
              <a:avLst/>
              <a:ah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24" name="Google Shape;1093;p18"/>
            <p:cNvSpPr/>
            <p:nvPr/>
          </p:nvSpPr>
          <p:spPr>
            <a:xfrm>
              <a:off x="1748425" y="6392063"/>
              <a:ext cx="120175" cy="69075"/>
            </a:xfrm>
            <a:custGeom>
              <a:avLst/>
              <a:ah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25" name="Google Shape;1094;p18"/>
            <p:cNvSpPr/>
            <p:nvPr/>
          </p:nvSpPr>
          <p:spPr>
            <a:xfrm>
              <a:off x="1911900" y="6282113"/>
              <a:ext cx="130375" cy="130400"/>
            </a:xfrm>
            <a:custGeom>
              <a:avLst/>
              <a:ah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26" name="Google Shape;1095;p18"/>
            <p:cNvSpPr/>
            <p:nvPr/>
          </p:nvSpPr>
          <p:spPr>
            <a:xfrm>
              <a:off x="1889000" y="6279288"/>
              <a:ext cx="148175" cy="129975"/>
            </a:xfrm>
            <a:custGeom>
              <a:avLst/>
              <a:ah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27" name="Google Shape;1096;p18"/>
            <p:cNvSpPr/>
            <p:nvPr/>
          </p:nvSpPr>
          <p:spPr>
            <a:xfrm>
              <a:off x="1922125" y="6287438"/>
              <a:ext cx="115050" cy="122175"/>
            </a:xfrm>
            <a:custGeom>
              <a:avLst/>
              <a:ah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28" name="Google Shape;1097;p18"/>
            <p:cNvSpPr/>
            <p:nvPr/>
          </p:nvSpPr>
          <p:spPr>
            <a:xfrm>
              <a:off x="1906800" y="6315438"/>
              <a:ext cx="117500" cy="66425"/>
            </a:xfrm>
            <a:custGeom>
              <a:avLst/>
              <a:ah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29" name="Google Shape;1098;p18"/>
            <p:cNvSpPr/>
            <p:nvPr/>
          </p:nvSpPr>
          <p:spPr>
            <a:xfrm>
              <a:off x="1904325" y="6310313"/>
              <a:ext cx="119975" cy="69100"/>
            </a:xfrm>
            <a:custGeom>
              <a:avLst/>
              <a:ah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30" name="Google Shape;1099;p18"/>
            <p:cNvSpPr/>
            <p:nvPr/>
          </p:nvSpPr>
          <p:spPr>
            <a:xfrm>
              <a:off x="2067800" y="6200388"/>
              <a:ext cx="130200" cy="130400"/>
            </a:xfrm>
            <a:custGeom>
              <a:avLst/>
              <a:ah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31" name="Google Shape;1100;p18"/>
            <p:cNvSpPr/>
            <p:nvPr/>
          </p:nvSpPr>
          <p:spPr>
            <a:xfrm>
              <a:off x="2044725" y="6197563"/>
              <a:ext cx="148150" cy="129975"/>
            </a:xfrm>
            <a:custGeom>
              <a:avLst/>
              <a:ah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32" name="Google Shape;1101;p18"/>
            <p:cNvSpPr/>
            <p:nvPr/>
          </p:nvSpPr>
          <p:spPr>
            <a:xfrm>
              <a:off x="2078025" y="6205713"/>
              <a:ext cx="114850" cy="122175"/>
            </a:xfrm>
            <a:custGeom>
              <a:avLst/>
              <a:ah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33" name="Google Shape;1102;p18"/>
            <p:cNvSpPr/>
            <p:nvPr/>
          </p:nvSpPr>
          <p:spPr>
            <a:xfrm>
              <a:off x="2060050" y="6233688"/>
              <a:ext cx="120175" cy="66450"/>
            </a:xfrm>
            <a:custGeom>
              <a:avLst/>
              <a:ah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34" name="Google Shape;1103;p18"/>
            <p:cNvSpPr/>
            <p:nvPr/>
          </p:nvSpPr>
          <p:spPr>
            <a:xfrm>
              <a:off x="2060050" y="6228588"/>
              <a:ext cx="117500" cy="69100"/>
            </a:xfrm>
            <a:custGeom>
              <a:avLst/>
              <a:ah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35" name="Google Shape;1104;p18"/>
            <p:cNvSpPr/>
            <p:nvPr/>
          </p:nvSpPr>
          <p:spPr>
            <a:xfrm>
              <a:off x="2221050" y="6118663"/>
              <a:ext cx="130200" cy="130375"/>
            </a:xfrm>
            <a:custGeom>
              <a:avLst/>
              <a:ah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36" name="Google Shape;1105;p18"/>
            <p:cNvSpPr/>
            <p:nvPr/>
          </p:nvSpPr>
          <p:spPr>
            <a:xfrm>
              <a:off x="2197975" y="6115813"/>
              <a:ext cx="150825" cy="129975"/>
            </a:xfrm>
            <a:custGeom>
              <a:avLst/>
              <a:ah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37" name="Google Shape;1106;p18"/>
            <p:cNvSpPr/>
            <p:nvPr/>
          </p:nvSpPr>
          <p:spPr>
            <a:xfrm>
              <a:off x="2231275" y="6123963"/>
              <a:ext cx="117525" cy="122175"/>
            </a:xfrm>
            <a:custGeom>
              <a:avLst/>
              <a:ah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38" name="Google Shape;1107;p18"/>
            <p:cNvSpPr/>
            <p:nvPr/>
          </p:nvSpPr>
          <p:spPr>
            <a:xfrm>
              <a:off x="2215950" y="6151963"/>
              <a:ext cx="117525" cy="66425"/>
            </a:xfrm>
            <a:custGeom>
              <a:avLst/>
              <a:ah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39" name="Google Shape;1108;p18"/>
            <p:cNvSpPr/>
            <p:nvPr/>
          </p:nvSpPr>
          <p:spPr>
            <a:xfrm>
              <a:off x="2213300" y="6146863"/>
              <a:ext cx="120175" cy="69075"/>
            </a:xfrm>
            <a:custGeom>
              <a:avLst/>
              <a:ah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40" name="Google Shape;1109;p18"/>
            <p:cNvSpPr/>
            <p:nvPr/>
          </p:nvSpPr>
          <p:spPr>
            <a:xfrm>
              <a:off x="2376750" y="6036913"/>
              <a:ext cx="130400" cy="130400"/>
            </a:xfrm>
            <a:custGeom>
              <a:avLst/>
              <a:ah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41" name="Google Shape;1110;p18"/>
            <p:cNvSpPr/>
            <p:nvPr/>
          </p:nvSpPr>
          <p:spPr>
            <a:xfrm>
              <a:off x="2353875" y="6034013"/>
              <a:ext cx="148175" cy="130050"/>
            </a:xfrm>
            <a:custGeom>
              <a:avLst/>
              <a:ah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42" name="Google Shape;1111;p18"/>
            <p:cNvSpPr/>
            <p:nvPr/>
          </p:nvSpPr>
          <p:spPr>
            <a:xfrm>
              <a:off x="2386975" y="6042238"/>
              <a:ext cx="115075" cy="122175"/>
            </a:xfrm>
            <a:custGeom>
              <a:avLst/>
              <a:ah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43" name="Google Shape;1112;p18"/>
            <p:cNvSpPr/>
            <p:nvPr/>
          </p:nvSpPr>
          <p:spPr>
            <a:xfrm>
              <a:off x="2371650" y="6070238"/>
              <a:ext cx="117525" cy="66425"/>
            </a:xfrm>
            <a:custGeom>
              <a:avLst/>
              <a:ah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44" name="Google Shape;1113;p18"/>
            <p:cNvSpPr/>
            <p:nvPr/>
          </p:nvSpPr>
          <p:spPr>
            <a:xfrm>
              <a:off x="2369200" y="6065113"/>
              <a:ext cx="117525" cy="69100"/>
            </a:xfrm>
            <a:custGeom>
              <a:avLst/>
              <a:ah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45" name="Google Shape;1114;p18"/>
            <p:cNvSpPr/>
            <p:nvPr/>
          </p:nvSpPr>
          <p:spPr>
            <a:xfrm>
              <a:off x="1832825" y="6506888"/>
              <a:ext cx="130175" cy="130400"/>
            </a:xfrm>
            <a:custGeom>
              <a:avLst/>
              <a:ah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46" name="Google Shape;1115;p18"/>
            <p:cNvSpPr/>
            <p:nvPr/>
          </p:nvSpPr>
          <p:spPr>
            <a:xfrm>
              <a:off x="1809725" y="6504063"/>
              <a:ext cx="148175" cy="129975"/>
            </a:xfrm>
            <a:custGeom>
              <a:avLst/>
              <a:ah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47" name="Google Shape;1116;p18"/>
            <p:cNvSpPr/>
            <p:nvPr/>
          </p:nvSpPr>
          <p:spPr>
            <a:xfrm>
              <a:off x="1843025" y="6512213"/>
              <a:ext cx="114875" cy="122175"/>
            </a:xfrm>
            <a:custGeom>
              <a:avLst/>
              <a:ah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48" name="Google Shape;1117;p18"/>
            <p:cNvSpPr/>
            <p:nvPr/>
          </p:nvSpPr>
          <p:spPr>
            <a:xfrm>
              <a:off x="1827700" y="6540188"/>
              <a:ext cx="117525" cy="66450"/>
            </a:xfrm>
            <a:custGeom>
              <a:avLst/>
              <a:ah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49" name="Google Shape;1118;p18"/>
            <p:cNvSpPr/>
            <p:nvPr/>
          </p:nvSpPr>
          <p:spPr>
            <a:xfrm>
              <a:off x="1825050" y="6535088"/>
              <a:ext cx="120175" cy="69100"/>
            </a:xfrm>
            <a:custGeom>
              <a:avLst/>
              <a:ah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50" name="Google Shape;1119;p18"/>
            <p:cNvSpPr/>
            <p:nvPr/>
          </p:nvSpPr>
          <p:spPr>
            <a:xfrm>
              <a:off x="1988525" y="6425163"/>
              <a:ext cx="130400" cy="130375"/>
            </a:xfrm>
            <a:custGeom>
              <a:avLst/>
              <a:ah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51" name="Google Shape;1120;p18"/>
            <p:cNvSpPr/>
            <p:nvPr/>
          </p:nvSpPr>
          <p:spPr>
            <a:xfrm>
              <a:off x="1965625" y="6422313"/>
              <a:ext cx="148175" cy="129975"/>
            </a:xfrm>
            <a:custGeom>
              <a:avLst/>
              <a:ah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52" name="Google Shape;1121;p18"/>
            <p:cNvSpPr/>
            <p:nvPr/>
          </p:nvSpPr>
          <p:spPr>
            <a:xfrm>
              <a:off x="1998750" y="6430463"/>
              <a:ext cx="115050" cy="122175"/>
            </a:xfrm>
            <a:custGeom>
              <a:avLst/>
              <a:ah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53" name="Google Shape;1122;p18"/>
            <p:cNvSpPr/>
            <p:nvPr/>
          </p:nvSpPr>
          <p:spPr>
            <a:xfrm>
              <a:off x="1980950" y="6458463"/>
              <a:ext cx="119975" cy="66425"/>
            </a:xfrm>
            <a:custGeom>
              <a:avLst/>
              <a:ah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54" name="Google Shape;1123;p18"/>
            <p:cNvSpPr/>
            <p:nvPr/>
          </p:nvSpPr>
          <p:spPr>
            <a:xfrm>
              <a:off x="1980950" y="6453363"/>
              <a:ext cx="117525" cy="69075"/>
            </a:xfrm>
            <a:custGeom>
              <a:avLst/>
              <a:ah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55" name="Google Shape;1124;p18"/>
            <p:cNvSpPr/>
            <p:nvPr/>
          </p:nvSpPr>
          <p:spPr>
            <a:xfrm>
              <a:off x="2141775" y="6343413"/>
              <a:ext cx="130400" cy="130400"/>
            </a:xfrm>
            <a:custGeom>
              <a:avLst/>
              <a:ah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56" name="Google Shape;1125;p18"/>
            <p:cNvSpPr/>
            <p:nvPr/>
          </p:nvSpPr>
          <p:spPr>
            <a:xfrm>
              <a:off x="2118900" y="6340513"/>
              <a:ext cx="150600" cy="130050"/>
            </a:xfrm>
            <a:custGeom>
              <a:avLst/>
              <a:ah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57" name="Google Shape;1126;p18"/>
            <p:cNvSpPr/>
            <p:nvPr/>
          </p:nvSpPr>
          <p:spPr>
            <a:xfrm>
              <a:off x="2152000" y="6348738"/>
              <a:ext cx="117500" cy="122175"/>
            </a:xfrm>
            <a:custGeom>
              <a:avLst/>
              <a:ah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58" name="Google Shape;1127;p18"/>
            <p:cNvSpPr/>
            <p:nvPr/>
          </p:nvSpPr>
          <p:spPr>
            <a:xfrm>
              <a:off x="2136675" y="6376738"/>
              <a:ext cx="117500" cy="66425"/>
            </a:xfrm>
            <a:custGeom>
              <a:avLst/>
              <a:ah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59" name="Google Shape;1128;p18"/>
            <p:cNvSpPr/>
            <p:nvPr/>
          </p:nvSpPr>
          <p:spPr>
            <a:xfrm>
              <a:off x="2134225" y="6371613"/>
              <a:ext cx="119950" cy="66450"/>
            </a:xfrm>
            <a:custGeom>
              <a:avLst/>
              <a:ah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60" name="Google Shape;1129;p18"/>
            <p:cNvSpPr/>
            <p:nvPr/>
          </p:nvSpPr>
          <p:spPr>
            <a:xfrm>
              <a:off x="2297675" y="6261688"/>
              <a:ext cx="130200" cy="130400"/>
            </a:xfrm>
            <a:custGeom>
              <a:avLst/>
              <a:ah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61" name="Google Shape;1130;p18"/>
            <p:cNvSpPr/>
            <p:nvPr/>
          </p:nvSpPr>
          <p:spPr>
            <a:xfrm>
              <a:off x="2274600" y="6258788"/>
              <a:ext cx="148150" cy="129600"/>
            </a:xfrm>
            <a:custGeom>
              <a:avLst/>
              <a:ah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62" name="Google Shape;1131;p18"/>
            <p:cNvSpPr/>
            <p:nvPr/>
          </p:nvSpPr>
          <p:spPr>
            <a:xfrm>
              <a:off x="2307900" y="6267013"/>
              <a:ext cx="114850" cy="122175"/>
            </a:xfrm>
            <a:custGeom>
              <a:avLst/>
              <a:ah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63" name="Google Shape;1132;p18"/>
            <p:cNvSpPr/>
            <p:nvPr/>
          </p:nvSpPr>
          <p:spPr>
            <a:xfrm>
              <a:off x="2292575" y="6292538"/>
              <a:ext cx="117525" cy="68900"/>
            </a:xfrm>
            <a:custGeom>
              <a:avLst/>
              <a:ah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64" name="Google Shape;1133;p18"/>
            <p:cNvSpPr/>
            <p:nvPr/>
          </p:nvSpPr>
          <p:spPr>
            <a:xfrm>
              <a:off x="2289925" y="6289888"/>
              <a:ext cx="117500" cy="66425"/>
            </a:xfrm>
            <a:custGeom>
              <a:avLst/>
              <a:ah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65" name="Google Shape;1134;p18"/>
            <p:cNvSpPr/>
            <p:nvPr/>
          </p:nvSpPr>
          <p:spPr>
            <a:xfrm>
              <a:off x="2453375" y="6179963"/>
              <a:ext cx="130400" cy="130375"/>
            </a:xfrm>
            <a:custGeom>
              <a:avLst/>
              <a:ah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66" name="Google Shape;1135;p18"/>
            <p:cNvSpPr/>
            <p:nvPr/>
          </p:nvSpPr>
          <p:spPr>
            <a:xfrm>
              <a:off x="2430500" y="6177038"/>
              <a:ext cx="148175" cy="129600"/>
            </a:xfrm>
            <a:custGeom>
              <a:avLst/>
              <a:ah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67" name="Google Shape;1136;p18"/>
            <p:cNvSpPr/>
            <p:nvPr/>
          </p:nvSpPr>
          <p:spPr>
            <a:xfrm>
              <a:off x="2461150" y="6182613"/>
              <a:ext cx="117525" cy="124825"/>
            </a:xfrm>
            <a:custGeom>
              <a:avLst/>
              <a:ah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68" name="Google Shape;1137;p18"/>
            <p:cNvSpPr/>
            <p:nvPr/>
          </p:nvSpPr>
          <p:spPr>
            <a:xfrm>
              <a:off x="2445825" y="6210813"/>
              <a:ext cx="119975" cy="68875"/>
            </a:xfrm>
            <a:custGeom>
              <a:avLst/>
              <a:ah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69" name="Google Shape;1138;p18"/>
            <p:cNvSpPr/>
            <p:nvPr/>
          </p:nvSpPr>
          <p:spPr>
            <a:xfrm>
              <a:off x="2443175" y="6208163"/>
              <a:ext cx="120175" cy="66425"/>
            </a:xfrm>
            <a:custGeom>
              <a:avLst/>
              <a:ah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2">
  <p:cSld name="CUSTOM_1_1_1_1_3">
    <p:spTree>
      <p:nvGrpSpPr>
        <p:cNvPr id="100" name="Shape 1265"/>
        <p:cNvGrpSpPr/>
        <p:nvPr/>
      </p:nvGrpSpPr>
      <p:grpSpPr>
        <a:xfrm>
          <a:off x="0" y="0"/>
          <a:ext cx="0" cy="0"/>
          <a:chOff x="0" y="0"/>
          <a:chExt cx="0" cy="0"/>
        </a:xfrm>
      </p:grpSpPr>
      <p:sp>
        <p:nvSpPr>
          <p:cNvPr id="1049377" name="Google Shape;1266;p26"/>
          <p:cNvSpPr/>
          <p:nvPr/>
        </p:nvSpPr>
        <p:spPr>
          <a:xfrm>
            <a:off x="6531425" y="3186075"/>
            <a:ext cx="2623950" cy="1957425"/>
          </a:xfrm>
          <a:custGeom>
            <a:avLst/>
            <a:ah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78" name="Google Shape;1267;p26"/>
          <p:cNvSpPr txBox="1">
            <a:spLocks noGrp="1"/>
          </p:cNvSpPr>
          <p:nvPr>
            <p:ph type="title"/>
          </p:nvPr>
        </p:nvSpPr>
        <p:spPr>
          <a:xfrm>
            <a:off x="713225" y="539500"/>
            <a:ext cx="7717500" cy="478200"/>
          </a:xfrm>
          <a:prstGeom prst="rect"/>
        </p:spPr>
        <p:txBody>
          <a:bodyPr anchor="ctr" anchorCtr="0" bIns="91425" lIns="91425" rIns="91425" spcFirstLastPara="1" tIns="91425" wrap="square">
            <a:noAutofit/>
          </a:bodyPr>
          <a:lstStyle>
            <a:lvl1pPr algn="ctr" lvl="0" rtl="0">
              <a:spcBef>
                <a:spcPts val="0"/>
              </a:spcBef>
              <a:spcAft>
                <a:spcPts val="0"/>
              </a:spcAft>
              <a:buSzPts val="2800"/>
              <a:buNone/>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grpSp>
        <p:nvGrpSpPr>
          <p:cNvPr id="101" name="Google Shape;1268;p26"/>
          <p:cNvGrpSpPr/>
          <p:nvPr/>
        </p:nvGrpSpPr>
        <p:grpSpPr>
          <a:xfrm>
            <a:off x="215138" y="4345425"/>
            <a:ext cx="996175" cy="685800"/>
            <a:chOff x="1379925" y="685000"/>
            <a:chExt cx="996175" cy="685800"/>
          </a:xfrm>
        </p:grpSpPr>
        <p:sp>
          <p:nvSpPr>
            <p:cNvPr id="1049379" name="Google Shape;1269;p26"/>
            <p:cNvSpPr/>
            <p:nvPr/>
          </p:nvSpPr>
          <p:spPr>
            <a:xfrm>
              <a:off x="1379925" y="685000"/>
              <a:ext cx="996175" cy="685800"/>
            </a:xfrm>
            <a:custGeom>
              <a:avLst/>
              <a:ahLst/>
              <a:rect l="l" t="t" r="r" b="b"/>
              <a:pathLst>
                <a:path w="39847" h="27432" extrusionOk="0">
                  <a:moveTo>
                    <a:pt x="7049" y="1"/>
                  </a:moveTo>
                  <a:cubicBezTo>
                    <a:pt x="6004" y="1"/>
                    <a:pt x="5047" y="612"/>
                    <a:pt x="4594" y="1668"/>
                  </a:cubicBezTo>
                  <a:lnTo>
                    <a:pt x="614" y="11370"/>
                  </a:lnTo>
                  <a:cubicBezTo>
                    <a:pt x="1" y="12800"/>
                    <a:pt x="712" y="14435"/>
                    <a:pt x="2044" y="14950"/>
                  </a:cubicBezTo>
                  <a:lnTo>
                    <a:pt x="31673" y="27210"/>
                  </a:lnTo>
                  <a:cubicBezTo>
                    <a:pt x="32026" y="27361"/>
                    <a:pt x="32384" y="27431"/>
                    <a:pt x="32734" y="27431"/>
                  </a:cubicBezTo>
                  <a:cubicBezTo>
                    <a:pt x="33802" y="27431"/>
                    <a:pt x="34783" y="26777"/>
                    <a:pt x="35245" y="25779"/>
                  </a:cubicBezTo>
                  <a:lnTo>
                    <a:pt x="39233" y="15971"/>
                  </a:lnTo>
                  <a:cubicBezTo>
                    <a:pt x="39846" y="14639"/>
                    <a:pt x="39127" y="13004"/>
                    <a:pt x="37803" y="12391"/>
                  </a:cubicBezTo>
                  <a:lnTo>
                    <a:pt x="8174" y="238"/>
                  </a:lnTo>
                  <a:cubicBezTo>
                    <a:pt x="7800" y="77"/>
                    <a:pt x="7419" y="1"/>
                    <a:pt x="7049" y="1"/>
                  </a:cubicBez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80" name="Google Shape;1270;p26"/>
            <p:cNvSpPr/>
            <p:nvPr/>
          </p:nvSpPr>
          <p:spPr>
            <a:xfrm>
              <a:off x="1530525" y="760450"/>
              <a:ext cx="132850" cy="129725"/>
            </a:xfrm>
            <a:custGeom>
              <a:avLst/>
              <a:ahLst/>
              <a:rect l="l" t="t" r="r" b="b"/>
              <a:pathLst>
                <a:path w="5314" h="5189" extrusionOk="0">
                  <a:moveTo>
                    <a:pt x="2604" y="0"/>
                  </a:moveTo>
                  <a:cubicBezTo>
                    <a:pt x="2144" y="0"/>
                    <a:pt x="1672" y="125"/>
                    <a:pt x="1227" y="383"/>
                  </a:cubicBezTo>
                  <a:cubicBezTo>
                    <a:pt x="1227" y="383"/>
                    <a:pt x="1129" y="383"/>
                    <a:pt x="1129" y="489"/>
                  </a:cubicBezTo>
                  <a:lnTo>
                    <a:pt x="924" y="489"/>
                  </a:lnTo>
                  <a:lnTo>
                    <a:pt x="924" y="587"/>
                  </a:lnTo>
                  <a:lnTo>
                    <a:pt x="818" y="587"/>
                  </a:lnTo>
                  <a:lnTo>
                    <a:pt x="818" y="693"/>
                  </a:lnTo>
                  <a:cubicBezTo>
                    <a:pt x="614" y="791"/>
                    <a:pt x="516" y="996"/>
                    <a:pt x="409" y="1200"/>
                  </a:cubicBezTo>
                  <a:lnTo>
                    <a:pt x="311" y="1200"/>
                  </a:lnTo>
                  <a:lnTo>
                    <a:pt x="311" y="1404"/>
                  </a:lnTo>
                  <a:lnTo>
                    <a:pt x="205" y="1404"/>
                  </a:lnTo>
                  <a:lnTo>
                    <a:pt x="205" y="1609"/>
                  </a:lnTo>
                  <a:lnTo>
                    <a:pt x="107" y="1609"/>
                  </a:lnTo>
                  <a:lnTo>
                    <a:pt x="107" y="1813"/>
                  </a:lnTo>
                  <a:lnTo>
                    <a:pt x="1" y="1919"/>
                  </a:lnTo>
                  <a:lnTo>
                    <a:pt x="1" y="2124"/>
                  </a:lnTo>
                  <a:lnTo>
                    <a:pt x="1" y="2328"/>
                  </a:lnTo>
                  <a:lnTo>
                    <a:pt x="1" y="2630"/>
                  </a:lnTo>
                  <a:lnTo>
                    <a:pt x="1" y="2835"/>
                  </a:lnTo>
                  <a:lnTo>
                    <a:pt x="1" y="2941"/>
                  </a:lnTo>
                  <a:lnTo>
                    <a:pt x="1" y="3039"/>
                  </a:lnTo>
                  <a:lnTo>
                    <a:pt x="1" y="3145"/>
                  </a:lnTo>
                  <a:cubicBezTo>
                    <a:pt x="1" y="3243"/>
                    <a:pt x="1" y="3243"/>
                    <a:pt x="107" y="3350"/>
                  </a:cubicBezTo>
                  <a:lnTo>
                    <a:pt x="107" y="3554"/>
                  </a:lnTo>
                  <a:lnTo>
                    <a:pt x="205" y="3652"/>
                  </a:lnTo>
                  <a:lnTo>
                    <a:pt x="205" y="3758"/>
                  </a:lnTo>
                  <a:cubicBezTo>
                    <a:pt x="311" y="3758"/>
                    <a:pt x="311" y="3856"/>
                    <a:pt x="311" y="3856"/>
                  </a:cubicBezTo>
                  <a:cubicBezTo>
                    <a:pt x="311" y="3963"/>
                    <a:pt x="409" y="3963"/>
                    <a:pt x="409" y="4061"/>
                  </a:cubicBezTo>
                  <a:cubicBezTo>
                    <a:pt x="614" y="4469"/>
                    <a:pt x="1022" y="4674"/>
                    <a:pt x="1333" y="4878"/>
                  </a:cubicBezTo>
                  <a:cubicBezTo>
                    <a:pt x="1431" y="4984"/>
                    <a:pt x="1537" y="4984"/>
                    <a:pt x="1635" y="4984"/>
                  </a:cubicBezTo>
                  <a:cubicBezTo>
                    <a:pt x="1635" y="5082"/>
                    <a:pt x="1742" y="5082"/>
                    <a:pt x="1840" y="5082"/>
                  </a:cubicBezTo>
                  <a:cubicBezTo>
                    <a:pt x="1946" y="5082"/>
                    <a:pt x="1946" y="5082"/>
                    <a:pt x="2044" y="5189"/>
                  </a:cubicBezTo>
                  <a:lnTo>
                    <a:pt x="2559" y="5189"/>
                  </a:lnTo>
                  <a:cubicBezTo>
                    <a:pt x="2968" y="5189"/>
                    <a:pt x="3376" y="5082"/>
                    <a:pt x="3679" y="4878"/>
                  </a:cubicBezTo>
                  <a:lnTo>
                    <a:pt x="3883" y="4878"/>
                  </a:lnTo>
                  <a:lnTo>
                    <a:pt x="3883" y="4780"/>
                  </a:lnTo>
                  <a:lnTo>
                    <a:pt x="3989" y="4780"/>
                  </a:lnTo>
                  <a:cubicBezTo>
                    <a:pt x="4087" y="4674"/>
                    <a:pt x="4087" y="4674"/>
                    <a:pt x="4194" y="4674"/>
                  </a:cubicBezTo>
                  <a:lnTo>
                    <a:pt x="4194" y="4576"/>
                  </a:lnTo>
                  <a:lnTo>
                    <a:pt x="4292" y="4576"/>
                  </a:lnTo>
                  <a:cubicBezTo>
                    <a:pt x="4292" y="4469"/>
                    <a:pt x="4398" y="4469"/>
                    <a:pt x="4398" y="4469"/>
                  </a:cubicBezTo>
                  <a:cubicBezTo>
                    <a:pt x="4398" y="4371"/>
                    <a:pt x="4398" y="4371"/>
                    <a:pt x="4496" y="4371"/>
                  </a:cubicBezTo>
                  <a:cubicBezTo>
                    <a:pt x="4496" y="4371"/>
                    <a:pt x="4496" y="4265"/>
                    <a:pt x="4602" y="4265"/>
                  </a:cubicBezTo>
                  <a:lnTo>
                    <a:pt x="4602" y="4167"/>
                  </a:lnTo>
                  <a:cubicBezTo>
                    <a:pt x="4700" y="4167"/>
                    <a:pt x="4700" y="4061"/>
                    <a:pt x="4700" y="4061"/>
                  </a:cubicBezTo>
                  <a:cubicBezTo>
                    <a:pt x="4700" y="3963"/>
                    <a:pt x="4807" y="3963"/>
                    <a:pt x="4807" y="3963"/>
                  </a:cubicBezTo>
                  <a:lnTo>
                    <a:pt x="4807" y="3856"/>
                  </a:lnTo>
                  <a:lnTo>
                    <a:pt x="4905" y="3758"/>
                  </a:lnTo>
                  <a:lnTo>
                    <a:pt x="4905" y="3652"/>
                  </a:lnTo>
                  <a:lnTo>
                    <a:pt x="5011" y="3554"/>
                  </a:lnTo>
                  <a:lnTo>
                    <a:pt x="5011" y="3448"/>
                  </a:lnTo>
                  <a:cubicBezTo>
                    <a:pt x="5313" y="2737"/>
                    <a:pt x="5215" y="1813"/>
                    <a:pt x="4700" y="1102"/>
                  </a:cubicBezTo>
                  <a:cubicBezTo>
                    <a:pt x="4180" y="384"/>
                    <a:pt x="3410" y="0"/>
                    <a:pt x="2604"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81" name="Google Shape;1271;p26"/>
            <p:cNvSpPr/>
            <p:nvPr/>
          </p:nvSpPr>
          <p:spPr>
            <a:xfrm>
              <a:off x="1515200" y="747700"/>
              <a:ext cx="145725" cy="130475"/>
            </a:xfrm>
            <a:custGeom>
              <a:avLst/>
              <a:ahLst/>
              <a:rect l="l" t="t" r="r" b="b"/>
              <a:pathLst>
                <a:path w="5829" h="5219" extrusionOk="0">
                  <a:moveTo>
                    <a:pt x="2916" y="0"/>
                  </a:moveTo>
                  <a:cubicBezTo>
                    <a:pt x="1884" y="0"/>
                    <a:pt x="901" y="598"/>
                    <a:pt x="516" y="1612"/>
                  </a:cubicBezTo>
                  <a:cubicBezTo>
                    <a:pt x="1" y="2936"/>
                    <a:pt x="614" y="4473"/>
                    <a:pt x="1946" y="4979"/>
                  </a:cubicBezTo>
                  <a:cubicBezTo>
                    <a:pt x="2296" y="5142"/>
                    <a:pt x="2662" y="5218"/>
                    <a:pt x="3019" y="5218"/>
                  </a:cubicBezTo>
                  <a:cubicBezTo>
                    <a:pt x="4011" y="5218"/>
                    <a:pt x="4941" y="4629"/>
                    <a:pt x="5313" y="3655"/>
                  </a:cubicBezTo>
                  <a:cubicBezTo>
                    <a:pt x="5828" y="2323"/>
                    <a:pt x="5215" y="795"/>
                    <a:pt x="3883" y="182"/>
                  </a:cubicBezTo>
                  <a:cubicBezTo>
                    <a:pt x="3567" y="59"/>
                    <a:pt x="3239" y="0"/>
                    <a:pt x="2916"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82" name="Google Shape;1272;p26"/>
            <p:cNvSpPr/>
            <p:nvPr/>
          </p:nvSpPr>
          <p:spPr>
            <a:xfrm>
              <a:off x="1522975" y="798200"/>
              <a:ext cx="130175" cy="79975"/>
            </a:xfrm>
            <a:custGeom>
              <a:avLst/>
              <a:ahLst/>
              <a:rect l="l" t="t" r="r" b="b"/>
              <a:pathLst>
                <a:path w="5207" h="3199" extrusionOk="0">
                  <a:moveTo>
                    <a:pt x="5109" y="1"/>
                  </a:moveTo>
                  <a:cubicBezTo>
                    <a:pt x="5109" y="303"/>
                    <a:pt x="5109" y="712"/>
                    <a:pt x="4904" y="1022"/>
                  </a:cubicBezTo>
                  <a:cubicBezTo>
                    <a:pt x="4511" y="2033"/>
                    <a:pt x="3527" y="2630"/>
                    <a:pt x="2491" y="2630"/>
                  </a:cubicBezTo>
                  <a:cubicBezTo>
                    <a:pt x="2170" y="2630"/>
                    <a:pt x="1844" y="2573"/>
                    <a:pt x="1529" y="2453"/>
                  </a:cubicBezTo>
                  <a:cubicBezTo>
                    <a:pt x="711" y="2044"/>
                    <a:pt x="205" y="1325"/>
                    <a:pt x="0" y="614"/>
                  </a:cubicBezTo>
                  <a:lnTo>
                    <a:pt x="0" y="614"/>
                  </a:lnTo>
                  <a:cubicBezTo>
                    <a:pt x="0" y="1635"/>
                    <a:pt x="613" y="2551"/>
                    <a:pt x="1635" y="2959"/>
                  </a:cubicBezTo>
                  <a:cubicBezTo>
                    <a:pt x="1985" y="3122"/>
                    <a:pt x="2351" y="3198"/>
                    <a:pt x="2708" y="3198"/>
                  </a:cubicBezTo>
                  <a:cubicBezTo>
                    <a:pt x="3700" y="3198"/>
                    <a:pt x="4630" y="2609"/>
                    <a:pt x="5002" y="1635"/>
                  </a:cubicBezTo>
                  <a:cubicBezTo>
                    <a:pt x="5207" y="1022"/>
                    <a:pt x="5207" y="507"/>
                    <a:pt x="5109"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83" name="Google Shape;1273;p26"/>
            <p:cNvSpPr/>
            <p:nvPr/>
          </p:nvSpPr>
          <p:spPr>
            <a:xfrm>
              <a:off x="1525425" y="788000"/>
              <a:ext cx="122625" cy="58650"/>
            </a:xfrm>
            <a:custGeom>
              <a:avLst/>
              <a:ahLst/>
              <a:rect l="l" t="t" r="r" b="b"/>
              <a:pathLst>
                <a:path w="4905" h="2346" extrusionOk="0">
                  <a:moveTo>
                    <a:pt x="107" y="0"/>
                  </a:moveTo>
                  <a:lnTo>
                    <a:pt x="107" y="98"/>
                  </a:lnTo>
                  <a:cubicBezTo>
                    <a:pt x="0" y="98"/>
                    <a:pt x="0" y="204"/>
                    <a:pt x="0" y="302"/>
                  </a:cubicBezTo>
                  <a:lnTo>
                    <a:pt x="4700" y="2346"/>
                  </a:lnTo>
                  <a:cubicBezTo>
                    <a:pt x="4806" y="2248"/>
                    <a:pt x="4806" y="2141"/>
                    <a:pt x="4904" y="2043"/>
                  </a:cubicBezTo>
                  <a:lnTo>
                    <a:pt x="107"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84" name="Google Shape;1274;p26"/>
            <p:cNvSpPr/>
            <p:nvPr/>
          </p:nvSpPr>
          <p:spPr>
            <a:xfrm>
              <a:off x="1525425" y="782875"/>
              <a:ext cx="125275" cy="58675"/>
            </a:xfrm>
            <a:custGeom>
              <a:avLst/>
              <a:ahLst/>
              <a:rect l="l" t="t" r="r" b="b"/>
              <a:pathLst>
                <a:path w="5011" h="2347" extrusionOk="0">
                  <a:moveTo>
                    <a:pt x="205" y="1"/>
                  </a:moveTo>
                  <a:cubicBezTo>
                    <a:pt x="107" y="99"/>
                    <a:pt x="107" y="99"/>
                    <a:pt x="107" y="205"/>
                  </a:cubicBezTo>
                  <a:cubicBezTo>
                    <a:pt x="107" y="205"/>
                    <a:pt x="107" y="303"/>
                    <a:pt x="0" y="303"/>
                  </a:cubicBezTo>
                  <a:lnTo>
                    <a:pt x="4806" y="2346"/>
                  </a:lnTo>
                  <a:cubicBezTo>
                    <a:pt x="4904" y="2346"/>
                    <a:pt x="4904" y="2248"/>
                    <a:pt x="4904" y="2248"/>
                  </a:cubicBezTo>
                  <a:cubicBezTo>
                    <a:pt x="4904" y="2142"/>
                    <a:pt x="4904" y="2142"/>
                    <a:pt x="5011" y="2044"/>
                  </a:cubicBezTo>
                  <a:lnTo>
                    <a:pt x="205" y="1"/>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85" name="Google Shape;1275;p26"/>
            <p:cNvSpPr/>
            <p:nvPr/>
          </p:nvSpPr>
          <p:spPr>
            <a:xfrm>
              <a:off x="1691550" y="826850"/>
              <a:ext cx="132850" cy="129750"/>
            </a:xfrm>
            <a:custGeom>
              <a:avLst/>
              <a:ahLst/>
              <a:rect l="l" t="t" r="r" b="b"/>
              <a:pathLst>
                <a:path w="5314" h="5190" extrusionOk="0">
                  <a:moveTo>
                    <a:pt x="2628" y="0"/>
                  </a:moveTo>
                  <a:cubicBezTo>
                    <a:pt x="2156" y="0"/>
                    <a:pt x="1671" y="125"/>
                    <a:pt x="1226" y="383"/>
                  </a:cubicBezTo>
                  <a:cubicBezTo>
                    <a:pt x="1226" y="383"/>
                    <a:pt x="1120" y="383"/>
                    <a:pt x="1120" y="489"/>
                  </a:cubicBezTo>
                  <a:lnTo>
                    <a:pt x="1022" y="489"/>
                  </a:lnTo>
                  <a:lnTo>
                    <a:pt x="1022" y="587"/>
                  </a:lnTo>
                  <a:cubicBezTo>
                    <a:pt x="916" y="587"/>
                    <a:pt x="916" y="587"/>
                    <a:pt x="916" y="694"/>
                  </a:cubicBezTo>
                  <a:lnTo>
                    <a:pt x="818" y="694"/>
                  </a:lnTo>
                  <a:cubicBezTo>
                    <a:pt x="711" y="792"/>
                    <a:pt x="507" y="996"/>
                    <a:pt x="409" y="1200"/>
                  </a:cubicBezTo>
                  <a:cubicBezTo>
                    <a:pt x="303" y="1307"/>
                    <a:pt x="303" y="1307"/>
                    <a:pt x="303" y="1405"/>
                  </a:cubicBezTo>
                  <a:cubicBezTo>
                    <a:pt x="205" y="1511"/>
                    <a:pt x="205" y="1511"/>
                    <a:pt x="205" y="1609"/>
                  </a:cubicBezTo>
                  <a:lnTo>
                    <a:pt x="205" y="1715"/>
                  </a:lnTo>
                  <a:cubicBezTo>
                    <a:pt x="98" y="1715"/>
                    <a:pt x="98" y="1813"/>
                    <a:pt x="98" y="1920"/>
                  </a:cubicBezTo>
                  <a:cubicBezTo>
                    <a:pt x="98" y="1920"/>
                    <a:pt x="98" y="2018"/>
                    <a:pt x="0" y="2124"/>
                  </a:cubicBezTo>
                  <a:lnTo>
                    <a:pt x="0" y="2328"/>
                  </a:lnTo>
                  <a:lnTo>
                    <a:pt x="0" y="2426"/>
                  </a:lnTo>
                  <a:lnTo>
                    <a:pt x="0" y="2631"/>
                  </a:lnTo>
                  <a:lnTo>
                    <a:pt x="0" y="2835"/>
                  </a:lnTo>
                  <a:lnTo>
                    <a:pt x="0" y="2941"/>
                  </a:lnTo>
                  <a:lnTo>
                    <a:pt x="0" y="3039"/>
                  </a:lnTo>
                  <a:lnTo>
                    <a:pt x="0" y="3146"/>
                  </a:lnTo>
                  <a:cubicBezTo>
                    <a:pt x="98" y="3244"/>
                    <a:pt x="98" y="3244"/>
                    <a:pt x="98" y="3350"/>
                  </a:cubicBezTo>
                  <a:cubicBezTo>
                    <a:pt x="98" y="3448"/>
                    <a:pt x="98" y="3554"/>
                    <a:pt x="205" y="3554"/>
                  </a:cubicBezTo>
                  <a:lnTo>
                    <a:pt x="205" y="3652"/>
                  </a:lnTo>
                  <a:cubicBezTo>
                    <a:pt x="205" y="3652"/>
                    <a:pt x="205" y="3759"/>
                    <a:pt x="303" y="3759"/>
                  </a:cubicBezTo>
                  <a:lnTo>
                    <a:pt x="303" y="3857"/>
                  </a:lnTo>
                  <a:cubicBezTo>
                    <a:pt x="303" y="3963"/>
                    <a:pt x="409" y="3963"/>
                    <a:pt x="409" y="4061"/>
                  </a:cubicBezTo>
                  <a:cubicBezTo>
                    <a:pt x="711" y="4470"/>
                    <a:pt x="1022" y="4780"/>
                    <a:pt x="1431" y="4878"/>
                  </a:cubicBezTo>
                  <a:cubicBezTo>
                    <a:pt x="1431" y="4985"/>
                    <a:pt x="1529" y="4985"/>
                    <a:pt x="1635" y="4985"/>
                  </a:cubicBezTo>
                  <a:cubicBezTo>
                    <a:pt x="1733" y="5083"/>
                    <a:pt x="1733" y="5083"/>
                    <a:pt x="1839" y="5083"/>
                  </a:cubicBezTo>
                  <a:cubicBezTo>
                    <a:pt x="1937" y="5083"/>
                    <a:pt x="2044" y="5189"/>
                    <a:pt x="2142" y="5189"/>
                  </a:cubicBezTo>
                  <a:lnTo>
                    <a:pt x="2550" y="5189"/>
                  </a:lnTo>
                  <a:cubicBezTo>
                    <a:pt x="2959" y="5189"/>
                    <a:pt x="3368" y="5083"/>
                    <a:pt x="3776" y="4985"/>
                  </a:cubicBezTo>
                  <a:lnTo>
                    <a:pt x="3776" y="4878"/>
                  </a:lnTo>
                  <a:lnTo>
                    <a:pt x="3883" y="4878"/>
                  </a:lnTo>
                  <a:cubicBezTo>
                    <a:pt x="3883" y="4878"/>
                    <a:pt x="3981" y="4878"/>
                    <a:pt x="3981" y="4780"/>
                  </a:cubicBezTo>
                  <a:lnTo>
                    <a:pt x="4087" y="4780"/>
                  </a:lnTo>
                  <a:lnTo>
                    <a:pt x="4185" y="4674"/>
                  </a:lnTo>
                  <a:lnTo>
                    <a:pt x="4291" y="4576"/>
                  </a:lnTo>
                  <a:cubicBezTo>
                    <a:pt x="4389" y="4576"/>
                    <a:pt x="4389" y="4470"/>
                    <a:pt x="4389" y="4470"/>
                  </a:cubicBezTo>
                  <a:cubicBezTo>
                    <a:pt x="4496" y="4470"/>
                    <a:pt x="4496" y="4372"/>
                    <a:pt x="4496" y="4372"/>
                  </a:cubicBezTo>
                  <a:lnTo>
                    <a:pt x="4594" y="4265"/>
                  </a:lnTo>
                  <a:lnTo>
                    <a:pt x="4594" y="4167"/>
                  </a:lnTo>
                  <a:cubicBezTo>
                    <a:pt x="4700" y="4167"/>
                    <a:pt x="4700" y="4061"/>
                    <a:pt x="4798" y="4061"/>
                  </a:cubicBezTo>
                  <a:lnTo>
                    <a:pt x="4798" y="3963"/>
                  </a:lnTo>
                  <a:lnTo>
                    <a:pt x="4904" y="3857"/>
                  </a:lnTo>
                  <a:lnTo>
                    <a:pt x="4904" y="3759"/>
                  </a:lnTo>
                  <a:lnTo>
                    <a:pt x="5002" y="3652"/>
                  </a:lnTo>
                  <a:lnTo>
                    <a:pt x="5002" y="3554"/>
                  </a:lnTo>
                  <a:cubicBezTo>
                    <a:pt x="5313" y="2737"/>
                    <a:pt x="5207" y="1920"/>
                    <a:pt x="4700" y="1102"/>
                  </a:cubicBezTo>
                  <a:cubicBezTo>
                    <a:pt x="4242" y="384"/>
                    <a:pt x="3455" y="0"/>
                    <a:pt x="262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86" name="Google Shape;1276;p26"/>
            <p:cNvSpPr/>
            <p:nvPr/>
          </p:nvSpPr>
          <p:spPr>
            <a:xfrm>
              <a:off x="1676225" y="814100"/>
              <a:ext cx="148175" cy="130475"/>
            </a:xfrm>
            <a:custGeom>
              <a:avLst/>
              <a:ahLst/>
              <a:rect l="l" t="t" r="r" b="b"/>
              <a:pathLst>
                <a:path w="5927" h="5219" extrusionOk="0">
                  <a:moveTo>
                    <a:pt x="3012" y="1"/>
                  </a:moveTo>
                  <a:cubicBezTo>
                    <a:pt x="1976" y="1"/>
                    <a:pt x="974" y="598"/>
                    <a:pt x="507" y="1612"/>
                  </a:cubicBezTo>
                  <a:cubicBezTo>
                    <a:pt x="0" y="2936"/>
                    <a:pt x="613" y="4473"/>
                    <a:pt x="1937" y="4980"/>
                  </a:cubicBezTo>
                  <a:cubicBezTo>
                    <a:pt x="2290" y="5142"/>
                    <a:pt x="2657" y="5218"/>
                    <a:pt x="3014" y="5218"/>
                  </a:cubicBezTo>
                  <a:cubicBezTo>
                    <a:pt x="4008" y="5218"/>
                    <a:pt x="4934" y="4629"/>
                    <a:pt x="5313" y="3656"/>
                  </a:cubicBezTo>
                  <a:cubicBezTo>
                    <a:pt x="5926" y="2323"/>
                    <a:pt x="5313" y="795"/>
                    <a:pt x="3981" y="182"/>
                  </a:cubicBezTo>
                  <a:cubicBezTo>
                    <a:pt x="3665" y="59"/>
                    <a:pt x="3337" y="1"/>
                    <a:pt x="3012" y="1"/>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87" name="Google Shape;1277;p26"/>
            <p:cNvSpPr/>
            <p:nvPr/>
          </p:nvSpPr>
          <p:spPr>
            <a:xfrm>
              <a:off x="1683775" y="864625"/>
              <a:ext cx="132850" cy="79950"/>
            </a:xfrm>
            <a:custGeom>
              <a:avLst/>
              <a:ahLst/>
              <a:rect l="l" t="t" r="r" b="b"/>
              <a:pathLst>
                <a:path w="5314" h="3198" extrusionOk="0">
                  <a:moveTo>
                    <a:pt x="5215" y="0"/>
                  </a:moveTo>
                  <a:cubicBezTo>
                    <a:pt x="5215" y="409"/>
                    <a:pt x="5109" y="711"/>
                    <a:pt x="5011" y="1022"/>
                  </a:cubicBezTo>
                  <a:cubicBezTo>
                    <a:pt x="4543" y="2033"/>
                    <a:pt x="3537" y="2629"/>
                    <a:pt x="2497" y="2629"/>
                  </a:cubicBezTo>
                  <a:cubicBezTo>
                    <a:pt x="2175" y="2629"/>
                    <a:pt x="1850" y="2572"/>
                    <a:pt x="1537" y="2452"/>
                  </a:cubicBezTo>
                  <a:cubicBezTo>
                    <a:pt x="720" y="2043"/>
                    <a:pt x="205" y="1430"/>
                    <a:pt x="1" y="613"/>
                  </a:cubicBezTo>
                  <a:lnTo>
                    <a:pt x="1" y="613"/>
                  </a:lnTo>
                  <a:cubicBezTo>
                    <a:pt x="1" y="1635"/>
                    <a:pt x="614" y="2550"/>
                    <a:pt x="1635" y="2959"/>
                  </a:cubicBezTo>
                  <a:cubicBezTo>
                    <a:pt x="1988" y="3121"/>
                    <a:pt x="2355" y="3197"/>
                    <a:pt x="2712" y="3197"/>
                  </a:cubicBezTo>
                  <a:cubicBezTo>
                    <a:pt x="3706" y="3197"/>
                    <a:pt x="4632" y="2608"/>
                    <a:pt x="5011" y="1635"/>
                  </a:cubicBezTo>
                  <a:cubicBezTo>
                    <a:pt x="5215" y="1120"/>
                    <a:pt x="5313" y="507"/>
                    <a:pt x="5215" y="0"/>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88" name="Google Shape;1278;p26"/>
            <p:cNvSpPr/>
            <p:nvPr/>
          </p:nvSpPr>
          <p:spPr>
            <a:xfrm>
              <a:off x="1686450" y="854400"/>
              <a:ext cx="122625" cy="58675"/>
            </a:xfrm>
            <a:custGeom>
              <a:avLst/>
              <a:ahLst/>
              <a:rect l="l" t="t" r="r" b="b"/>
              <a:pathLst>
                <a:path w="4905" h="2347" extrusionOk="0">
                  <a:moveTo>
                    <a:pt x="98" y="0"/>
                  </a:moveTo>
                  <a:lnTo>
                    <a:pt x="98" y="98"/>
                  </a:lnTo>
                  <a:cubicBezTo>
                    <a:pt x="98" y="205"/>
                    <a:pt x="0" y="205"/>
                    <a:pt x="0" y="303"/>
                  </a:cubicBezTo>
                  <a:lnTo>
                    <a:pt x="4798" y="2346"/>
                  </a:lnTo>
                  <a:cubicBezTo>
                    <a:pt x="4798" y="2248"/>
                    <a:pt x="4904" y="2142"/>
                    <a:pt x="4904" y="2142"/>
                  </a:cubicBezTo>
                  <a:lnTo>
                    <a:pt x="4904" y="2044"/>
                  </a:lnTo>
                  <a:lnTo>
                    <a:pt x="98"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89" name="Google Shape;1279;p26"/>
            <p:cNvSpPr/>
            <p:nvPr/>
          </p:nvSpPr>
          <p:spPr>
            <a:xfrm>
              <a:off x="1688900" y="851750"/>
              <a:ext cx="122625" cy="56200"/>
            </a:xfrm>
            <a:custGeom>
              <a:avLst/>
              <a:ahLst/>
              <a:rect l="l" t="t" r="r" b="b"/>
              <a:pathLst>
                <a:path w="4905" h="2248" extrusionOk="0">
                  <a:moveTo>
                    <a:pt x="106" y="0"/>
                  </a:moveTo>
                  <a:cubicBezTo>
                    <a:pt x="106" y="0"/>
                    <a:pt x="106" y="106"/>
                    <a:pt x="0" y="106"/>
                  </a:cubicBezTo>
                  <a:lnTo>
                    <a:pt x="0" y="311"/>
                  </a:lnTo>
                  <a:lnTo>
                    <a:pt x="4806" y="2248"/>
                  </a:lnTo>
                  <a:lnTo>
                    <a:pt x="4806" y="2150"/>
                  </a:lnTo>
                  <a:cubicBezTo>
                    <a:pt x="4904" y="2043"/>
                    <a:pt x="4904" y="2043"/>
                    <a:pt x="4904" y="1945"/>
                  </a:cubicBezTo>
                  <a:lnTo>
                    <a:pt x="106"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90" name="Google Shape;1280;p26"/>
            <p:cNvSpPr/>
            <p:nvPr/>
          </p:nvSpPr>
          <p:spPr>
            <a:xfrm>
              <a:off x="1852350" y="893375"/>
              <a:ext cx="132850" cy="129625"/>
            </a:xfrm>
            <a:custGeom>
              <a:avLst/>
              <a:ahLst/>
              <a:rect l="l" t="t" r="r" b="b"/>
              <a:pathLst>
                <a:path w="5314" h="5185" extrusionOk="0">
                  <a:moveTo>
                    <a:pt x="2638" y="0"/>
                  </a:moveTo>
                  <a:cubicBezTo>
                    <a:pt x="2184" y="0"/>
                    <a:pt x="1732" y="125"/>
                    <a:pt x="1333" y="378"/>
                  </a:cubicBezTo>
                  <a:cubicBezTo>
                    <a:pt x="1227" y="378"/>
                    <a:pt x="1227" y="485"/>
                    <a:pt x="1129" y="485"/>
                  </a:cubicBezTo>
                  <a:lnTo>
                    <a:pt x="1022" y="583"/>
                  </a:lnTo>
                  <a:lnTo>
                    <a:pt x="924" y="689"/>
                  </a:lnTo>
                  <a:lnTo>
                    <a:pt x="409" y="1196"/>
                  </a:lnTo>
                  <a:cubicBezTo>
                    <a:pt x="409" y="1302"/>
                    <a:pt x="409" y="1302"/>
                    <a:pt x="311" y="1400"/>
                  </a:cubicBezTo>
                  <a:lnTo>
                    <a:pt x="311" y="1506"/>
                  </a:lnTo>
                  <a:lnTo>
                    <a:pt x="205" y="1604"/>
                  </a:lnTo>
                  <a:lnTo>
                    <a:pt x="205" y="1711"/>
                  </a:lnTo>
                  <a:cubicBezTo>
                    <a:pt x="205" y="1711"/>
                    <a:pt x="107" y="1809"/>
                    <a:pt x="107" y="1915"/>
                  </a:cubicBezTo>
                  <a:lnTo>
                    <a:pt x="107" y="2119"/>
                  </a:lnTo>
                  <a:lnTo>
                    <a:pt x="107" y="2217"/>
                  </a:lnTo>
                  <a:lnTo>
                    <a:pt x="1" y="2324"/>
                  </a:lnTo>
                  <a:lnTo>
                    <a:pt x="1" y="2422"/>
                  </a:lnTo>
                  <a:lnTo>
                    <a:pt x="1" y="2626"/>
                  </a:lnTo>
                  <a:lnTo>
                    <a:pt x="1" y="2830"/>
                  </a:lnTo>
                  <a:lnTo>
                    <a:pt x="1" y="2937"/>
                  </a:lnTo>
                  <a:cubicBezTo>
                    <a:pt x="1" y="3035"/>
                    <a:pt x="107" y="3035"/>
                    <a:pt x="107" y="3141"/>
                  </a:cubicBezTo>
                  <a:lnTo>
                    <a:pt x="107" y="3345"/>
                  </a:lnTo>
                  <a:cubicBezTo>
                    <a:pt x="205" y="3443"/>
                    <a:pt x="205" y="3550"/>
                    <a:pt x="205" y="3648"/>
                  </a:cubicBezTo>
                  <a:cubicBezTo>
                    <a:pt x="311" y="3754"/>
                    <a:pt x="311" y="3754"/>
                    <a:pt x="311" y="3852"/>
                  </a:cubicBezTo>
                  <a:cubicBezTo>
                    <a:pt x="409" y="3958"/>
                    <a:pt x="409" y="4056"/>
                    <a:pt x="516" y="4056"/>
                  </a:cubicBezTo>
                  <a:cubicBezTo>
                    <a:pt x="720" y="4465"/>
                    <a:pt x="1022" y="4776"/>
                    <a:pt x="1431" y="4980"/>
                  </a:cubicBezTo>
                  <a:cubicBezTo>
                    <a:pt x="1537" y="4980"/>
                    <a:pt x="1635" y="4980"/>
                    <a:pt x="1635" y="5078"/>
                  </a:cubicBezTo>
                  <a:lnTo>
                    <a:pt x="1946" y="5078"/>
                  </a:lnTo>
                  <a:cubicBezTo>
                    <a:pt x="1946" y="5184"/>
                    <a:pt x="2044" y="5184"/>
                    <a:pt x="2150" y="5184"/>
                  </a:cubicBezTo>
                  <a:lnTo>
                    <a:pt x="2657" y="5184"/>
                  </a:lnTo>
                  <a:cubicBezTo>
                    <a:pt x="3066" y="5184"/>
                    <a:pt x="3475" y="5184"/>
                    <a:pt x="3785" y="4980"/>
                  </a:cubicBezTo>
                  <a:cubicBezTo>
                    <a:pt x="3883" y="4874"/>
                    <a:pt x="3883" y="4874"/>
                    <a:pt x="3989" y="4874"/>
                  </a:cubicBezTo>
                  <a:lnTo>
                    <a:pt x="3989" y="4776"/>
                  </a:lnTo>
                  <a:lnTo>
                    <a:pt x="4088" y="4776"/>
                  </a:lnTo>
                  <a:cubicBezTo>
                    <a:pt x="4194" y="4776"/>
                    <a:pt x="4194" y="4669"/>
                    <a:pt x="4194" y="4669"/>
                  </a:cubicBezTo>
                  <a:lnTo>
                    <a:pt x="4292" y="4669"/>
                  </a:lnTo>
                  <a:cubicBezTo>
                    <a:pt x="4292" y="4571"/>
                    <a:pt x="4292" y="4571"/>
                    <a:pt x="4398" y="4571"/>
                  </a:cubicBezTo>
                  <a:cubicBezTo>
                    <a:pt x="4398" y="4571"/>
                    <a:pt x="4398" y="4465"/>
                    <a:pt x="4496" y="4465"/>
                  </a:cubicBezTo>
                  <a:lnTo>
                    <a:pt x="4496" y="4367"/>
                  </a:lnTo>
                  <a:cubicBezTo>
                    <a:pt x="4602" y="4367"/>
                    <a:pt x="4602" y="4367"/>
                    <a:pt x="4602" y="4261"/>
                  </a:cubicBezTo>
                  <a:lnTo>
                    <a:pt x="4701" y="4261"/>
                  </a:lnTo>
                  <a:cubicBezTo>
                    <a:pt x="4701" y="4163"/>
                    <a:pt x="4807" y="4163"/>
                    <a:pt x="4807" y="4056"/>
                  </a:cubicBezTo>
                  <a:lnTo>
                    <a:pt x="4807" y="3958"/>
                  </a:lnTo>
                  <a:cubicBezTo>
                    <a:pt x="4905" y="3958"/>
                    <a:pt x="4905" y="3852"/>
                    <a:pt x="4905" y="3852"/>
                  </a:cubicBezTo>
                  <a:cubicBezTo>
                    <a:pt x="4905" y="3852"/>
                    <a:pt x="4905" y="3754"/>
                    <a:pt x="5011" y="3754"/>
                  </a:cubicBezTo>
                  <a:lnTo>
                    <a:pt x="5011" y="3648"/>
                  </a:lnTo>
                  <a:cubicBezTo>
                    <a:pt x="5011" y="3648"/>
                    <a:pt x="5011" y="3550"/>
                    <a:pt x="5109" y="3550"/>
                  </a:cubicBezTo>
                  <a:cubicBezTo>
                    <a:pt x="5314" y="2732"/>
                    <a:pt x="5314" y="1915"/>
                    <a:pt x="4807" y="1196"/>
                  </a:cubicBezTo>
                  <a:cubicBezTo>
                    <a:pt x="4281" y="407"/>
                    <a:pt x="3457"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91" name="Google Shape;1281;p26"/>
            <p:cNvSpPr/>
            <p:nvPr/>
          </p:nvSpPr>
          <p:spPr>
            <a:xfrm>
              <a:off x="1837025" y="881525"/>
              <a:ext cx="148175" cy="130575"/>
            </a:xfrm>
            <a:custGeom>
              <a:avLst/>
              <a:ahLst/>
              <a:rect l="l" t="t" r="r" b="b"/>
              <a:pathLst>
                <a:path w="5927" h="5223" extrusionOk="0">
                  <a:moveTo>
                    <a:pt x="2914" y="1"/>
                  </a:moveTo>
                  <a:cubicBezTo>
                    <a:pt x="1920" y="1"/>
                    <a:pt x="993" y="592"/>
                    <a:pt x="614" y="1572"/>
                  </a:cubicBezTo>
                  <a:cubicBezTo>
                    <a:pt x="1" y="2896"/>
                    <a:pt x="614" y="4432"/>
                    <a:pt x="1946" y="5045"/>
                  </a:cubicBezTo>
                  <a:cubicBezTo>
                    <a:pt x="2259" y="5165"/>
                    <a:pt x="2584" y="5222"/>
                    <a:pt x="2906" y="5222"/>
                  </a:cubicBezTo>
                  <a:cubicBezTo>
                    <a:pt x="3945" y="5222"/>
                    <a:pt x="4952" y="4626"/>
                    <a:pt x="5420" y="3615"/>
                  </a:cubicBezTo>
                  <a:cubicBezTo>
                    <a:pt x="5927" y="2283"/>
                    <a:pt x="5314" y="754"/>
                    <a:pt x="3989" y="239"/>
                  </a:cubicBezTo>
                  <a:cubicBezTo>
                    <a:pt x="3637" y="77"/>
                    <a:pt x="3271" y="1"/>
                    <a:pt x="2914" y="1"/>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92" name="Google Shape;1282;p26"/>
            <p:cNvSpPr/>
            <p:nvPr/>
          </p:nvSpPr>
          <p:spPr>
            <a:xfrm>
              <a:off x="1847250" y="931025"/>
              <a:ext cx="130400" cy="81075"/>
            </a:xfrm>
            <a:custGeom>
              <a:avLst/>
              <a:ahLst/>
              <a:rect l="l" t="t" r="r" b="b"/>
              <a:pathLst>
                <a:path w="5216" h="3243" extrusionOk="0">
                  <a:moveTo>
                    <a:pt x="5109" y="0"/>
                  </a:moveTo>
                  <a:cubicBezTo>
                    <a:pt x="5109" y="409"/>
                    <a:pt x="5011" y="711"/>
                    <a:pt x="4905" y="1022"/>
                  </a:cubicBezTo>
                  <a:cubicBezTo>
                    <a:pt x="4518" y="2033"/>
                    <a:pt x="3530" y="2629"/>
                    <a:pt x="2496" y="2629"/>
                  </a:cubicBezTo>
                  <a:cubicBezTo>
                    <a:pt x="2175" y="2629"/>
                    <a:pt x="1850" y="2572"/>
                    <a:pt x="1537" y="2452"/>
                  </a:cubicBezTo>
                  <a:cubicBezTo>
                    <a:pt x="720" y="2142"/>
                    <a:pt x="107" y="1431"/>
                    <a:pt x="0" y="613"/>
                  </a:cubicBezTo>
                  <a:lnTo>
                    <a:pt x="0" y="613"/>
                  </a:lnTo>
                  <a:cubicBezTo>
                    <a:pt x="0" y="1635"/>
                    <a:pt x="613" y="2550"/>
                    <a:pt x="1537" y="3065"/>
                  </a:cubicBezTo>
                  <a:cubicBezTo>
                    <a:pt x="1850" y="3185"/>
                    <a:pt x="2175" y="3242"/>
                    <a:pt x="2497" y="3242"/>
                  </a:cubicBezTo>
                  <a:cubicBezTo>
                    <a:pt x="3536" y="3242"/>
                    <a:pt x="4543" y="2646"/>
                    <a:pt x="5011" y="1635"/>
                  </a:cubicBezTo>
                  <a:cubicBezTo>
                    <a:pt x="5215" y="1120"/>
                    <a:pt x="5215" y="507"/>
                    <a:pt x="5109" y="0"/>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93" name="Google Shape;1283;p26"/>
            <p:cNvSpPr/>
            <p:nvPr/>
          </p:nvSpPr>
          <p:spPr>
            <a:xfrm>
              <a:off x="1849900" y="920800"/>
              <a:ext cx="122625" cy="58675"/>
            </a:xfrm>
            <a:custGeom>
              <a:avLst/>
              <a:ahLst/>
              <a:rect l="l" t="t" r="r" b="b"/>
              <a:pathLst>
                <a:path w="4905" h="2347" extrusionOk="0">
                  <a:moveTo>
                    <a:pt x="99" y="1"/>
                  </a:moveTo>
                  <a:cubicBezTo>
                    <a:pt x="99" y="99"/>
                    <a:pt x="1" y="99"/>
                    <a:pt x="1" y="99"/>
                  </a:cubicBezTo>
                  <a:lnTo>
                    <a:pt x="1" y="303"/>
                  </a:lnTo>
                  <a:lnTo>
                    <a:pt x="4700" y="2346"/>
                  </a:lnTo>
                  <a:cubicBezTo>
                    <a:pt x="4799" y="2248"/>
                    <a:pt x="4799" y="2248"/>
                    <a:pt x="4799" y="2142"/>
                  </a:cubicBezTo>
                  <a:lnTo>
                    <a:pt x="4905" y="2044"/>
                  </a:lnTo>
                  <a:lnTo>
                    <a:pt x="99" y="1"/>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94" name="Google Shape;1284;p26"/>
            <p:cNvSpPr/>
            <p:nvPr/>
          </p:nvSpPr>
          <p:spPr>
            <a:xfrm>
              <a:off x="1849900" y="918150"/>
              <a:ext cx="122625" cy="56225"/>
            </a:xfrm>
            <a:custGeom>
              <a:avLst/>
              <a:ahLst/>
              <a:rect l="l" t="t" r="r" b="b"/>
              <a:pathLst>
                <a:path w="4905" h="2249" extrusionOk="0">
                  <a:moveTo>
                    <a:pt x="99" y="0"/>
                  </a:moveTo>
                  <a:lnTo>
                    <a:pt x="99" y="107"/>
                  </a:lnTo>
                  <a:cubicBezTo>
                    <a:pt x="1" y="205"/>
                    <a:pt x="1" y="205"/>
                    <a:pt x="1" y="311"/>
                  </a:cubicBezTo>
                  <a:lnTo>
                    <a:pt x="4799" y="2248"/>
                  </a:lnTo>
                  <a:cubicBezTo>
                    <a:pt x="4799" y="2248"/>
                    <a:pt x="4799" y="2150"/>
                    <a:pt x="4905" y="2150"/>
                  </a:cubicBezTo>
                  <a:lnTo>
                    <a:pt x="4905" y="1946"/>
                  </a:lnTo>
                  <a:lnTo>
                    <a:pt x="99"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95" name="Google Shape;1285;p26"/>
            <p:cNvSpPr/>
            <p:nvPr/>
          </p:nvSpPr>
          <p:spPr>
            <a:xfrm>
              <a:off x="2015825" y="960400"/>
              <a:ext cx="132850" cy="131450"/>
            </a:xfrm>
            <a:custGeom>
              <a:avLst/>
              <a:ahLst/>
              <a:rect l="l" t="t" r="r" b="b"/>
              <a:pathLst>
                <a:path w="5314" h="5258" extrusionOk="0">
                  <a:moveTo>
                    <a:pt x="2534" y="1"/>
                  </a:moveTo>
                  <a:cubicBezTo>
                    <a:pt x="2092" y="1"/>
                    <a:pt x="1641" y="113"/>
                    <a:pt x="1227" y="354"/>
                  </a:cubicBezTo>
                  <a:cubicBezTo>
                    <a:pt x="1227" y="460"/>
                    <a:pt x="1128" y="460"/>
                    <a:pt x="1128" y="460"/>
                  </a:cubicBezTo>
                  <a:cubicBezTo>
                    <a:pt x="1022" y="460"/>
                    <a:pt x="1022" y="460"/>
                    <a:pt x="1022" y="558"/>
                  </a:cubicBezTo>
                  <a:lnTo>
                    <a:pt x="924" y="558"/>
                  </a:lnTo>
                  <a:cubicBezTo>
                    <a:pt x="924" y="558"/>
                    <a:pt x="924" y="664"/>
                    <a:pt x="818" y="664"/>
                  </a:cubicBezTo>
                  <a:cubicBezTo>
                    <a:pt x="614" y="869"/>
                    <a:pt x="515" y="967"/>
                    <a:pt x="409" y="1171"/>
                  </a:cubicBezTo>
                  <a:lnTo>
                    <a:pt x="409" y="1277"/>
                  </a:lnTo>
                  <a:cubicBezTo>
                    <a:pt x="311" y="1277"/>
                    <a:pt x="311" y="1375"/>
                    <a:pt x="311" y="1375"/>
                  </a:cubicBezTo>
                  <a:cubicBezTo>
                    <a:pt x="205" y="1375"/>
                    <a:pt x="205" y="1482"/>
                    <a:pt x="205" y="1482"/>
                  </a:cubicBezTo>
                  <a:lnTo>
                    <a:pt x="205" y="1580"/>
                  </a:lnTo>
                  <a:cubicBezTo>
                    <a:pt x="205" y="1686"/>
                    <a:pt x="107" y="1686"/>
                    <a:pt x="107" y="1686"/>
                  </a:cubicBezTo>
                  <a:lnTo>
                    <a:pt x="107" y="1890"/>
                  </a:lnTo>
                  <a:cubicBezTo>
                    <a:pt x="1" y="1988"/>
                    <a:pt x="1" y="2095"/>
                    <a:pt x="1" y="2095"/>
                  </a:cubicBezTo>
                  <a:lnTo>
                    <a:pt x="1" y="2193"/>
                  </a:lnTo>
                  <a:lnTo>
                    <a:pt x="1" y="2299"/>
                  </a:lnTo>
                  <a:lnTo>
                    <a:pt x="1" y="2397"/>
                  </a:lnTo>
                  <a:lnTo>
                    <a:pt x="1" y="2601"/>
                  </a:lnTo>
                  <a:lnTo>
                    <a:pt x="1" y="2806"/>
                  </a:lnTo>
                  <a:lnTo>
                    <a:pt x="1" y="2912"/>
                  </a:lnTo>
                  <a:lnTo>
                    <a:pt x="1" y="3116"/>
                  </a:lnTo>
                  <a:cubicBezTo>
                    <a:pt x="1" y="3214"/>
                    <a:pt x="1" y="3321"/>
                    <a:pt x="107" y="3419"/>
                  </a:cubicBezTo>
                  <a:lnTo>
                    <a:pt x="107" y="3623"/>
                  </a:lnTo>
                  <a:lnTo>
                    <a:pt x="205" y="3623"/>
                  </a:lnTo>
                  <a:lnTo>
                    <a:pt x="205" y="3827"/>
                  </a:lnTo>
                  <a:cubicBezTo>
                    <a:pt x="311" y="3827"/>
                    <a:pt x="311" y="3827"/>
                    <a:pt x="311" y="3934"/>
                  </a:cubicBezTo>
                  <a:cubicBezTo>
                    <a:pt x="311" y="3934"/>
                    <a:pt x="409" y="4032"/>
                    <a:pt x="409" y="4138"/>
                  </a:cubicBezTo>
                  <a:cubicBezTo>
                    <a:pt x="614" y="4440"/>
                    <a:pt x="1022" y="4751"/>
                    <a:pt x="1333" y="4955"/>
                  </a:cubicBezTo>
                  <a:cubicBezTo>
                    <a:pt x="1431" y="4955"/>
                    <a:pt x="1537" y="5053"/>
                    <a:pt x="1635" y="5053"/>
                  </a:cubicBezTo>
                  <a:cubicBezTo>
                    <a:pt x="1635" y="5053"/>
                    <a:pt x="1741" y="5053"/>
                    <a:pt x="1840" y="5160"/>
                  </a:cubicBezTo>
                  <a:lnTo>
                    <a:pt x="2044" y="5160"/>
                  </a:lnTo>
                  <a:cubicBezTo>
                    <a:pt x="2248" y="5258"/>
                    <a:pt x="2453" y="5258"/>
                    <a:pt x="2559" y="5258"/>
                  </a:cubicBezTo>
                  <a:cubicBezTo>
                    <a:pt x="2967" y="5258"/>
                    <a:pt x="3376" y="5160"/>
                    <a:pt x="3785" y="4955"/>
                  </a:cubicBezTo>
                  <a:lnTo>
                    <a:pt x="3883" y="4849"/>
                  </a:lnTo>
                  <a:lnTo>
                    <a:pt x="3989" y="4849"/>
                  </a:lnTo>
                  <a:lnTo>
                    <a:pt x="3989" y="4751"/>
                  </a:lnTo>
                  <a:cubicBezTo>
                    <a:pt x="4087" y="4751"/>
                    <a:pt x="4087" y="4751"/>
                    <a:pt x="4193" y="4645"/>
                  </a:cubicBezTo>
                  <a:lnTo>
                    <a:pt x="4292" y="4547"/>
                  </a:lnTo>
                  <a:cubicBezTo>
                    <a:pt x="4292" y="4547"/>
                    <a:pt x="4398" y="4547"/>
                    <a:pt x="4398" y="4440"/>
                  </a:cubicBezTo>
                  <a:lnTo>
                    <a:pt x="4496" y="4440"/>
                  </a:lnTo>
                  <a:cubicBezTo>
                    <a:pt x="4496" y="4342"/>
                    <a:pt x="4496" y="4342"/>
                    <a:pt x="4602" y="4236"/>
                  </a:cubicBezTo>
                  <a:cubicBezTo>
                    <a:pt x="4700" y="4138"/>
                    <a:pt x="4700" y="4138"/>
                    <a:pt x="4700" y="4032"/>
                  </a:cubicBezTo>
                  <a:cubicBezTo>
                    <a:pt x="4806" y="4032"/>
                    <a:pt x="4806" y="4032"/>
                    <a:pt x="4806" y="3934"/>
                  </a:cubicBezTo>
                  <a:lnTo>
                    <a:pt x="4905" y="3827"/>
                  </a:lnTo>
                  <a:lnTo>
                    <a:pt x="4905" y="3729"/>
                  </a:lnTo>
                  <a:lnTo>
                    <a:pt x="4905" y="3623"/>
                  </a:lnTo>
                  <a:cubicBezTo>
                    <a:pt x="5011" y="3623"/>
                    <a:pt x="5011" y="3623"/>
                    <a:pt x="5011" y="3525"/>
                  </a:cubicBezTo>
                  <a:cubicBezTo>
                    <a:pt x="5313" y="2806"/>
                    <a:pt x="5215" y="1890"/>
                    <a:pt x="4700" y="1171"/>
                  </a:cubicBezTo>
                  <a:cubicBezTo>
                    <a:pt x="4230" y="430"/>
                    <a:pt x="3398" y="1"/>
                    <a:pt x="253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96" name="Google Shape;1286;p26"/>
            <p:cNvSpPr/>
            <p:nvPr/>
          </p:nvSpPr>
          <p:spPr>
            <a:xfrm>
              <a:off x="2000500" y="947950"/>
              <a:ext cx="145725" cy="130550"/>
            </a:xfrm>
            <a:custGeom>
              <a:avLst/>
              <a:ahLst/>
              <a:rect l="l" t="t" r="r" b="b"/>
              <a:pathLst>
                <a:path w="5829" h="5222" extrusionOk="0">
                  <a:moveTo>
                    <a:pt x="2811" y="0"/>
                  </a:moveTo>
                  <a:cubicBezTo>
                    <a:pt x="1818" y="0"/>
                    <a:pt x="888" y="591"/>
                    <a:pt x="515" y="1571"/>
                  </a:cubicBezTo>
                  <a:cubicBezTo>
                    <a:pt x="1" y="2895"/>
                    <a:pt x="614" y="4432"/>
                    <a:pt x="1946" y="5045"/>
                  </a:cubicBezTo>
                  <a:cubicBezTo>
                    <a:pt x="2259" y="5165"/>
                    <a:pt x="2584" y="5222"/>
                    <a:pt x="2904" y="5222"/>
                  </a:cubicBezTo>
                  <a:cubicBezTo>
                    <a:pt x="3939" y="5222"/>
                    <a:pt x="4926" y="4625"/>
                    <a:pt x="5313" y="3614"/>
                  </a:cubicBezTo>
                  <a:cubicBezTo>
                    <a:pt x="5828" y="2282"/>
                    <a:pt x="5215" y="754"/>
                    <a:pt x="3883" y="239"/>
                  </a:cubicBezTo>
                  <a:cubicBezTo>
                    <a:pt x="3533" y="77"/>
                    <a:pt x="3168" y="0"/>
                    <a:pt x="2811"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97" name="Google Shape;1287;p26"/>
            <p:cNvSpPr/>
            <p:nvPr/>
          </p:nvSpPr>
          <p:spPr>
            <a:xfrm>
              <a:off x="2008275" y="999875"/>
              <a:ext cx="132825" cy="78625"/>
            </a:xfrm>
            <a:custGeom>
              <a:avLst/>
              <a:ahLst/>
              <a:rect l="l" t="t" r="r" b="b"/>
              <a:pathLst>
                <a:path w="5313" h="3145" extrusionOk="0">
                  <a:moveTo>
                    <a:pt x="5108" y="1"/>
                  </a:moveTo>
                  <a:cubicBezTo>
                    <a:pt x="5108" y="311"/>
                    <a:pt x="5108" y="614"/>
                    <a:pt x="4904" y="1022"/>
                  </a:cubicBezTo>
                  <a:cubicBezTo>
                    <a:pt x="4525" y="2002"/>
                    <a:pt x="3598" y="2593"/>
                    <a:pt x="2604" y="2593"/>
                  </a:cubicBezTo>
                  <a:cubicBezTo>
                    <a:pt x="2247" y="2593"/>
                    <a:pt x="1881" y="2517"/>
                    <a:pt x="1529" y="2355"/>
                  </a:cubicBezTo>
                  <a:cubicBezTo>
                    <a:pt x="711" y="2044"/>
                    <a:pt x="204" y="1333"/>
                    <a:pt x="0" y="516"/>
                  </a:cubicBezTo>
                  <a:lnTo>
                    <a:pt x="0" y="516"/>
                  </a:lnTo>
                  <a:cubicBezTo>
                    <a:pt x="0" y="1537"/>
                    <a:pt x="613" y="2559"/>
                    <a:pt x="1635" y="2968"/>
                  </a:cubicBezTo>
                  <a:cubicBezTo>
                    <a:pt x="1948" y="3088"/>
                    <a:pt x="2273" y="3145"/>
                    <a:pt x="2593" y="3145"/>
                  </a:cubicBezTo>
                  <a:cubicBezTo>
                    <a:pt x="3628" y="3145"/>
                    <a:pt x="4615" y="2548"/>
                    <a:pt x="5002" y="1537"/>
                  </a:cubicBezTo>
                  <a:cubicBezTo>
                    <a:pt x="5207" y="1022"/>
                    <a:pt x="5313" y="516"/>
                    <a:pt x="5108"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98" name="Google Shape;1288;p26"/>
            <p:cNvSpPr/>
            <p:nvPr/>
          </p:nvSpPr>
          <p:spPr>
            <a:xfrm>
              <a:off x="2010725" y="987225"/>
              <a:ext cx="122625" cy="58650"/>
            </a:xfrm>
            <a:custGeom>
              <a:avLst/>
              <a:ahLst/>
              <a:rect l="l" t="t" r="r" b="b"/>
              <a:pathLst>
                <a:path w="4905" h="2346" extrusionOk="0">
                  <a:moveTo>
                    <a:pt x="106" y="0"/>
                  </a:moveTo>
                  <a:lnTo>
                    <a:pt x="106" y="98"/>
                  </a:lnTo>
                  <a:cubicBezTo>
                    <a:pt x="0" y="204"/>
                    <a:pt x="0" y="302"/>
                    <a:pt x="0" y="409"/>
                  </a:cubicBezTo>
                  <a:lnTo>
                    <a:pt x="4806" y="2346"/>
                  </a:lnTo>
                  <a:cubicBezTo>
                    <a:pt x="4806" y="2248"/>
                    <a:pt x="4806" y="2248"/>
                    <a:pt x="4904" y="2141"/>
                  </a:cubicBezTo>
                  <a:lnTo>
                    <a:pt x="4904" y="2043"/>
                  </a:lnTo>
                  <a:lnTo>
                    <a:pt x="106"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399" name="Google Shape;1289;p26"/>
            <p:cNvSpPr/>
            <p:nvPr/>
          </p:nvSpPr>
          <p:spPr>
            <a:xfrm>
              <a:off x="2010725" y="984550"/>
              <a:ext cx="125275" cy="58875"/>
            </a:xfrm>
            <a:custGeom>
              <a:avLst/>
              <a:ahLst/>
              <a:rect l="l" t="t" r="r" b="b"/>
              <a:pathLst>
                <a:path w="5011" h="2355" extrusionOk="0">
                  <a:moveTo>
                    <a:pt x="205" y="1"/>
                  </a:moveTo>
                  <a:cubicBezTo>
                    <a:pt x="106" y="1"/>
                    <a:pt x="106" y="107"/>
                    <a:pt x="106" y="107"/>
                  </a:cubicBezTo>
                  <a:cubicBezTo>
                    <a:pt x="106" y="205"/>
                    <a:pt x="106" y="205"/>
                    <a:pt x="0" y="311"/>
                  </a:cubicBezTo>
                  <a:lnTo>
                    <a:pt x="4806" y="2355"/>
                  </a:lnTo>
                  <a:cubicBezTo>
                    <a:pt x="4904" y="2248"/>
                    <a:pt x="4904" y="2248"/>
                    <a:pt x="4904" y="2150"/>
                  </a:cubicBezTo>
                  <a:cubicBezTo>
                    <a:pt x="4904" y="2150"/>
                    <a:pt x="4904" y="2044"/>
                    <a:pt x="5010" y="2044"/>
                  </a:cubicBezTo>
                  <a:lnTo>
                    <a:pt x="205" y="1"/>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00" name="Google Shape;1290;p26"/>
            <p:cNvSpPr/>
            <p:nvPr/>
          </p:nvSpPr>
          <p:spPr>
            <a:xfrm>
              <a:off x="2176850" y="1027900"/>
              <a:ext cx="132825" cy="130375"/>
            </a:xfrm>
            <a:custGeom>
              <a:avLst/>
              <a:ahLst/>
              <a:rect l="l" t="t" r="r" b="b"/>
              <a:pathLst>
                <a:path w="5313" h="5215" extrusionOk="0">
                  <a:moveTo>
                    <a:pt x="2562" y="1"/>
                  </a:moveTo>
                  <a:cubicBezTo>
                    <a:pt x="2135" y="1"/>
                    <a:pt x="1707" y="102"/>
                    <a:pt x="1324" y="310"/>
                  </a:cubicBezTo>
                  <a:lnTo>
                    <a:pt x="1226" y="310"/>
                  </a:lnTo>
                  <a:cubicBezTo>
                    <a:pt x="1226" y="416"/>
                    <a:pt x="1226" y="416"/>
                    <a:pt x="1120" y="416"/>
                  </a:cubicBezTo>
                  <a:cubicBezTo>
                    <a:pt x="1120" y="416"/>
                    <a:pt x="1120" y="514"/>
                    <a:pt x="1022" y="514"/>
                  </a:cubicBezTo>
                  <a:lnTo>
                    <a:pt x="916" y="621"/>
                  </a:lnTo>
                  <a:lnTo>
                    <a:pt x="817" y="621"/>
                  </a:lnTo>
                  <a:cubicBezTo>
                    <a:pt x="711" y="825"/>
                    <a:pt x="507" y="1029"/>
                    <a:pt x="409" y="1234"/>
                  </a:cubicBezTo>
                  <a:lnTo>
                    <a:pt x="303" y="1332"/>
                  </a:lnTo>
                  <a:lnTo>
                    <a:pt x="303" y="1438"/>
                  </a:lnTo>
                  <a:cubicBezTo>
                    <a:pt x="204" y="1536"/>
                    <a:pt x="204" y="1536"/>
                    <a:pt x="204" y="1642"/>
                  </a:cubicBezTo>
                  <a:cubicBezTo>
                    <a:pt x="98" y="1740"/>
                    <a:pt x="98" y="1847"/>
                    <a:pt x="98" y="1847"/>
                  </a:cubicBezTo>
                  <a:cubicBezTo>
                    <a:pt x="98" y="1945"/>
                    <a:pt x="98" y="2051"/>
                    <a:pt x="0" y="2051"/>
                  </a:cubicBezTo>
                  <a:lnTo>
                    <a:pt x="0" y="2149"/>
                  </a:lnTo>
                  <a:lnTo>
                    <a:pt x="0" y="2353"/>
                  </a:lnTo>
                  <a:lnTo>
                    <a:pt x="0" y="2558"/>
                  </a:lnTo>
                  <a:lnTo>
                    <a:pt x="0" y="2664"/>
                  </a:lnTo>
                  <a:lnTo>
                    <a:pt x="0" y="2868"/>
                  </a:lnTo>
                  <a:lnTo>
                    <a:pt x="0" y="3073"/>
                  </a:lnTo>
                  <a:lnTo>
                    <a:pt x="0" y="3171"/>
                  </a:lnTo>
                  <a:cubicBezTo>
                    <a:pt x="98" y="3171"/>
                    <a:pt x="98" y="3277"/>
                    <a:pt x="98" y="3375"/>
                  </a:cubicBezTo>
                  <a:cubicBezTo>
                    <a:pt x="98" y="3481"/>
                    <a:pt x="204" y="3481"/>
                    <a:pt x="204" y="3580"/>
                  </a:cubicBezTo>
                  <a:lnTo>
                    <a:pt x="204" y="3686"/>
                  </a:lnTo>
                  <a:lnTo>
                    <a:pt x="303" y="3784"/>
                  </a:lnTo>
                  <a:lnTo>
                    <a:pt x="303" y="3890"/>
                  </a:lnTo>
                  <a:cubicBezTo>
                    <a:pt x="409" y="3890"/>
                    <a:pt x="409" y="3988"/>
                    <a:pt x="409" y="4094"/>
                  </a:cubicBezTo>
                  <a:cubicBezTo>
                    <a:pt x="711" y="4397"/>
                    <a:pt x="1022" y="4707"/>
                    <a:pt x="1431" y="4912"/>
                  </a:cubicBezTo>
                  <a:cubicBezTo>
                    <a:pt x="1431" y="4912"/>
                    <a:pt x="1529" y="5010"/>
                    <a:pt x="1635" y="5010"/>
                  </a:cubicBezTo>
                  <a:cubicBezTo>
                    <a:pt x="1733" y="5010"/>
                    <a:pt x="1839" y="5116"/>
                    <a:pt x="1839" y="5116"/>
                  </a:cubicBezTo>
                  <a:lnTo>
                    <a:pt x="2142" y="5116"/>
                  </a:lnTo>
                  <a:cubicBezTo>
                    <a:pt x="2248" y="5214"/>
                    <a:pt x="2452" y="5214"/>
                    <a:pt x="2657" y="5214"/>
                  </a:cubicBezTo>
                  <a:cubicBezTo>
                    <a:pt x="2959" y="5214"/>
                    <a:pt x="3368" y="5116"/>
                    <a:pt x="3776" y="4912"/>
                  </a:cubicBezTo>
                  <a:cubicBezTo>
                    <a:pt x="3883" y="4912"/>
                    <a:pt x="3883" y="4912"/>
                    <a:pt x="3883" y="4806"/>
                  </a:cubicBezTo>
                  <a:lnTo>
                    <a:pt x="3981" y="4806"/>
                  </a:lnTo>
                  <a:cubicBezTo>
                    <a:pt x="3981" y="4806"/>
                    <a:pt x="4087" y="4806"/>
                    <a:pt x="4087" y="4707"/>
                  </a:cubicBezTo>
                  <a:cubicBezTo>
                    <a:pt x="4087" y="4707"/>
                    <a:pt x="4185" y="4707"/>
                    <a:pt x="4185" y="4601"/>
                  </a:cubicBezTo>
                  <a:lnTo>
                    <a:pt x="4291" y="4601"/>
                  </a:lnTo>
                  <a:cubicBezTo>
                    <a:pt x="4389" y="4503"/>
                    <a:pt x="4389" y="4503"/>
                    <a:pt x="4389" y="4397"/>
                  </a:cubicBezTo>
                  <a:lnTo>
                    <a:pt x="4496" y="4397"/>
                  </a:lnTo>
                  <a:cubicBezTo>
                    <a:pt x="4496" y="4299"/>
                    <a:pt x="4594" y="4299"/>
                    <a:pt x="4594" y="4299"/>
                  </a:cubicBezTo>
                  <a:cubicBezTo>
                    <a:pt x="4594" y="4193"/>
                    <a:pt x="4594" y="4193"/>
                    <a:pt x="4700" y="4193"/>
                  </a:cubicBezTo>
                  <a:cubicBezTo>
                    <a:pt x="4700" y="4193"/>
                    <a:pt x="4700" y="4094"/>
                    <a:pt x="4798" y="3988"/>
                  </a:cubicBezTo>
                  <a:cubicBezTo>
                    <a:pt x="4798" y="3890"/>
                    <a:pt x="4904" y="3890"/>
                    <a:pt x="4904" y="3784"/>
                  </a:cubicBezTo>
                  <a:cubicBezTo>
                    <a:pt x="5002" y="3686"/>
                    <a:pt x="5002" y="3686"/>
                    <a:pt x="5002" y="3580"/>
                  </a:cubicBezTo>
                  <a:lnTo>
                    <a:pt x="5002" y="3481"/>
                  </a:lnTo>
                  <a:cubicBezTo>
                    <a:pt x="5313" y="2762"/>
                    <a:pt x="5207" y="1847"/>
                    <a:pt x="4700" y="1127"/>
                  </a:cubicBezTo>
                  <a:cubicBezTo>
                    <a:pt x="4224" y="387"/>
                    <a:pt x="3395" y="1"/>
                    <a:pt x="2562"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01" name="Google Shape;1291;p26"/>
            <p:cNvSpPr/>
            <p:nvPr/>
          </p:nvSpPr>
          <p:spPr>
            <a:xfrm>
              <a:off x="2161525" y="1015900"/>
              <a:ext cx="148150" cy="129025"/>
            </a:xfrm>
            <a:custGeom>
              <a:avLst/>
              <a:ahLst/>
              <a:rect l="l" t="t" r="r" b="b"/>
              <a:pathLst>
                <a:path w="5926" h="5161" extrusionOk="0">
                  <a:moveTo>
                    <a:pt x="3021" y="0"/>
                  </a:moveTo>
                  <a:cubicBezTo>
                    <a:pt x="1981" y="0"/>
                    <a:pt x="975" y="597"/>
                    <a:pt x="507" y="1607"/>
                  </a:cubicBezTo>
                  <a:cubicBezTo>
                    <a:pt x="0" y="2940"/>
                    <a:pt x="613" y="4468"/>
                    <a:pt x="1937" y="4983"/>
                  </a:cubicBezTo>
                  <a:cubicBezTo>
                    <a:pt x="2252" y="5103"/>
                    <a:pt x="2578" y="5160"/>
                    <a:pt x="2899" y="5160"/>
                  </a:cubicBezTo>
                  <a:cubicBezTo>
                    <a:pt x="3936" y="5160"/>
                    <a:pt x="4920" y="4564"/>
                    <a:pt x="5313" y="3553"/>
                  </a:cubicBezTo>
                  <a:cubicBezTo>
                    <a:pt x="5926" y="2220"/>
                    <a:pt x="5313" y="692"/>
                    <a:pt x="3981" y="177"/>
                  </a:cubicBezTo>
                  <a:cubicBezTo>
                    <a:pt x="3667" y="57"/>
                    <a:pt x="3342" y="0"/>
                    <a:pt x="3021"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02" name="Google Shape;1292;p26"/>
            <p:cNvSpPr/>
            <p:nvPr/>
          </p:nvSpPr>
          <p:spPr>
            <a:xfrm>
              <a:off x="2169075" y="1066300"/>
              <a:ext cx="132850" cy="78625"/>
            </a:xfrm>
            <a:custGeom>
              <a:avLst/>
              <a:ahLst/>
              <a:rect l="l" t="t" r="r" b="b"/>
              <a:pathLst>
                <a:path w="5314" h="3145" extrusionOk="0">
                  <a:moveTo>
                    <a:pt x="5215" y="0"/>
                  </a:moveTo>
                  <a:cubicBezTo>
                    <a:pt x="5215" y="311"/>
                    <a:pt x="5109" y="719"/>
                    <a:pt x="5011" y="1022"/>
                  </a:cubicBezTo>
                  <a:cubicBezTo>
                    <a:pt x="4560" y="2002"/>
                    <a:pt x="3609" y="2593"/>
                    <a:pt x="2611" y="2593"/>
                  </a:cubicBezTo>
                  <a:cubicBezTo>
                    <a:pt x="2252" y="2593"/>
                    <a:pt x="1887" y="2516"/>
                    <a:pt x="1537" y="2354"/>
                  </a:cubicBezTo>
                  <a:cubicBezTo>
                    <a:pt x="818" y="2044"/>
                    <a:pt x="205" y="1332"/>
                    <a:pt x="1" y="515"/>
                  </a:cubicBezTo>
                  <a:lnTo>
                    <a:pt x="1" y="515"/>
                  </a:lnTo>
                  <a:cubicBezTo>
                    <a:pt x="1" y="1537"/>
                    <a:pt x="614" y="2558"/>
                    <a:pt x="1635" y="2967"/>
                  </a:cubicBezTo>
                  <a:cubicBezTo>
                    <a:pt x="1950" y="3087"/>
                    <a:pt x="2276" y="3144"/>
                    <a:pt x="2597" y="3144"/>
                  </a:cubicBezTo>
                  <a:cubicBezTo>
                    <a:pt x="3634" y="3144"/>
                    <a:pt x="4618" y="2548"/>
                    <a:pt x="5011" y="1537"/>
                  </a:cubicBezTo>
                  <a:cubicBezTo>
                    <a:pt x="5313" y="1022"/>
                    <a:pt x="5313" y="515"/>
                    <a:pt x="5215" y="0"/>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03" name="Google Shape;1293;p26"/>
            <p:cNvSpPr/>
            <p:nvPr/>
          </p:nvSpPr>
          <p:spPr>
            <a:xfrm>
              <a:off x="2171725" y="1056075"/>
              <a:ext cx="122625" cy="56225"/>
            </a:xfrm>
            <a:custGeom>
              <a:avLst/>
              <a:ahLst/>
              <a:rect l="l" t="t" r="r" b="b"/>
              <a:pathLst>
                <a:path w="4905" h="2249" extrusionOk="0">
                  <a:moveTo>
                    <a:pt x="99" y="0"/>
                  </a:moveTo>
                  <a:lnTo>
                    <a:pt x="99" y="107"/>
                  </a:lnTo>
                  <a:cubicBezTo>
                    <a:pt x="99" y="107"/>
                    <a:pt x="99" y="205"/>
                    <a:pt x="1" y="311"/>
                  </a:cubicBezTo>
                  <a:lnTo>
                    <a:pt x="4799" y="2248"/>
                  </a:lnTo>
                  <a:cubicBezTo>
                    <a:pt x="4799" y="2248"/>
                    <a:pt x="4905" y="2150"/>
                    <a:pt x="4905" y="2044"/>
                  </a:cubicBezTo>
                  <a:lnTo>
                    <a:pt x="4905" y="1946"/>
                  </a:lnTo>
                  <a:lnTo>
                    <a:pt x="99"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04" name="Google Shape;1294;p26"/>
            <p:cNvSpPr/>
            <p:nvPr/>
          </p:nvSpPr>
          <p:spPr>
            <a:xfrm>
              <a:off x="2174175" y="1050975"/>
              <a:ext cx="122625" cy="58875"/>
            </a:xfrm>
            <a:custGeom>
              <a:avLst/>
              <a:ahLst/>
              <a:rect l="l" t="t" r="r" b="b"/>
              <a:pathLst>
                <a:path w="4905" h="2355" extrusionOk="0">
                  <a:moveTo>
                    <a:pt x="107" y="0"/>
                  </a:moveTo>
                  <a:cubicBezTo>
                    <a:pt x="107" y="106"/>
                    <a:pt x="107" y="106"/>
                    <a:pt x="1" y="204"/>
                  </a:cubicBezTo>
                  <a:lnTo>
                    <a:pt x="1" y="311"/>
                  </a:lnTo>
                  <a:lnTo>
                    <a:pt x="4807" y="2354"/>
                  </a:lnTo>
                  <a:lnTo>
                    <a:pt x="4807" y="2150"/>
                  </a:lnTo>
                  <a:cubicBezTo>
                    <a:pt x="4905" y="2150"/>
                    <a:pt x="4905" y="2043"/>
                    <a:pt x="4905" y="2043"/>
                  </a:cubicBezTo>
                  <a:lnTo>
                    <a:pt x="107"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05" name="Google Shape;1295;p26"/>
            <p:cNvSpPr/>
            <p:nvPr/>
          </p:nvSpPr>
          <p:spPr>
            <a:xfrm>
              <a:off x="1466775" y="908700"/>
              <a:ext cx="132850" cy="130700"/>
            </a:xfrm>
            <a:custGeom>
              <a:avLst/>
              <a:ahLst/>
              <a:rect l="l" t="t" r="r" b="b"/>
              <a:pathLst>
                <a:path w="5314" h="5228" extrusionOk="0">
                  <a:moveTo>
                    <a:pt x="2633" y="0"/>
                  </a:moveTo>
                  <a:cubicBezTo>
                    <a:pt x="2180" y="0"/>
                    <a:pt x="1727" y="125"/>
                    <a:pt x="1325" y="378"/>
                  </a:cubicBezTo>
                  <a:cubicBezTo>
                    <a:pt x="1227" y="378"/>
                    <a:pt x="1227" y="485"/>
                    <a:pt x="1120" y="485"/>
                  </a:cubicBezTo>
                  <a:lnTo>
                    <a:pt x="1120" y="583"/>
                  </a:lnTo>
                  <a:lnTo>
                    <a:pt x="1022" y="583"/>
                  </a:lnTo>
                  <a:lnTo>
                    <a:pt x="916" y="689"/>
                  </a:lnTo>
                  <a:lnTo>
                    <a:pt x="409" y="1196"/>
                  </a:lnTo>
                  <a:cubicBezTo>
                    <a:pt x="409" y="1302"/>
                    <a:pt x="409" y="1400"/>
                    <a:pt x="303" y="1400"/>
                  </a:cubicBezTo>
                  <a:lnTo>
                    <a:pt x="303" y="1506"/>
                  </a:lnTo>
                  <a:cubicBezTo>
                    <a:pt x="303" y="1506"/>
                    <a:pt x="303" y="1604"/>
                    <a:pt x="205" y="1604"/>
                  </a:cubicBezTo>
                  <a:lnTo>
                    <a:pt x="205" y="1711"/>
                  </a:lnTo>
                  <a:cubicBezTo>
                    <a:pt x="205" y="1711"/>
                    <a:pt x="205" y="1809"/>
                    <a:pt x="99" y="1915"/>
                  </a:cubicBezTo>
                  <a:lnTo>
                    <a:pt x="99" y="2119"/>
                  </a:lnTo>
                  <a:lnTo>
                    <a:pt x="99" y="2217"/>
                  </a:lnTo>
                  <a:lnTo>
                    <a:pt x="99" y="2324"/>
                  </a:lnTo>
                  <a:lnTo>
                    <a:pt x="1" y="2422"/>
                  </a:lnTo>
                  <a:lnTo>
                    <a:pt x="1" y="2626"/>
                  </a:lnTo>
                  <a:lnTo>
                    <a:pt x="1" y="2830"/>
                  </a:lnTo>
                  <a:cubicBezTo>
                    <a:pt x="1" y="2937"/>
                    <a:pt x="99" y="2937"/>
                    <a:pt x="99" y="2937"/>
                  </a:cubicBezTo>
                  <a:lnTo>
                    <a:pt x="99" y="3141"/>
                  </a:lnTo>
                  <a:lnTo>
                    <a:pt x="99" y="3345"/>
                  </a:lnTo>
                  <a:lnTo>
                    <a:pt x="99" y="3443"/>
                  </a:lnTo>
                  <a:cubicBezTo>
                    <a:pt x="205" y="3443"/>
                    <a:pt x="205" y="3550"/>
                    <a:pt x="205" y="3648"/>
                  </a:cubicBezTo>
                  <a:cubicBezTo>
                    <a:pt x="303" y="3754"/>
                    <a:pt x="303" y="3754"/>
                    <a:pt x="303" y="3852"/>
                  </a:cubicBezTo>
                  <a:lnTo>
                    <a:pt x="409" y="3852"/>
                  </a:lnTo>
                  <a:cubicBezTo>
                    <a:pt x="409" y="3958"/>
                    <a:pt x="409" y="4056"/>
                    <a:pt x="507" y="4056"/>
                  </a:cubicBezTo>
                  <a:cubicBezTo>
                    <a:pt x="712" y="4465"/>
                    <a:pt x="1120" y="4776"/>
                    <a:pt x="1431" y="4980"/>
                  </a:cubicBezTo>
                  <a:cubicBezTo>
                    <a:pt x="1529" y="4980"/>
                    <a:pt x="1635" y="4980"/>
                    <a:pt x="1635" y="5078"/>
                  </a:cubicBezTo>
                  <a:lnTo>
                    <a:pt x="1938" y="5078"/>
                  </a:lnTo>
                  <a:cubicBezTo>
                    <a:pt x="1938" y="5184"/>
                    <a:pt x="2044" y="5184"/>
                    <a:pt x="2142" y="5184"/>
                  </a:cubicBezTo>
                  <a:cubicBezTo>
                    <a:pt x="2278" y="5184"/>
                    <a:pt x="2371" y="5228"/>
                    <a:pt x="2478" y="5228"/>
                  </a:cubicBezTo>
                  <a:cubicBezTo>
                    <a:pt x="2532" y="5228"/>
                    <a:pt x="2589" y="5217"/>
                    <a:pt x="2657" y="5184"/>
                  </a:cubicBezTo>
                  <a:cubicBezTo>
                    <a:pt x="3066" y="5184"/>
                    <a:pt x="3474" y="5184"/>
                    <a:pt x="3777" y="4980"/>
                  </a:cubicBezTo>
                  <a:lnTo>
                    <a:pt x="3883" y="4980"/>
                  </a:lnTo>
                  <a:cubicBezTo>
                    <a:pt x="3883" y="4874"/>
                    <a:pt x="3883" y="4874"/>
                    <a:pt x="3981" y="4874"/>
                  </a:cubicBezTo>
                  <a:lnTo>
                    <a:pt x="4087" y="4776"/>
                  </a:lnTo>
                  <a:cubicBezTo>
                    <a:pt x="4185" y="4776"/>
                    <a:pt x="4185" y="4669"/>
                    <a:pt x="4292" y="4669"/>
                  </a:cubicBezTo>
                  <a:cubicBezTo>
                    <a:pt x="4292" y="4571"/>
                    <a:pt x="4292" y="4571"/>
                    <a:pt x="4390" y="4571"/>
                  </a:cubicBezTo>
                  <a:cubicBezTo>
                    <a:pt x="4390" y="4571"/>
                    <a:pt x="4390" y="4465"/>
                    <a:pt x="4496" y="4465"/>
                  </a:cubicBezTo>
                  <a:lnTo>
                    <a:pt x="4496" y="4367"/>
                  </a:lnTo>
                  <a:cubicBezTo>
                    <a:pt x="4594" y="4367"/>
                    <a:pt x="4594" y="4367"/>
                    <a:pt x="4594" y="4261"/>
                  </a:cubicBezTo>
                  <a:lnTo>
                    <a:pt x="4700" y="4261"/>
                  </a:lnTo>
                  <a:cubicBezTo>
                    <a:pt x="4700" y="4163"/>
                    <a:pt x="4798" y="4163"/>
                    <a:pt x="4798" y="4056"/>
                  </a:cubicBezTo>
                  <a:cubicBezTo>
                    <a:pt x="4798" y="4056"/>
                    <a:pt x="4798" y="3958"/>
                    <a:pt x="4905" y="3958"/>
                  </a:cubicBezTo>
                  <a:lnTo>
                    <a:pt x="4905" y="3852"/>
                  </a:lnTo>
                  <a:lnTo>
                    <a:pt x="5003" y="3754"/>
                  </a:lnTo>
                  <a:lnTo>
                    <a:pt x="5003" y="3648"/>
                  </a:lnTo>
                  <a:lnTo>
                    <a:pt x="5109" y="3550"/>
                  </a:lnTo>
                  <a:cubicBezTo>
                    <a:pt x="5313" y="2732"/>
                    <a:pt x="5313" y="1915"/>
                    <a:pt x="4798" y="1196"/>
                  </a:cubicBezTo>
                  <a:cubicBezTo>
                    <a:pt x="4272" y="407"/>
                    <a:pt x="3452" y="0"/>
                    <a:pt x="2633"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06" name="Google Shape;1296;p26"/>
            <p:cNvSpPr/>
            <p:nvPr/>
          </p:nvSpPr>
          <p:spPr>
            <a:xfrm>
              <a:off x="1451450" y="896850"/>
              <a:ext cx="148175" cy="130575"/>
            </a:xfrm>
            <a:custGeom>
              <a:avLst/>
              <a:ahLst/>
              <a:rect l="l" t="t" r="r" b="b"/>
              <a:pathLst>
                <a:path w="5927" h="5223" extrusionOk="0">
                  <a:moveTo>
                    <a:pt x="2909" y="1"/>
                  </a:moveTo>
                  <a:cubicBezTo>
                    <a:pt x="1916" y="1"/>
                    <a:pt x="986" y="592"/>
                    <a:pt x="614" y="1572"/>
                  </a:cubicBezTo>
                  <a:cubicBezTo>
                    <a:pt x="1" y="2896"/>
                    <a:pt x="614" y="4432"/>
                    <a:pt x="1938" y="5045"/>
                  </a:cubicBezTo>
                  <a:cubicBezTo>
                    <a:pt x="2253" y="5165"/>
                    <a:pt x="2579" y="5222"/>
                    <a:pt x="2901" y="5222"/>
                  </a:cubicBezTo>
                  <a:cubicBezTo>
                    <a:pt x="3942" y="5222"/>
                    <a:pt x="4943" y="4626"/>
                    <a:pt x="5411" y="3615"/>
                  </a:cubicBezTo>
                  <a:cubicBezTo>
                    <a:pt x="5926" y="2283"/>
                    <a:pt x="5313" y="754"/>
                    <a:pt x="3981" y="239"/>
                  </a:cubicBezTo>
                  <a:cubicBezTo>
                    <a:pt x="3631" y="77"/>
                    <a:pt x="3266" y="1"/>
                    <a:pt x="2909" y="1"/>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07" name="Google Shape;1297;p26"/>
            <p:cNvSpPr/>
            <p:nvPr/>
          </p:nvSpPr>
          <p:spPr>
            <a:xfrm>
              <a:off x="1461675" y="948800"/>
              <a:ext cx="130175" cy="78625"/>
            </a:xfrm>
            <a:custGeom>
              <a:avLst/>
              <a:ahLst/>
              <a:rect l="l" t="t" r="r" b="b"/>
              <a:pathLst>
                <a:path w="5207" h="3145" extrusionOk="0">
                  <a:moveTo>
                    <a:pt x="5109" y="0"/>
                  </a:moveTo>
                  <a:cubicBezTo>
                    <a:pt x="5109" y="311"/>
                    <a:pt x="5109" y="613"/>
                    <a:pt x="4904" y="924"/>
                  </a:cubicBezTo>
                  <a:cubicBezTo>
                    <a:pt x="4511" y="1935"/>
                    <a:pt x="3527" y="2531"/>
                    <a:pt x="2491" y="2531"/>
                  </a:cubicBezTo>
                  <a:cubicBezTo>
                    <a:pt x="2170" y="2531"/>
                    <a:pt x="1844" y="2474"/>
                    <a:pt x="1529" y="2354"/>
                  </a:cubicBezTo>
                  <a:cubicBezTo>
                    <a:pt x="711" y="2044"/>
                    <a:pt x="205" y="1333"/>
                    <a:pt x="0" y="515"/>
                  </a:cubicBezTo>
                  <a:lnTo>
                    <a:pt x="0" y="515"/>
                  </a:lnTo>
                  <a:cubicBezTo>
                    <a:pt x="0" y="1537"/>
                    <a:pt x="613" y="2559"/>
                    <a:pt x="1529" y="2967"/>
                  </a:cubicBezTo>
                  <a:cubicBezTo>
                    <a:pt x="1844" y="3087"/>
                    <a:pt x="2170" y="3144"/>
                    <a:pt x="2492" y="3144"/>
                  </a:cubicBezTo>
                  <a:cubicBezTo>
                    <a:pt x="3533" y="3144"/>
                    <a:pt x="4534" y="2548"/>
                    <a:pt x="5002" y="1537"/>
                  </a:cubicBezTo>
                  <a:cubicBezTo>
                    <a:pt x="5207" y="1022"/>
                    <a:pt x="5207" y="515"/>
                    <a:pt x="5109" y="0"/>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08" name="Google Shape;1298;p26"/>
            <p:cNvSpPr/>
            <p:nvPr/>
          </p:nvSpPr>
          <p:spPr>
            <a:xfrm>
              <a:off x="1464125" y="936125"/>
              <a:ext cx="122625" cy="58675"/>
            </a:xfrm>
            <a:custGeom>
              <a:avLst/>
              <a:ahLst/>
              <a:rect l="l" t="t" r="r" b="b"/>
              <a:pathLst>
                <a:path w="4905" h="2347" extrusionOk="0">
                  <a:moveTo>
                    <a:pt x="107" y="1"/>
                  </a:moveTo>
                  <a:cubicBezTo>
                    <a:pt x="107" y="99"/>
                    <a:pt x="107" y="99"/>
                    <a:pt x="0" y="99"/>
                  </a:cubicBezTo>
                  <a:lnTo>
                    <a:pt x="0" y="303"/>
                  </a:lnTo>
                  <a:lnTo>
                    <a:pt x="4700" y="2346"/>
                  </a:lnTo>
                  <a:cubicBezTo>
                    <a:pt x="4806" y="2248"/>
                    <a:pt x="4806" y="2248"/>
                    <a:pt x="4806" y="2142"/>
                  </a:cubicBezTo>
                  <a:cubicBezTo>
                    <a:pt x="4904" y="2142"/>
                    <a:pt x="4904" y="2044"/>
                    <a:pt x="4904" y="2044"/>
                  </a:cubicBezTo>
                  <a:lnTo>
                    <a:pt x="107" y="1"/>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09" name="Google Shape;1299;p26"/>
            <p:cNvSpPr/>
            <p:nvPr/>
          </p:nvSpPr>
          <p:spPr>
            <a:xfrm>
              <a:off x="1464125" y="933475"/>
              <a:ext cx="122625" cy="56225"/>
            </a:xfrm>
            <a:custGeom>
              <a:avLst/>
              <a:ahLst/>
              <a:rect l="l" t="t" r="r" b="b"/>
              <a:pathLst>
                <a:path w="4905" h="2249" extrusionOk="0">
                  <a:moveTo>
                    <a:pt x="205" y="0"/>
                  </a:moveTo>
                  <a:cubicBezTo>
                    <a:pt x="107" y="0"/>
                    <a:pt x="107" y="107"/>
                    <a:pt x="107" y="107"/>
                  </a:cubicBezTo>
                  <a:cubicBezTo>
                    <a:pt x="107" y="205"/>
                    <a:pt x="0" y="205"/>
                    <a:pt x="0" y="311"/>
                  </a:cubicBezTo>
                  <a:lnTo>
                    <a:pt x="4806" y="2248"/>
                  </a:lnTo>
                  <a:cubicBezTo>
                    <a:pt x="4806" y="2248"/>
                    <a:pt x="4904" y="2248"/>
                    <a:pt x="4904" y="2150"/>
                  </a:cubicBezTo>
                  <a:lnTo>
                    <a:pt x="4904" y="1946"/>
                  </a:lnTo>
                  <a:lnTo>
                    <a:pt x="205"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10" name="Google Shape;1300;p26"/>
            <p:cNvSpPr/>
            <p:nvPr/>
          </p:nvSpPr>
          <p:spPr>
            <a:xfrm>
              <a:off x="1630250" y="976825"/>
              <a:ext cx="132850" cy="130350"/>
            </a:xfrm>
            <a:custGeom>
              <a:avLst/>
              <a:ahLst/>
              <a:rect l="l" t="t" r="r" b="b"/>
              <a:pathLst>
                <a:path w="5314" h="5214" extrusionOk="0">
                  <a:moveTo>
                    <a:pt x="2534" y="0"/>
                  </a:moveTo>
                  <a:cubicBezTo>
                    <a:pt x="2092" y="0"/>
                    <a:pt x="1642" y="102"/>
                    <a:pt x="1226" y="310"/>
                  </a:cubicBezTo>
                  <a:cubicBezTo>
                    <a:pt x="1226" y="416"/>
                    <a:pt x="1120" y="416"/>
                    <a:pt x="1120" y="416"/>
                  </a:cubicBezTo>
                  <a:cubicBezTo>
                    <a:pt x="1120" y="416"/>
                    <a:pt x="1022" y="416"/>
                    <a:pt x="1022" y="514"/>
                  </a:cubicBezTo>
                  <a:lnTo>
                    <a:pt x="916" y="514"/>
                  </a:lnTo>
                  <a:cubicBezTo>
                    <a:pt x="916" y="514"/>
                    <a:pt x="916" y="620"/>
                    <a:pt x="818" y="620"/>
                  </a:cubicBezTo>
                  <a:cubicBezTo>
                    <a:pt x="711" y="825"/>
                    <a:pt x="507" y="923"/>
                    <a:pt x="409" y="1127"/>
                  </a:cubicBezTo>
                  <a:lnTo>
                    <a:pt x="409" y="1233"/>
                  </a:lnTo>
                  <a:cubicBezTo>
                    <a:pt x="303" y="1233"/>
                    <a:pt x="303" y="1331"/>
                    <a:pt x="303" y="1331"/>
                  </a:cubicBezTo>
                  <a:lnTo>
                    <a:pt x="205" y="1438"/>
                  </a:lnTo>
                  <a:lnTo>
                    <a:pt x="205" y="1536"/>
                  </a:lnTo>
                  <a:cubicBezTo>
                    <a:pt x="205" y="1642"/>
                    <a:pt x="205" y="1642"/>
                    <a:pt x="98" y="1642"/>
                  </a:cubicBezTo>
                  <a:lnTo>
                    <a:pt x="98" y="1846"/>
                  </a:lnTo>
                  <a:cubicBezTo>
                    <a:pt x="98" y="1944"/>
                    <a:pt x="0" y="2051"/>
                    <a:pt x="0" y="2051"/>
                  </a:cubicBezTo>
                  <a:lnTo>
                    <a:pt x="0" y="2149"/>
                  </a:lnTo>
                  <a:lnTo>
                    <a:pt x="0" y="2255"/>
                  </a:lnTo>
                  <a:lnTo>
                    <a:pt x="0" y="2353"/>
                  </a:lnTo>
                  <a:lnTo>
                    <a:pt x="0" y="2557"/>
                  </a:lnTo>
                  <a:lnTo>
                    <a:pt x="0" y="2868"/>
                  </a:lnTo>
                  <a:lnTo>
                    <a:pt x="0" y="3072"/>
                  </a:lnTo>
                  <a:cubicBezTo>
                    <a:pt x="0" y="3170"/>
                    <a:pt x="98" y="3277"/>
                    <a:pt x="98" y="3375"/>
                  </a:cubicBezTo>
                  <a:cubicBezTo>
                    <a:pt x="98" y="3375"/>
                    <a:pt x="98" y="3481"/>
                    <a:pt x="205" y="3579"/>
                  </a:cubicBezTo>
                  <a:cubicBezTo>
                    <a:pt x="205" y="3685"/>
                    <a:pt x="205" y="3685"/>
                    <a:pt x="303" y="3783"/>
                  </a:cubicBezTo>
                  <a:lnTo>
                    <a:pt x="303" y="3890"/>
                  </a:lnTo>
                  <a:cubicBezTo>
                    <a:pt x="303" y="3890"/>
                    <a:pt x="409" y="3988"/>
                    <a:pt x="409" y="4094"/>
                  </a:cubicBezTo>
                  <a:cubicBezTo>
                    <a:pt x="711" y="4396"/>
                    <a:pt x="1022" y="4707"/>
                    <a:pt x="1431" y="4911"/>
                  </a:cubicBezTo>
                  <a:cubicBezTo>
                    <a:pt x="1431" y="4911"/>
                    <a:pt x="1529" y="5009"/>
                    <a:pt x="1635" y="5009"/>
                  </a:cubicBezTo>
                  <a:cubicBezTo>
                    <a:pt x="1733" y="5009"/>
                    <a:pt x="1733" y="5009"/>
                    <a:pt x="1839" y="5116"/>
                  </a:cubicBezTo>
                  <a:lnTo>
                    <a:pt x="2044" y="5116"/>
                  </a:lnTo>
                  <a:cubicBezTo>
                    <a:pt x="2248" y="5214"/>
                    <a:pt x="2452" y="5214"/>
                    <a:pt x="2550" y="5214"/>
                  </a:cubicBezTo>
                  <a:cubicBezTo>
                    <a:pt x="2959" y="5214"/>
                    <a:pt x="3368" y="5116"/>
                    <a:pt x="3776" y="4911"/>
                  </a:cubicBezTo>
                  <a:lnTo>
                    <a:pt x="3883" y="4805"/>
                  </a:lnTo>
                  <a:lnTo>
                    <a:pt x="3981" y="4805"/>
                  </a:lnTo>
                  <a:cubicBezTo>
                    <a:pt x="3981" y="4805"/>
                    <a:pt x="3981" y="4707"/>
                    <a:pt x="4087" y="4707"/>
                  </a:cubicBezTo>
                  <a:lnTo>
                    <a:pt x="4185" y="4601"/>
                  </a:lnTo>
                  <a:cubicBezTo>
                    <a:pt x="4291" y="4601"/>
                    <a:pt x="4291" y="4601"/>
                    <a:pt x="4291" y="4503"/>
                  </a:cubicBezTo>
                  <a:cubicBezTo>
                    <a:pt x="4291" y="4503"/>
                    <a:pt x="4389" y="4503"/>
                    <a:pt x="4389" y="4396"/>
                  </a:cubicBezTo>
                  <a:lnTo>
                    <a:pt x="4496" y="4396"/>
                  </a:lnTo>
                  <a:cubicBezTo>
                    <a:pt x="4496" y="4298"/>
                    <a:pt x="4496" y="4298"/>
                    <a:pt x="4594" y="4192"/>
                  </a:cubicBezTo>
                  <a:lnTo>
                    <a:pt x="4798" y="3988"/>
                  </a:lnTo>
                  <a:lnTo>
                    <a:pt x="4798" y="3890"/>
                  </a:lnTo>
                  <a:lnTo>
                    <a:pt x="4904" y="3783"/>
                  </a:lnTo>
                  <a:lnTo>
                    <a:pt x="4904" y="3685"/>
                  </a:lnTo>
                  <a:lnTo>
                    <a:pt x="5002" y="3579"/>
                  </a:lnTo>
                  <a:lnTo>
                    <a:pt x="5002" y="3481"/>
                  </a:lnTo>
                  <a:cubicBezTo>
                    <a:pt x="5313" y="2762"/>
                    <a:pt x="5207" y="1846"/>
                    <a:pt x="4700" y="1127"/>
                  </a:cubicBezTo>
                  <a:cubicBezTo>
                    <a:pt x="4225" y="387"/>
                    <a:pt x="3396" y="0"/>
                    <a:pt x="2534"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11" name="Google Shape;1301;p26"/>
            <p:cNvSpPr/>
            <p:nvPr/>
          </p:nvSpPr>
          <p:spPr>
            <a:xfrm>
              <a:off x="1614925" y="963275"/>
              <a:ext cx="148175" cy="130550"/>
            </a:xfrm>
            <a:custGeom>
              <a:avLst/>
              <a:ahLst/>
              <a:rect l="l" t="t" r="r" b="b"/>
              <a:pathLst>
                <a:path w="5927" h="5222" extrusionOk="0">
                  <a:moveTo>
                    <a:pt x="2907" y="0"/>
                  </a:moveTo>
                  <a:cubicBezTo>
                    <a:pt x="1909" y="0"/>
                    <a:pt x="958" y="591"/>
                    <a:pt x="507" y="1571"/>
                  </a:cubicBezTo>
                  <a:cubicBezTo>
                    <a:pt x="0" y="2895"/>
                    <a:pt x="613" y="4432"/>
                    <a:pt x="1937" y="5045"/>
                  </a:cubicBezTo>
                  <a:cubicBezTo>
                    <a:pt x="2252" y="5165"/>
                    <a:pt x="2579" y="5222"/>
                    <a:pt x="2900" y="5222"/>
                  </a:cubicBezTo>
                  <a:cubicBezTo>
                    <a:pt x="3936" y="5222"/>
                    <a:pt x="4920" y="4625"/>
                    <a:pt x="5313" y="3614"/>
                  </a:cubicBezTo>
                  <a:cubicBezTo>
                    <a:pt x="5926" y="2282"/>
                    <a:pt x="5207" y="754"/>
                    <a:pt x="3981" y="239"/>
                  </a:cubicBezTo>
                  <a:cubicBezTo>
                    <a:pt x="3631" y="77"/>
                    <a:pt x="3266" y="0"/>
                    <a:pt x="2907"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12" name="Google Shape;1302;p26"/>
            <p:cNvSpPr/>
            <p:nvPr/>
          </p:nvSpPr>
          <p:spPr>
            <a:xfrm>
              <a:off x="1622475" y="1015200"/>
              <a:ext cx="132850" cy="78625"/>
            </a:xfrm>
            <a:custGeom>
              <a:avLst/>
              <a:ahLst/>
              <a:rect l="l" t="t" r="r" b="b"/>
              <a:pathLst>
                <a:path w="5314" h="3145" extrusionOk="0">
                  <a:moveTo>
                    <a:pt x="5215" y="1"/>
                  </a:moveTo>
                  <a:cubicBezTo>
                    <a:pt x="5215" y="311"/>
                    <a:pt x="5109" y="614"/>
                    <a:pt x="5011" y="1022"/>
                  </a:cubicBezTo>
                  <a:cubicBezTo>
                    <a:pt x="4560" y="2002"/>
                    <a:pt x="3610" y="2593"/>
                    <a:pt x="2611" y="2593"/>
                  </a:cubicBezTo>
                  <a:cubicBezTo>
                    <a:pt x="2253" y="2593"/>
                    <a:pt x="1888" y="2517"/>
                    <a:pt x="1537" y="2355"/>
                  </a:cubicBezTo>
                  <a:cubicBezTo>
                    <a:pt x="720" y="2044"/>
                    <a:pt x="205" y="1333"/>
                    <a:pt x="1" y="516"/>
                  </a:cubicBezTo>
                  <a:lnTo>
                    <a:pt x="1" y="516"/>
                  </a:lnTo>
                  <a:cubicBezTo>
                    <a:pt x="1" y="1537"/>
                    <a:pt x="614" y="2559"/>
                    <a:pt x="1635" y="2968"/>
                  </a:cubicBezTo>
                  <a:cubicBezTo>
                    <a:pt x="1950" y="3088"/>
                    <a:pt x="2277" y="3145"/>
                    <a:pt x="2598" y="3145"/>
                  </a:cubicBezTo>
                  <a:cubicBezTo>
                    <a:pt x="3634" y="3145"/>
                    <a:pt x="4618" y="2548"/>
                    <a:pt x="5011" y="1537"/>
                  </a:cubicBezTo>
                  <a:cubicBezTo>
                    <a:pt x="5215" y="1022"/>
                    <a:pt x="5313" y="516"/>
                    <a:pt x="5215"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13" name="Google Shape;1303;p26"/>
            <p:cNvSpPr/>
            <p:nvPr/>
          </p:nvSpPr>
          <p:spPr>
            <a:xfrm>
              <a:off x="1625125" y="1002550"/>
              <a:ext cx="122650" cy="58650"/>
            </a:xfrm>
            <a:custGeom>
              <a:avLst/>
              <a:ahLst/>
              <a:rect l="l" t="t" r="r" b="b"/>
              <a:pathLst>
                <a:path w="4906" h="2346" extrusionOk="0">
                  <a:moveTo>
                    <a:pt x="99" y="0"/>
                  </a:moveTo>
                  <a:lnTo>
                    <a:pt x="99" y="98"/>
                  </a:lnTo>
                  <a:cubicBezTo>
                    <a:pt x="99" y="204"/>
                    <a:pt x="1" y="302"/>
                    <a:pt x="1" y="409"/>
                  </a:cubicBezTo>
                  <a:lnTo>
                    <a:pt x="4799" y="2346"/>
                  </a:lnTo>
                  <a:cubicBezTo>
                    <a:pt x="4799" y="2248"/>
                    <a:pt x="4799" y="2248"/>
                    <a:pt x="4905" y="2141"/>
                  </a:cubicBezTo>
                  <a:lnTo>
                    <a:pt x="4905" y="2043"/>
                  </a:lnTo>
                  <a:lnTo>
                    <a:pt x="99"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14" name="Google Shape;1304;p26"/>
            <p:cNvSpPr/>
            <p:nvPr/>
          </p:nvSpPr>
          <p:spPr>
            <a:xfrm>
              <a:off x="1627600" y="999875"/>
              <a:ext cx="122625" cy="58875"/>
            </a:xfrm>
            <a:custGeom>
              <a:avLst/>
              <a:ahLst/>
              <a:rect l="l" t="t" r="r" b="b"/>
              <a:pathLst>
                <a:path w="4905" h="2355" extrusionOk="0">
                  <a:moveTo>
                    <a:pt x="106" y="1"/>
                  </a:moveTo>
                  <a:lnTo>
                    <a:pt x="0" y="107"/>
                  </a:lnTo>
                  <a:lnTo>
                    <a:pt x="0" y="311"/>
                  </a:lnTo>
                  <a:lnTo>
                    <a:pt x="4700" y="2355"/>
                  </a:lnTo>
                  <a:cubicBezTo>
                    <a:pt x="4806" y="2248"/>
                    <a:pt x="4806" y="2248"/>
                    <a:pt x="4806" y="2150"/>
                  </a:cubicBezTo>
                  <a:lnTo>
                    <a:pt x="4904" y="2044"/>
                  </a:lnTo>
                  <a:lnTo>
                    <a:pt x="106" y="1"/>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15" name="Google Shape;1305;p26"/>
            <p:cNvSpPr/>
            <p:nvPr/>
          </p:nvSpPr>
          <p:spPr>
            <a:xfrm>
              <a:off x="1791050" y="1043225"/>
              <a:ext cx="132850" cy="130375"/>
            </a:xfrm>
            <a:custGeom>
              <a:avLst/>
              <a:ahLst/>
              <a:rect l="l" t="t" r="r" b="b"/>
              <a:pathLst>
                <a:path w="5314" h="5215" extrusionOk="0">
                  <a:moveTo>
                    <a:pt x="2571" y="1"/>
                  </a:moveTo>
                  <a:cubicBezTo>
                    <a:pt x="2140" y="1"/>
                    <a:pt x="1713" y="102"/>
                    <a:pt x="1333" y="310"/>
                  </a:cubicBezTo>
                  <a:cubicBezTo>
                    <a:pt x="1227" y="416"/>
                    <a:pt x="1227" y="416"/>
                    <a:pt x="1129" y="416"/>
                  </a:cubicBezTo>
                  <a:lnTo>
                    <a:pt x="1129" y="514"/>
                  </a:lnTo>
                  <a:lnTo>
                    <a:pt x="1022" y="514"/>
                  </a:lnTo>
                  <a:lnTo>
                    <a:pt x="924" y="621"/>
                  </a:lnTo>
                  <a:cubicBezTo>
                    <a:pt x="720" y="825"/>
                    <a:pt x="516" y="1029"/>
                    <a:pt x="409" y="1234"/>
                  </a:cubicBezTo>
                  <a:lnTo>
                    <a:pt x="311" y="1332"/>
                  </a:lnTo>
                  <a:lnTo>
                    <a:pt x="311" y="1438"/>
                  </a:lnTo>
                  <a:cubicBezTo>
                    <a:pt x="205" y="1536"/>
                    <a:pt x="205" y="1536"/>
                    <a:pt x="205" y="1642"/>
                  </a:cubicBezTo>
                  <a:cubicBezTo>
                    <a:pt x="205" y="1740"/>
                    <a:pt x="107" y="1847"/>
                    <a:pt x="107" y="1847"/>
                  </a:cubicBezTo>
                  <a:lnTo>
                    <a:pt x="107" y="1945"/>
                  </a:lnTo>
                  <a:lnTo>
                    <a:pt x="107" y="2051"/>
                  </a:lnTo>
                  <a:cubicBezTo>
                    <a:pt x="107" y="2149"/>
                    <a:pt x="1" y="2149"/>
                    <a:pt x="1" y="2149"/>
                  </a:cubicBezTo>
                  <a:lnTo>
                    <a:pt x="1" y="2353"/>
                  </a:lnTo>
                  <a:lnTo>
                    <a:pt x="1" y="2664"/>
                  </a:lnTo>
                  <a:lnTo>
                    <a:pt x="1" y="2868"/>
                  </a:lnTo>
                  <a:lnTo>
                    <a:pt x="1" y="3073"/>
                  </a:lnTo>
                  <a:cubicBezTo>
                    <a:pt x="107" y="3073"/>
                    <a:pt x="107" y="3073"/>
                    <a:pt x="107" y="3171"/>
                  </a:cubicBezTo>
                  <a:lnTo>
                    <a:pt x="107" y="3375"/>
                  </a:lnTo>
                  <a:cubicBezTo>
                    <a:pt x="107" y="3481"/>
                    <a:pt x="205" y="3481"/>
                    <a:pt x="205" y="3580"/>
                  </a:cubicBezTo>
                  <a:lnTo>
                    <a:pt x="205" y="3686"/>
                  </a:lnTo>
                  <a:lnTo>
                    <a:pt x="311" y="3784"/>
                  </a:lnTo>
                  <a:lnTo>
                    <a:pt x="311" y="3890"/>
                  </a:lnTo>
                  <a:cubicBezTo>
                    <a:pt x="409" y="3890"/>
                    <a:pt x="409" y="3988"/>
                    <a:pt x="409" y="4094"/>
                  </a:cubicBezTo>
                  <a:cubicBezTo>
                    <a:pt x="720" y="4397"/>
                    <a:pt x="1022" y="4707"/>
                    <a:pt x="1431" y="4912"/>
                  </a:cubicBezTo>
                  <a:cubicBezTo>
                    <a:pt x="1537" y="4912"/>
                    <a:pt x="1537" y="5010"/>
                    <a:pt x="1635" y="5010"/>
                  </a:cubicBezTo>
                  <a:cubicBezTo>
                    <a:pt x="1742" y="5010"/>
                    <a:pt x="1840" y="5116"/>
                    <a:pt x="1840" y="5116"/>
                  </a:cubicBezTo>
                  <a:lnTo>
                    <a:pt x="2150" y="5116"/>
                  </a:lnTo>
                  <a:cubicBezTo>
                    <a:pt x="2248" y="5214"/>
                    <a:pt x="2453" y="5214"/>
                    <a:pt x="2657" y="5214"/>
                  </a:cubicBezTo>
                  <a:cubicBezTo>
                    <a:pt x="3066" y="5214"/>
                    <a:pt x="3376" y="5116"/>
                    <a:pt x="3785" y="4912"/>
                  </a:cubicBezTo>
                  <a:cubicBezTo>
                    <a:pt x="3883" y="4912"/>
                    <a:pt x="3883" y="4912"/>
                    <a:pt x="3883" y="4806"/>
                  </a:cubicBezTo>
                  <a:lnTo>
                    <a:pt x="3989" y="4806"/>
                  </a:lnTo>
                  <a:cubicBezTo>
                    <a:pt x="3989" y="4806"/>
                    <a:pt x="4087" y="4806"/>
                    <a:pt x="4087" y="4707"/>
                  </a:cubicBezTo>
                  <a:cubicBezTo>
                    <a:pt x="4087" y="4707"/>
                    <a:pt x="4194" y="4707"/>
                    <a:pt x="4194" y="4601"/>
                  </a:cubicBezTo>
                  <a:lnTo>
                    <a:pt x="4292" y="4601"/>
                  </a:lnTo>
                  <a:lnTo>
                    <a:pt x="4496" y="4397"/>
                  </a:lnTo>
                  <a:cubicBezTo>
                    <a:pt x="4496" y="4299"/>
                    <a:pt x="4602" y="4299"/>
                    <a:pt x="4602" y="4299"/>
                  </a:cubicBezTo>
                  <a:cubicBezTo>
                    <a:pt x="4602" y="4299"/>
                    <a:pt x="4602" y="4193"/>
                    <a:pt x="4700" y="4193"/>
                  </a:cubicBezTo>
                  <a:cubicBezTo>
                    <a:pt x="4700" y="4193"/>
                    <a:pt x="4700" y="4094"/>
                    <a:pt x="4807" y="3988"/>
                  </a:cubicBezTo>
                  <a:cubicBezTo>
                    <a:pt x="4905" y="3890"/>
                    <a:pt x="4905" y="3890"/>
                    <a:pt x="4905" y="3784"/>
                  </a:cubicBezTo>
                  <a:cubicBezTo>
                    <a:pt x="5011" y="3686"/>
                    <a:pt x="5011" y="3686"/>
                    <a:pt x="5011" y="3580"/>
                  </a:cubicBezTo>
                  <a:lnTo>
                    <a:pt x="5011" y="3481"/>
                  </a:lnTo>
                  <a:cubicBezTo>
                    <a:pt x="5313" y="2762"/>
                    <a:pt x="5215" y="1847"/>
                    <a:pt x="4807" y="1127"/>
                  </a:cubicBezTo>
                  <a:cubicBezTo>
                    <a:pt x="4266" y="387"/>
                    <a:pt x="3412" y="1"/>
                    <a:pt x="2571"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16" name="Google Shape;1306;p26"/>
            <p:cNvSpPr/>
            <p:nvPr/>
          </p:nvSpPr>
          <p:spPr>
            <a:xfrm>
              <a:off x="1775725" y="1031225"/>
              <a:ext cx="148175" cy="129025"/>
            </a:xfrm>
            <a:custGeom>
              <a:avLst/>
              <a:ahLst/>
              <a:rect l="l" t="t" r="r" b="b"/>
              <a:pathLst>
                <a:path w="5927" h="5161" extrusionOk="0">
                  <a:moveTo>
                    <a:pt x="3027" y="0"/>
                  </a:moveTo>
                  <a:cubicBezTo>
                    <a:pt x="1991" y="0"/>
                    <a:pt x="1007" y="597"/>
                    <a:pt x="614" y="1607"/>
                  </a:cubicBezTo>
                  <a:cubicBezTo>
                    <a:pt x="1" y="2940"/>
                    <a:pt x="614" y="4468"/>
                    <a:pt x="1946" y="4983"/>
                  </a:cubicBezTo>
                  <a:cubicBezTo>
                    <a:pt x="2259" y="5103"/>
                    <a:pt x="2584" y="5160"/>
                    <a:pt x="2906" y="5160"/>
                  </a:cubicBezTo>
                  <a:cubicBezTo>
                    <a:pt x="3945" y="5160"/>
                    <a:pt x="4952" y="4564"/>
                    <a:pt x="5420" y="3553"/>
                  </a:cubicBezTo>
                  <a:cubicBezTo>
                    <a:pt x="5926" y="2220"/>
                    <a:pt x="5313" y="692"/>
                    <a:pt x="3989" y="177"/>
                  </a:cubicBezTo>
                  <a:cubicBezTo>
                    <a:pt x="3674" y="57"/>
                    <a:pt x="3348" y="0"/>
                    <a:pt x="3027"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17" name="Google Shape;1307;p26"/>
            <p:cNvSpPr/>
            <p:nvPr/>
          </p:nvSpPr>
          <p:spPr>
            <a:xfrm>
              <a:off x="1785950" y="1081625"/>
              <a:ext cx="130400" cy="78625"/>
            </a:xfrm>
            <a:custGeom>
              <a:avLst/>
              <a:ahLst/>
              <a:rect l="l" t="t" r="r" b="b"/>
              <a:pathLst>
                <a:path w="5216" h="3145" extrusionOk="0">
                  <a:moveTo>
                    <a:pt x="5109" y="0"/>
                  </a:moveTo>
                  <a:cubicBezTo>
                    <a:pt x="5109" y="311"/>
                    <a:pt x="5011" y="719"/>
                    <a:pt x="4904" y="1022"/>
                  </a:cubicBezTo>
                  <a:cubicBezTo>
                    <a:pt x="4454" y="2002"/>
                    <a:pt x="3507" y="2593"/>
                    <a:pt x="2551" y="2593"/>
                  </a:cubicBezTo>
                  <a:cubicBezTo>
                    <a:pt x="2207" y="2593"/>
                    <a:pt x="1861" y="2516"/>
                    <a:pt x="1537" y="2354"/>
                  </a:cubicBezTo>
                  <a:cubicBezTo>
                    <a:pt x="720" y="2044"/>
                    <a:pt x="107" y="1332"/>
                    <a:pt x="0" y="613"/>
                  </a:cubicBezTo>
                  <a:lnTo>
                    <a:pt x="0" y="613"/>
                  </a:lnTo>
                  <a:cubicBezTo>
                    <a:pt x="0" y="1537"/>
                    <a:pt x="515" y="2558"/>
                    <a:pt x="1537" y="2967"/>
                  </a:cubicBezTo>
                  <a:cubicBezTo>
                    <a:pt x="1850" y="3087"/>
                    <a:pt x="2175" y="3144"/>
                    <a:pt x="2497" y="3144"/>
                  </a:cubicBezTo>
                  <a:cubicBezTo>
                    <a:pt x="3536" y="3144"/>
                    <a:pt x="4543" y="2548"/>
                    <a:pt x="5011" y="1537"/>
                  </a:cubicBezTo>
                  <a:cubicBezTo>
                    <a:pt x="5215" y="1022"/>
                    <a:pt x="5215" y="515"/>
                    <a:pt x="5109" y="0"/>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18" name="Google Shape;1308;p26"/>
            <p:cNvSpPr/>
            <p:nvPr/>
          </p:nvSpPr>
          <p:spPr>
            <a:xfrm>
              <a:off x="1785950" y="1071400"/>
              <a:ext cx="122625" cy="56225"/>
            </a:xfrm>
            <a:custGeom>
              <a:avLst/>
              <a:ahLst/>
              <a:rect l="l" t="t" r="r" b="b"/>
              <a:pathLst>
                <a:path w="4905" h="2249" extrusionOk="0">
                  <a:moveTo>
                    <a:pt x="205" y="0"/>
                  </a:moveTo>
                  <a:cubicBezTo>
                    <a:pt x="107" y="0"/>
                    <a:pt x="107" y="0"/>
                    <a:pt x="107" y="107"/>
                  </a:cubicBezTo>
                  <a:cubicBezTo>
                    <a:pt x="107" y="107"/>
                    <a:pt x="107" y="205"/>
                    <a:pt x="0" y="311"/>
                  </a:cubicBezTo>
                  <a:lnTo>
                    <a:pt x="4806" y="2248"/>
                  </a:lnTo>
                  <a:cubicBezTo>
                    <a:pt x="4806" y="2248"/>
                    <a:pt x="4904" y="2150"/>
                    <a:pt x="4904" y="2044"/>
                  </a:cubicBezTo>
                  <a:lnTo>
                    <a:pt x="4904" y="1946"/>
                  </a:lnTo>
                  <a:lnTo>
                    <a:pt x="205"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19" name="Google Shape;1309;p26"/>
            <p:cNvSpPr/>
            <p:nvPr/>
          </p:nvSpPr>
          <p:spPr>
            <a:xfrm>
              <a:off x="1788600" y="1066300"/>
              <a:ext cx="122625" cy="58875"/>
            </a:xfrm>
            <a:custGeom>
              <a:avLst/>
              <a:ahLst/>
              <a:rect l="l" t="t" r="r" b="b"/>
              <a:pathLst>
                <a:path w="4905" h="2355" extrusionOk="0">
                  <a:moveTo>
                    <a:pt x="99" y="0"/>
                  </a:moveTo>
                  <a:lnTo>
                    <a:pt x="99" y="204"/>
                  </a:lnTo>
                  <a:cubicBezTo>
                    <a:pt x="1" y="204"/>
                    <a:pt x="1" y="311"/>
                    <a:pt x="1" y="311"/>
                  </a:cubicBezTo>
                  <a:lnTo>
                    <a:pt x="4798" y="2354"/>
                  </a:lnTo>
                  <a:cubicBezTo>
                    <a:pt x="4798" y="2248"/>
                    <a:pt x="4798" y="2248"/>
                    <a:pt x="4905" y="2150"/>
                  </a:cubicBezTo>
                  <a:lnTo>
                    <a:pt x="4905" y="2044"/>
                  </a:lnTo>
                  <a:lnTo>
                    <a:pt x="99"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20" name="Google Shape;1310;p26"/>
            <p:cNvSpPr/>
            <p:nvPr/>
          </p:nvSpPr>
          <p:spPr>
            <a:xfrm>
              <a:off x="1952075" y="1110375"/>
              <a:ext cx="135300" cy="129625"/>
            </a:xfrm>
            <a:custGeom>
              <a:avLst/>
              <a:ahLst/>
              <a:rect l="l" t="t" r="r" b="b"/>
              <a:pathLst>
                <a:path w="5412" h="5185" extrusionOk="0">
                  <a:moveTo>
                    <a:pt x="2659" y="0"/>
                  </a:moveTo>
                  <a:cubicBezTo>
                    <a:pt x="2197" y="0"/>
                    <a:pt x="1734" y="125"/>
                    <a:pt x="1325" y="387"/>
                  </a:cubicBezTo>
                  <a:cubicBezTo>
                    <a:pt x="1226" y="387"/>
                    <a:pt x="1226" y="387"/>
                    <a:pt x="1226" y="485"/>
                  </a:cubicBezTo>
                  <a:lnTo>
                    <a:pt x="1120" y="485"/>
                  </a:lnTo>
                  <a:cubicBezTo>
                    <a:pt x="1022" y="485"/>
                    <a:pt x="1022" y="485"/>
                    <a:pt x="1022" y="591"/>
                  </a:cubicBezTo>
                  <a:lnTo>
                    <a:pt x="916" y="591"/>
                  </a:lnTo>
                  <a:lnTo>
                    <a:pt x="916" y="689"/>
                  </a:lnTo>
                  <a:cubicBezTo>
                    <a:pt x="712" y="795"/>
                    <a:pt x="613" y="1000"/>
                    <a:pt x="507" y="1204"/>
                  </a:cubicBezTo>
                  <a:lnTo>
                    <a:pt x="409" y="1204"/>
                  </a:lnTo>
                  <a:cubicBezTo>
                    <a:pt x="409" y="1302"/>
                    <a:pt x="409" y="1302"/>
                    <a:pt x="303" y="1408"/>
                  </a:cubicBezTo>
                  <a:cubicBezTo>
                    <a:pt x="303" y="1507"/>
                    <a:pt x="303" y="1507"/>
                    <a:pt x="205" y="1613"/>
                  </a:cubicBezTo>
                  <a:cubicBezTo>
                    <a:pt x="205" y="1711"/>
                    <a:pt x="205" y="1817"/>
                    <a:pt x="99" y="1817"/>
                  </a:cubicBezTo>
                  <a:lnTo>
                    <a:pt x="99" y="1915"/>
                  </a:lnTo>
                  <a:lnTo>
                    <a:pt x="99" y="2120"/>
                  </a:lnTo>
                  <a:lnTo>
                    <a:pt x="99" y="2324"/>
                  </a:lnTo>
                  <a:lnTo>
                    <a:pt x="99" y="2430"/>
                  </a:lnTo>
                  <a:cubicBezTo>
                    <a:pt x="0" y="2430"/>
                    <a:pt x="0" y="2528"/>
                    <a:pt x="0" y="2634"/>
                  </a:cubicBezTo>
                  <a:cubicBezTo>
                    <a:pt x="0" y="2733"/>
                    <a:pt x="0" y="2733"/>
                    <a:pt x="99" y="2839"/>
                  </a:cubicBezTo>
                  <a:lnTo>
                    <a:pt x="99" y="2937"/>
                  </a:lnTo>
                  <a:lnTo>
                    <a:pt x="99" y="3043"/>
                  </a:lnTo>
                  <a:lnTo>
                    <a:pt x="99" y="3141"/>
                  </a:lnTo>
                  <a:cubicBezTo>
                    <a:pt x="99" y="3247"/>
                    <a:pt x="99" y="3247"/>
                    <a:pt x="205" y="3346"/>
                  </a:cubicBezTo>
                  <a:lnTo>
                    <a:pt x="205" y="3550"/>
                  </a:lnTo>
                  <a:cubicBezTo>
                    <a:pt x="205" y="3550"/>
                    <a:pt x="205" y="3656"/>
                    <a:pt x="303" y="3656"/>
                  </a:cubicBezTo>
                  <a:lnTo>
                    <a:pt x="303" y="3754"/>
                  </a:lnTo>
                  <a:cubicBezTo>
                    <a:pt x="303" y="3860"/>
                    <a:pt x="409" y="3860"/>
                    <a:pt x="409" y="3860"/>
                  </a:cubicBezTo>
                  <a:cubicBezTo>
                    <a:pt x="409" y="3959"/>
                    <a:pt x="409" y="3959"/>
                    <a:pt x="507" y="4065"/>
                  </a:cubicBezTo>
                  <a:cubicBezTo>
                    <a:pt x="712" y="4473"/>
                    <a:pt x="1120" y="4678"/>
                    <a:pt x="1431" y="4882"/>
                  </a:cubicBezTo>
                  <a:cubicBezTo>
                    <a:pt x="1529" y="4980"/>
                    <a:pt x="1635" y="4980"/>
                    <a:pt x="1635" y="4980"/>
                  </a:cubicBezTo>
                  <a:cubicBezTo>
                    <a:pt x="1733" y="5086"/>
                    <a:pt x="1839" y="5086"/>
                    <a:pt x="1938" y="5086"/>
                  </a:cubicBezTo>
                  <a:cubicBezTo>
                    <a:pt x="2044" y="5086"/>
                    <a:pt x="2044" y="5185"/>
                    <a:pt x="2142" y="5185"/>
                  </a:cubicBezTo>
                  <a:lnTo>
                    <a:pt x="2657" y="5185"/>
                  </a:lnTo>
                  <a:cubicBezTo>
                    <a:pt x="3065" y="5185"/>
                    <a:pt x="3474" y="5086"/>
                    <a:pt x="3777" y="4882"/>
                  </a:cubicBezTo>
                  <a:lnTo>
                    <a:pt x="3981" y="4882"/>
                  </a:lnTo>
                  <a:lnTo>
                    <a:pt x="3981" y="4776"/>
                  </a:lnTo>
                  <a:lnTo>
                    <a:pt x="4087" y="4776"/>
                  </a:lnTo>
                  <a:cubicBezTo>
                    <a:pt x="4185" y="4678"/>
                    <a:pt x="4185" y="4678"/>
                    <a:pt x="4291" y="4678"/>
                  </a:cubicBezTo>
                  <a:lnTo>
                    <a:pt x="4291" y="4572"/>
                  </a:lnTo>
                  <a:lnTo>
                    <a:pt x="4390" y="4572"/>
                  </a:lnTo>
                  <a:cubicBezTo>
                    <a:pt x="4390" y="4473"/>
                    <a:pt x="4390" y="4473"/>
                    <a:pt x="4496" y="4473"/>
                  </a:cubicBezTo>
                  <a:lnTo>
                    <a:pt x="4496" y="4367"/>
                  </a:lnTo>
                  <a:cubicBezTo>
                    <a:pt x="4594" y="4367"/>
                    <a:pt x="4594" y="4269"/>
                    <a:pt x="4594" y="4269"/>
                  </a:cubicBezTo>
                  <a:cubicBezTo>
                    <a:pt x="4700" y="4269"/>
                    <a:pt x="4700" y="4269"/>
                    <a:pt x="4700" y="4163"/>
                  </a:cubicBezTo>
                  <a:lnTo>
                    <a:pt x="4798" y="4065"/>
                  </a:lnTo>
                  <a:cubicBezTo>
                    <a:pt x="4798" y="3959"/>
                    <a:pt x="4904" y="3959"/>
                    <a:pt x="4904" y="3959"/>
                  </a:cubicBezTo>
                  <a:lnTo>
                    <a:pt x="4904" y="3860"/>
                  </a:lnTo>
                  <a:lnTo>
                    <a:pt x="5003" y="3754"/>
                  </a:lnTo>
                  <a:lnTo>
                    <a:pt x="5003" y="3656"/>
                  </a:lnTo>
                  <a:cubicBezTo>
                    <a:pt x="5003" y="3550"/>
                    <a:pt x="5109" y="3550"/>
                    <a:pt x="5109" y="3550"/>
                  </a:cubicBezTo>
                  <a:lnTo>
                    <a:pt x="5109" y="3452"/>
                  </a:lnTo>
                  <a:cubicBezTo>
                    <a:pt x="5411" y="2733"/>
                    <a:pt x="5313" y="1817"/>
                    <a:pt x="4798" y="1098"/>
                  </a:cubicBezTo>
                  <a:cubicBezTo>
                    <a:pt x="4278" y="385"/>
                    <a:pt x="3469" y="0"/>
                    <a:pt x="2659"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21" name="Google Shape;1311;p26"/>
            <p:cNvSpPr/>
            <p:nvPr/>
          </p:nvSpPr>
          <p:spPr>
            <a:xfrm>
              <a:off x="1936750" y="1097625"/>
              <a:ext cx="148175" cy="130550"/>
            </a:xfrm>
            <a:custGeom>
              <a:avLst/>
              <a:ahLst/>
              <a:rect l="l" t="t" r="r" b="b"/>
              <a:pathLst>
                <a:path w="5927" h="5222" extrusionOk="0">
                  <a:moveTo>
                    <a:pt x="3022" y="0"/>
                  </a:moveTo>
                  <a:cubicBezTo>
                    <a:pt x="1988" y="0"/>
                    <a:pt x="1000" y="597"/>
                    <a:pt x="613" y="1608"/>
                  </a:cubicBezTo>
                  <a:cubicBezTo>
                    <a:pt x="0" y="2940"/>
                    <a:pt x="712" y="4469"/>
                    <a:pt x="1938" y="4983"/>
                  </a:cubicBezTo>
                  <a:cubicBezTo>
                    <a:pt x="2290" y="5146"/>
                    <a:pt x="2656" y="5222"/>
                    <a:pt x="3015" y="5222"/>
                  </a:cubicBezTo>
                  <a:cubicBezTo>
                    <a:pt x="4014" y="5222"/>
                    <a:pt x="4960" y="4631"/>
                    <a:pt x="5411" y="3651"/>
                  </a:cubicBezTo>
                  <a:cubicBezTo>
                    <a:pt x="5926" y="2327"/>
                    <a:pt x="5313" y="791"/>
                    <a:pt x="3981" y="177"/>
                  </a:cubicBezTo>
                  <a:cubicBezTo>
                    <a:pt x="3668" y="58"/>
                    <a:pt x="3343" y="0"/>
                    <a:pt x="3022"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22" name="Google Shape;1312;p26"/>
            <p:cNvSpPr/>
            <p:nvPr/>
          </p:nvSpPr>
          <p:spPr>
            <a:xfrm>
              <a:off x="1946975" y="1148025"/>
              <a:ext cx="130175" cy="80150"/>
            </a:xfrm>
            <a:custGeom>
              <a:avLst/>
              <a:ahLst/>
              <a:rect l="l" t="t" r="r" b="b"/>
              <a:pathLst>
                <a:path w="5207" h="3206" extrusionOk="0">
                  <a:moveTo>
                    <a:pt x="5108" y="1"/>
                  </a:moveTo>
                  <a:cubicBezTo>
                    <a:pt x="5108" y="311"/>
                    <a:pt x="5108" y="720"/>
                    <a:pt x="4904" y="1022"/>
                  </a:cubicBezTo>
                  <a:cubicBezTo>
                    <a:pt x="4512" y="2037"/>
                    <a:pt x="3532" y="2634"/>
                    <a:pt x="2499" y="2634"/>
                  </a:cubicBezTo>
                  <a:cubicBezTo>
                    <a:pt x="2175" y="2634"/>
                    <a:pt x="1846" y="2575"/>
                    <a:pt x="1529" y="2453"/>
                  </a:cubicBezTo>
                  <a:cubicBezTo>
                    <a:pt x="711" y="2044"/>
                    <a:pt x="204" y="1333"/>
                    <a:pt x="0" y="614"/>
                  </a:cubicBezTo>
                  <a:lnTo>
                    <a:pt x="0" y="614"/>
                  </a:lnTo>
                  <a:cubicBezTo>
                    <a:pt x="0" y="1635"/>
                    <a:pt x="613" y="2559"/>
                    <a:pt x="1529" y="2967"/>
                  </a:cubicBezTo>
                  <a:cubicBezTo>
                    <a:pt x="1881" y="3130"/>
                    <a:pt x="2247" y="3206"/>
                    <a:pt x="2606" y="3206"/>
                  </a:cubicBezTo>
                  <a:cubicBezTo>
                    <a:pt x="3605" y="3206"/>
                    <a:pt x="4551" y="2615"/>
                    <a:pt x="5002" y="1635"/>
                  </a:cubicBezTo>
                  <a:cubicBezTo>
                    <a:pt x="5207" y="1128"/>
                    <a:pt x="5207" y="515"/>
                    <a:pt x="5108"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23" name="Google Shape;1313;p26"/>
            <p:cNvSpPr/>
            <p:nvPr/>
          </p:nvSpPr>
          <p:spPr>
            <a:xfrm>
              <a:off x="1949425" y="1137800"/>
              <a:ext cx="122625" cy="58875"/>
            </a:xfrm>
            <a:custGeom>
              <a:avLst/>
              <a:ahLst/>
              <a:rect l="l" t="t" r="r" b="b"/>
              <a:pathLst>
                <a:path w="4905" h="2355" extrusionOk="0">
                  <a:moveTo>
                    <a:pt x="106" y="1"/>
                  </a:moveTo>
                  <a:lnTo>
                    <a:pt x="106" y="107"/>
                  </a:lnTo>
                  <a:cubicBezTo>
                    <a:pt x="0" y="205"/>
                    <a:pt x="0" y="205"/>
                    <a:pt x="0" y="311"/>
                  </a:cubicBezTo>
                  <a:lnTo>
                    <a:pt x="4700" y="2355"/>
                  </a:lnTo>
                  <a:cubicBezTo>
                    <a:pt x="4806" y="2249"/>
                    <a:pt x="4806" y="2150"/>
                    <a:pt x="4806" y="2044"/>
                  </a:cubicBezTo>
                  <a:lnTo>
                    <a:pt x="4904" y="2044"/>
                  </a:lnTo>
                  <a:lnTo>
                    <a:pt x="106" y="1"/>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24" name="Google Shape;1314;p26"/>
            <p:cNvSpPr/>
            <p:nvPr/>
          </p:nvSpPr>
          <p:spPr>
            <a:xfrm>
              <a:off x="1949425" y="1132700"/>
              <a:ext cx="122625" cy="58875"/>
            </a:xfrm>
            <a:custGeom>
              <a:avLst/>
              <a:ahLst/>
              <a:rect l="l" t="t" r="r" b="b"/>
              <a:pathLst>
                <a:path w="4905" h="2355" extrusionOk="0">
                  <a:moveTo>
                    <a:pt x="205" y="1"/>
                  </a:moveTo>
                  <a:cubicBezTo>
                    <a:pt x="106" y="107"/>
                    <a:pt x="106" y="107"/>
                    <a:pt x="106" y="205"/>
                  </a:cubicBezTo>
                  <a:lnTo>
                    <a:pt x="0" y="311"/>
                  </a:lnTo>
                  <a:lnTo>
                    <a:pt x="4806" y="2354"/>
                  </a:lnTo>
                  <a:lnTo>
                    <a:pt x="4904" y="2248"/>
                  </a:lnTo>
                  <a:lnTo>
                    <a:pt x="4904" y="2044"/>
                  </a:lnTo>
                  <a:lnTo>
                    <a:pt x="205" y="1"/>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25" name="Google Shape;1315;p26"/>
            <p:cNvSpPr/>
            <p:nvPr/>
          </p:nvSpPr>
          <p:spPr>
            <a:xfrm>
              <a:off x="2115550" y="1176775"/>
              <a:ext cx="132825" cy="129625"/>
            </a:xfrm>
            <a:custGeom>
              <a:avLst/>
              <a:ahLst/>
              <a:rect l="l" t="t" r="r" b="b"/>
              <a:pathLst>
                <a:path w="5313" h="5185" extrusionOk="0">
                  <a:moveTo>
                    <a:pt x="2629" y="0"/>
                  </a:moveTo>
                  <a:cubicBezTo>
                    <a:pt x="2157" y="0"/>
                    <a:pt x="1672" y="126"/>
                    <a:pt x="1226" y="387"/>
                  </a:cubicBezTo>
                  <a:cubicBezTo>
                    <a:pt x="1226" y="387"/>
                    <a:pt x="1120" y="387"/>
                    <a:pt x="1120" y="485"/>
                  </a:cubicBezTo>
                  <a:lnTo>
                    <a:pt x="1022" y="485"/>
                  </a:lnTo>
                  <a:lnTo>
                    <a:pt x="1022" y="591"/>
                  </a:lnTo>
                  <a:cubicBezTo>
                    <a:pt x="916" y="591"/>
                    <a:pt x="916" y="591"/>
                    <a:pt x="916" y="690"/>
                  </a:cubicBezTo>
                  <a:lnTo>
                    <a:pt x="817" y="690"/>
                  </a:lnTo>
                  <a:cubicBezTo>
                    <a:pt x="711" y="796"/>
                    <a:pt x="507" y="1000"/>
                    <a:pt x="409" y="1204"/>
                  </a:cubicBezTo>
                  <a:cubicBezTo>
                    <a:pt x="303" y="1303"/>
                    <a:pt x="303" y="1303"/>
                    <a:pt x="303" y="1409"/>
                  </a:cubicBezTo>
                  <a:lnTo>
                    <a:pt x="204" y="1507"/>
                  </a:lnTo>
                  <a:lnTo>
                    <a:pt x="204" y="1613"/>
                  </a:lnTo>
                  <a:lnTo>
                    <a:pt x="204" y="1711"/>
                  </a:lnTo>
                  <a:cubicBezTo>
                    <a:pt x="98" y="1711"/>
                    <a:pt x="98" y="1817"/>
                    <a:pt x="98" y="1916"/>
                  </a:cubicBezTo>
                  <a:cubicBezTo>
                    <a:pt x="98" y="2022"/>
                    <a:pt x="0" y="2022"/>
                    <a:pt x="0" y="2120"/>
                  </a:cubicBezTo>
                  <a:lnTo>
                    <a:pt x="0" y="2226"/>
                  </a:lnTo>
                  <a:lnTo>
                    <a:pt x="0" y="2324"/>
                  </a:lnTo>
                  <a:lnTo>
                    <a:pt x="0" y="2430"/>
                  </a:lnTo>
                  <a:lnTo>
                    <a:pt x="0" y="2635"/>
                  </a:lnTo>
                  <a:lnTo>
                    <a:pt x="0" y="2839"/>
                  </a:lnTo>
                  <a:lnTo>
                    <a:pt x="0" y="2937"/>
                  </a:lnTo>
                  <a:lnTo>
                    <a:pt x="0" y="3043"/>
                  </a:lnTo>
                  <a:lnTo>
                    <a:pt x="0" y="3142"/>
                  </a:lnTo>
                  <a:cubicBezTo>
                    <a:pt x="0" y="3248"/>
                    <a:pt x="98" y="3346"/>
                    <a:pt x="98" y="3346"/>
                  </a:cubicBezTo>
                  <a:cubicBezTo>
                    <a:pt x="98" y="3452"/>
                    <a:pt x="98" y="3550"/>
                    <a:pt x="204" y="3550"/>
                  </a:cubicBezTo>
                  <a:lnTo>
                    <a:pt x="204" y="3656"/>
                  </a:lnTo>
                  <a:cubicBezTo>
                    <a:pt x="204" y="3755"/>
                    <a:pt x="204" y="3755"/>
                    <a:pt x="303" y="3861"/>
                  </a:cubicBezTo>
                  <a:cubicBezTo>
                    <a:pt x="303" y="3959"/>
                    <a:pt x="409" y="4065"/>
                    <a:pt x="409" y="4065"/>
                  </a:cubicBezTo>
                  <a:cubicBezTo>
                    <a:pt x="711" y="4474"/>
                    <a:pt x="1022" y="4776"/>
                    <a:pt x="1430" y="4882"/>
                  </a:cubicBezTo>
                  <a:cubicBezTo>
                    <a:pt x="1430" y="4981"/>
                    <a:pt x="1529" y="4981"/>
                    <a:pt x="1635" y="4981"/>
                  </a:cubicBezTo>
                  <a:cubicBezTo>
                    <a:pt x="1733" y="5087"/>
                    <a:pt x="1733" y="5087"/>
                    <a:pt x="1839" y="5087"/>
                  </a:cubicBezTo>
                  <a:cubicBezTo>
                    <a:pt x="1937" y="5185"/>
                    <a:pt x="2043" y="5185"/>
                    <a:pt x="2142" y="5185"/>
                  </a:cubicBezTo>
                  <a:lnTo>
                    <a:pt x="2550" y="5185"/>
                  </a:lnTo>
                  <a:cubicBezTo>
                    <a:pt x="2959" y="5185"/>
                    <a:pt x="3368" y="5087"/>
                    <a:pt x="3776" y="4981"/>
                  </a:cubicBezTo>
                  <a:lnTo>
                    <a:pt x="3776" y="4882"/>
                  </a:lnTo>
                  <a:lnTo>
                    <a:pt x="3981" y="4882"/>
                  </a:lnTo>
                  <a:lnTo>
                    <a:pt x="3981" y="4776"/>
                  </a:lnTo>
                  <a:lnTo>
                    <a:pt x="4087" y="4776"/>
                  </a:lnTo>
                  <a:lnTo>
                    <a:pt x="4185" y="4678"/>
                  </a:lnTo>
                  <a:lnTo>
                    <a:pt x="4185" y="4572"/>
                  </a:lnTo>
                  <a:lnTo>
                    <a:pt x="4291" y="4572"/>
                  </a:lnTo>
                  <a:lnTo>
                    <a:pt x="4389" y="4474"/>
                  </a:lnTo>
                  <a:lnTo>
                    <a:pt x="4496" y="4368"/>
                  </a:lnTo>
                  <a:cubicBezTo>
                    <a:pt x="4496" y="4368"/>
                    <a:pt x="4594" y="4368"/>
                    <a:pt x="4594" y="4269"/>
                  </a:cubicBezTo>
                  <a:cubicBezTo>
                    <a:pt x="4700" y="4163"/>
                    <a:pt x="4700" y="4065"/>
                    <a:pt x="4798" y="4065"/>
                  </a:cubicBezTo>
                  <a:lnTo>
                    <a:pt x="4798" y="3959"/>
                  </a:lnTo>
                  <a:cubicBezTo>
                    <a:pt x="4798" y="3959"/>
                    <a:pt x="4798" y="3861"/>
                    <a:pt x="4904" y="3861"/>
                  </a:cubicBezTo>
                  <a:lnTo>
                    <a:pt x="4904" y="3755"/>
                  </a:lnTo>
                  <a:lnTo>
                    <a:pt x="5002" y="3656"/>
                  </a:lnTo>
                  <a:lnTo>
                    <a:pt x="5002" y="3550"/>
                  </a:lnTo>
                  <a:cubicBezTo>
                    <a:pt x="5313" y="2733"/>
                    <a:pt x="5207" y="1916"/>
                    <a:pt x="4700" y="1098"/>
                  </a:cubicBezTo>
                  <a:cubicBezTo>
                    <a:pt x="4242" y="385"/>
                    <a:pt x="3456" y="0"/>
                    <a:pt x="2629"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26" name="Google Shape;1316;p26"/>
            <p:cNvSpPr/>
            <p:nvPr/>
          </p:nvSpPr>
          <p:spPr>
            <a:xfrm>
              <a:off x="2100225" y="1164025"/>
              <a:ext cx="148150" cy="130575"/>
            </a:xfrm>
            <a:custGeom>
              <a:avLst/>
              <a:ahLst/>
              <a:rect l="l" t="t" r="r" b="b"/>
              <a:pathLst>
                <a:path w="5926" h="5223" extrusionOk="0">
                  <a:moveTo>
                    <a:pt x="3021" y="1"/>
                  </a:moveTo>
                  <a:cubicBezTo>
                    <a:pt x="1981" y="1"/>
                    <a:pt x="975" y="597"/>
                    <a:pt x="507" y="1608"/>
                  </a:cubicBezTo>
                  <a:cubicBezTo>
                    <a:pt x="0" y="2940"/>
                    <a:pt x="613" y="4469"/>
                    <a:pt x="1937" y="4984"/>
                  </a:cubicBezTo>
                  <a:cubicBezTo>
                    <a:pt x="2290" y="5146"/>
                    <a:pt x="2656" y="5222"/>
                    <a:pt x="3013" y="5222"/>
                  </a:cubicBezTo>
                  <a:cubicBezTo>
                    <a:pt x="4007" y="5222"/>
                    <a:pt x="4934" y="4631"/>
                    <a:pt x="5313" y="3652"/>
                  </a:cubicBezTo>
                  <a:cubicBezTo>
                    <a:pt x="5926" y="2327"/>
                    <a:pt x="5313" y="791"/>
                    <a:pt x="3981" y="178"/>
                  </a:cubicBezTo>
                  <a:cubicBezTo>
                    <a:pt x="3667" y="58"/>
                    <a:pt x="3342" y="1"/>
                    <a:pt x="3021" y="1"/>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27" name="Google Shape;1317;p26"/>
            <p:cNvSpPr/>
            <p:nvPr/>
          </p:nvSpPr>
          <p:spPr>
            <a:xfrm>
              <a:off x="2107775" y="1214425"/>
              <a:ext cx="132850" cy="80175"/>
            </a:xfrm>
            <a:custGeom>
              <a:avLst/>
              <a:ahLst/>
              <a:rect l="l" t="t" r="r" b="b"/>
              <a:pathLst>
                <a:path w="5314" h="3207" extrusionOk="0">
                  <a:moveTo>
                    <a:pt x="5215" y="1"/>
                  </a:moveTo>
                  <a:cubicBezTo>
                    <a:pt x="5215" y="410"/>
                    <a:pt x="5109" y="720"/>
                    <a:pt x="5011" y="1023"/>
                  </a:cubicBezTo>
                  <a:cubicBezTo>
                    <a:pt x="4544" y="2037"/>
                    <a:pt x="3542" y="2634"/>
                    <a:pt x="2506" y="2634"/>
                  </a:cubicBezTo>
                  <a:cubicBezTo>
                    <a:pt x="2181" y="2634"/>
                    <a:pt x="1853" y="2576"/>
                    <a:pt x="1537" y="2453"/>
                  </a:cubicBezTo>
                  <a:cubicBezTo>
                    <a:pt x="720" y="2044"/>
                    <a:pt x="205" y="1431"/>
                    <a:pt x="1" y="614"/>
                  </a:cubicBezTo>
                  <a:lnTo>
                    <a:pt x="1" y="614"/>
                  </a:lnTo>
                  <a:cubicBezTo>
                    <a:pt x="1" y="1636"/>
                    <a:pt x="614" y="2559"/>
                    <a:pt x="1635" y="2968"/>
                  </a:cubicBezTo>
                  <a:cubicBezTo>
                    <a:pt x="1988" y="3130"/>
                    <a:pt x="2354" y="3206"/>
                    <a:pt x="2711" y="3206"/>
                  </a:cubicBezTo>
                  <a:cubicBezTo>
                    <a:pt x="3705" y="3206"/>
                    <a:pt x="4632" y="2615"/>
                    <a:pt x="5011" y="1636"/>
                  </a:cubicBezTo>
                  <a:cubicBezTo>
                    <a:pt x="5215" y="1129"/>
                    <a:pt x="5313" y="516"/>
                    <a:pt x="5215"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28" name="Google Shape;1318;p26"/>
            <p:cNvSpPr/>
            <p:nvPr/>
          </p:nvSpPr>
          <p:spPr>
            <a:xfrm>
              <a:off x="2110425" y="1204225"/>
              <a:ext cx="122625" cy="58875"/>
            </a:xfrm>
            <a:custGeom>
              <a:avLst/>
              <a:ahLst/>
              <a:rect l="l" t="t" r="r" b="b"/>
              <a:pathLst>
                <a:path w="4905" h="2355" extrusionOk="0">
                  <a:moveTo>
                    <a:pt x="99" y="0"/>
                  </a:moveTo>
                  <a:lnTo>
                    <a:pt x="99" y="106"/>
                  </a:lnTo>
                  <a:cubicBezTo>
                    <a:pt x="99" y="205"/>
                    <a:pt x="1" y="205"/>
                    <a:pt x="1" y="311"/>
                  </a:cubicBezTo>
                  <a:lnTo>
                    <a:pt x="4799" y="2354"/>
                  </a:lnTo>
                  <a:cubicBezTo>
                    <a:pt x="4799" y="2248"/>
                    <a:pt x="4799" y="2150"/>
                    <a:pt x="4905" y="2150"/>
                  </a:cubicBezTo>
                  <a:lnTo>
                    <a:pt x="4905" y="2044"/>
                  </a:lnTo>
                  <a:lnTo>
                    <a:pt x="99"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29" name="Google Shape;1319;p26"/>
            <p:cNvSpPr/>
            <p:nvPr/>
          </p:nvSpPr>
          <p:spPr>
            <a:xfrm>
              <a:off x="2112875" y="1201775"/>
              <a:ext cx="122625" cy="56200"/>
            </a:xfrm>
            <a:custGeom>
              <a:avLst/>
              <a:ahLst/>
              <a:rect l="l" t="t" r="r" b="b"/>
              <a:pathLst>
                <a:path w="4905" h="2248" extrusionOk="0">
                  <a:moveTo>
                    <a:pt x="107" y="0"/>
                  </a:moveTo>
                  <a:lnTo>
                    <a:pt x="1" y="98"/>
                  </a:lnTo>
                  <a:lnTo>
                    <a:pt x="1" y="303"/>
                  </a:lnTo>
                  <a:lnTo>
                    <a:pt x="4807" y="2248"/>
                  </a:lnTo>
                  <a:lnTo>
                    <a:pt x="4807" y="2142"/>
                  </a:lnTo>
                  <a:cubicBezTo>
                    <a:pt x="4807" y="2043"/>
                    <a:pt x="4905" y="2043"/>
                    <a:pt x="4905" y="1937"/>
                  </a:cubicBezTo>
                  <a:lnTo>
                    <a:pt x="107"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nvGrpSpPr>
          <p:cNvPr id="102" name="Google Shape;1320;p26"/>
          <p:cNvGrpSpPr/>
          <p:nvPr/>
        </p:nvGrpSpPr>
        <p:grpSpPr>
          <a:xfrm>
            <a:off x="8266150" y="4248125"/>
            <a:ext cx="480225" cy="615300"/>
            <a:chOff x="912850" y="4743425"/>
            <a:chExt cx="480225" cy="615300"/>
          </a:xfrm>
        </p:grpSpPr>
        <p:sp>
          <p:nvSpPr>
            <p:cNvPr id="1049430" name="Google Shape;1321;p26"/>
            <p:cNvSpPr/>
            <p:nvPr/>
          </p:nvSpPr>
          <p:spPr>
            <a:xfrm>
              <a:off x="912850" y="4825175"/>
              <a:ext cx="480225" cy="533550"/>
            </a:xfrm>
            <a:custGeom>
              <a:avLst/>
              <a:ah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31" name="Google Shape;1322;p26"/>
            <p:cNvSpPr/>
            <p:nvPr/>
          </p:nvSpPr>
          <p:spPr>
            <a:xfrm>
              <a:off x="1055900" y="4825175"/>
              <a:ext cx="291200" cy="71525"/>
            </a:xfrm>
            <a:custGeom>
              <a:avLst/>
              <a:ah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32" name="Google Shape;1323;p26"/>
            <p:cNvSpPr/>
            <p:nvPr/>
          </p:nvSpPr>
          <p:spPr>
            <a:xfrm>
              <a:off x="1038125" y="4743425"/>
              <a:ext cx="344725" cy="143075"/>
            </a:xfrm>
            <a:custGeom>
              <a:avLst/>
              <a:ah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33" name="Google Shape;1324;p26"/>
            <p:cNvSpPr/>
            <p:nvPr/>
          </p:nvSpPr>
          <p:spPr>
            <a:xfrm>
              <a:off x="1050775" y="4745900"/>
              <a:ext cx="28225" cy="79300"/>
            </a:xfrm>
            <a:custGeom>
              <a:avLst/>
              <a:ah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34" name="Google Shape;1325;p26"/>
            <p:cNvSpPr/>
            <p:nvPr/>
          </p:nvSpPr>
          <p:spPr>
            <a:xfrm>
              <a:off x="1078975" y="4751000"/>
              <a:ext cx="30675" cy="81750"/>
            </a:xfrm>
            <a:custGeom>
              <a:avLst/>
              <a:ah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35" name="Google Shape;1326;p26"/>
            <p:cNvSpPr/>
            <p:nvPr/>
          </p:nvSpPr>
          <p:spPr>
            <a:xfrm>
              <a:off x="1109625" y="4756100"/>
              <a:ext cx="28025" cy="81775"/>
            </a:xfrm>
            <a:custGeom>
              <a:avLst/>
              <a:ah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36" name="Google Shape;1327;p26"/>
            <p:cNvSpPr/>
            <p:nvPr/>
          </p:nvSpPr>
          <p:spPr>
            <a:xfrm>
              <a:off x="1137625" y="4763875"/>
              <a:ext cx="30675" cy="79100"/>
            </a:xfrm>
            <a:custGeom>
              <a:avLst/>
              <a:ah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37" name="Google Shape;1328;p26"/>
            <p:cNvSpPr/>
            <p:nvPr/>
          </p:nvSpPr>
          <p:spPr>
            <a:xfrm>
              <a:off x="1165825" y="4768975"/>
              <a:ext cx="30675" cy="79100"/>
            </a:xfrm>
            <a:custGeom>
              <a:avLst/>
              <a:ah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38" name="Google Shape;1329;p26"/>
            <p:cNvSpPr/>
            <p:nvPr/>
          </p:nvSpPr>
          <p:spPr>
            <a:xfrm>
              <a:off x="1196475" y="4774075"/>
              <a:ext cx="28025" cy="81775"/>
            </a:xfrm>
            <a:custGeom>
              <a:avLst/>
              <a:ah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39" name="Google Shape;1330;p26"/>
            <p:cNvSpPr/>
            <p:nvPr/>
          </p:nvSpPr>
          <p:spPr>
            <a:xfrm>
              <a:off x="1224475" y="4779200"/>
              <a:ext cx="30675" cy="81750"/>
            </a:xfrm>
            <a:custGeom>
              <a:avLst/>
              <a:ah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40" name="Google Shape;1331;p26"/>
            <p:cNvSpPr/>
            <p:nvPr/>
          </p:nvSpPr>
          <p:spPr>
            <a:xfrm>
              <a:off x="1255125" y="4786750"/>
              <a:ext cx="28225" cy="79300"/>
            </a:xfrm>
            <a:custGeom>
              <a:avLst/>
              <a:ah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41" name="Google Shape;1332;p26"/>
            <p:cNvSpPr/>
            <p:nvPr/>
          </p:nvSpPr>
          <p:spPr>
            <a:xfrm>
              <a:off x="1283325" y="4791875"/>
              <a:ext cx="30675" cy="81750"/>
            </a:xfrm>
            <a:custGeom>
              <a:avLst/>
              <a:ah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42" name="Google Shape;1333;p26"/>
            <p:cNvSpPr/>
            <p:nvPr/>
          </p:nvSpPr>
          <p:spPr>
            <a:xfrm>
              <a:off x="1313975" y="4796975"/>
              <a:ext cx="28000" cy="81750"/>
            </a:xfrm>
            <a:custGeom>
              <a:avLst/>
              <a:ah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43" name="Google Shape;1334;p26"/>
            <p:cNvSpPr/>
            <p:nvPr/>
          </p:nvSpPr>
          <p:spPr>
            <a:xfrm>
              <a:off x="1341950" y="4804725"/>
              <a:ext cx="30675" cy="79125"/>
            </a:xfrm>
            <a:custGeom>
              <a:avLst/>
              <a:ah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44" name="Google Shape;1335;p26"/>
            <p:cNvSpPr/>
            <p:nvPr/>
          </p:nvSpPr>
          <p:spPr>
            <a:xfrm>
              <a:off x="935950" y="4963100"/>
              <a:ext cx="441800" cy="260550"/>
            </a:xfrm>
            <a:custGeom>
              <a:avLst/>
              <a:ah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45" name="Google Shape;1336;p26"/>
            <p:cNvSpPr/>
            <p:nvPr/>
          </p:nvSpPr>
          <p:spPr>
            <a:xfrm>
              <a:off x="912850" y="5169875"/>
              <a:ext cx="424025" cy="188850"/>
            </a:xfrm>
            <a:custGeom>
              <a:avLst/>
              <a:ah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46" name="Google Shape;1337;p26"/>
            <p:cNvSpPr/>
            <p:nvPr/>
          </p:nvSpPr>
          <p:spPr>
            <a:xfrm>
              <a:off x="963950" y="4963100"/>
              <a:ext cx="413800" cy="112400"/>
            </a:xfrm>
            <a:custGeom>
              <a:avLst/>
              <a:ah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47" name="Google Shape;1338;p26"/>
            <p:cNvSpPr/>
            <p:nvPr/>
          </p:nvSpPr>
          <p:spPr>
            <a:xfrm>
              <a:off x="984375" y="5034625"/>
              <a:ext cx="94625" cy="94425"/>
            </a:xfrm>
            <a:custGeom>
              <a:avLst/>
              <a:ah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48" name="Google Shape;1339;p26"/>
            <p:cNvSpPr/>
            <p:nvPr/>
          </p:nvSpPr>
          <p:spPr>
            <a:xfrm>
              <a:off x="1178500" y="5075475"/>
              <a:ext cx="145700" cy="43350"/>
            </a:xfrm>
            <a:custGeom>
              <a:avLst/>
              <a:ah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49" name="Google Shape;1340;p26"/>
            <p:cNvSpPr/>
            <p:nvPr/>
          </p:nvSpPr>
          <p:spPr>
            <a:xfrm>
              <a:off x="1170925" y="5113700"/>
              <a:ext cx="145525" cy="43550"/>
            </a:xfrm>
            <a:custGeom>
              <a:avLst/>
              <a:ah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9450" name="Google Shape;1341;p26"/>
          <p:cNvSpPr/>
          <p:nvPr/>
        </p:nvSpPr>
        <p:spPr>
          <a:xfrm flipH="1">
            <a:off x="321590" y="851441"/>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51" name="Google Shape;1342;p26"/>
          <p:cNvSpPr/>
          <p:nvPr/>
        </p:nvSpPr>
        <p:spPr>
          <a:xfrm flipH="1">
            <a:off x="1700081" y="61720"/>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52" name="Google Shape;1343;p26"/>
          <p:cNvSpPr/>
          <p:nvPr/>
        </p:nvSpPr>
        <p:spPr>
          <a:xfrm flipH="1">
            <a:off x="152397" y="1274488"/>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53" name="Google Shape;1344;p26"/>
          <p:cNvSpPr/>
          <p:nvPr/>
        </p:nvSpPr>
        <p:spPr>
          <a:xfrm flipH="1">
            <a:off x="614097" y="576451"/>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54" name="Google Shape;1345;p26"/>
          <p:cNvSpPr/>
          <p:nvPr/>
        </p:nvSpPr>
        <p:spPr>
          <a:xfrm flipH="1">
            <a:off x="712853" y="160402"/>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55" name="Google Shape;1346;p26"/>
          <p:cNvSpPr/>
          <p:nvPr/>
        </p:nvSpPr>
        <p:spPr>
          <a:xfrm flipH="1">
            <a:off x="2362920" y="269841"/>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56" name="Google Shape;1347;p26"/>
          <p:cNvSpPr/>
          <p:nvPr/>
        </p:nvSpPr>
        <p:spPr>
          <a:xfrm>
            <a:off x="8408223" y="367974"/>
            <a:ext cx="261014" cy="257301"/>
          </a:xfrm>
          <a:custGeom>
            <a:avLst/>
            <a:ah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57" name="Google Shape;1348;p26"/>
          <p:cNvSpPr/>
          <p:nvPr/>
        </p:nvSpPr>
        <p:spPr>
          <a:xfrm>
            <a:off x="8538536" y="82293"/>
            <a:ext cx="60199" cy="60130"/>
          </a:xfrm>
          <a:custGeom>
            <a:avLst/>
            <a:ah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58" name="Google Shape;1349;p26"/>
          <p:cNvSpPr/>
          <p:nvPr/>
        </p:nvSpPr>
        <p:spPr>
          <a:xfrm>
            <a:off x="8697360" y="1016702"/>
            <a:ext cx="59875" cy="59871"/>
          </a:xfrm>
          <a:custGeom>
            <a:avLst/>
            <a:ah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59" name="Google Shape;1350;p26"/>
          <p:cNvSpPr/>
          <p:nvPr/>
        </p:nvSpPr>
        <p:spPr>
          <a:xfrm>
            <a:off x="8937353" y="417069"/>
            <a:ext cx="60134" cy="60130"/>
          </a:xfrm>
          <a:custGeom>
            <a:avLst/>
            <a:ah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60" name="Google Shape;1351;p26"/>
          <p:cNvSpPr/>
          <p:nvPr/>
        </p:nvSpPr>
        <p:spPr>
          <a:xfrm rot="10800000">
            <a:off x="28" y="36"/>
            <a:ext cx="1695422" cy="2497239"/>
          </a:xfrm>
          <a:custGeom>
            <a:avLst/>
            <a:ah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3">
  <p:cSld name="CUSTOM_1_1_1_1_3_1">
    <p:spTree>
      <p:nvGrpSpPr>
        <p:cNvPr id="125" name="Shape 1352"/>
        <p:cNvGrpSpPr/>
        <p:nvPr/>
      </p:nvGrpSpPr>
      <p:grpSpPr>
        <a:xfrm>
          <a:off x="0" y="0"/>
          <a:ext cx="0" cy="0"/>
          <a:chOff x="0" y="0"/>
          <a:chExt cx="0" cy="0"/>
        </a:xfrm>
      </p:grpSpPr>
      <p:sp>
        <p:nvSpPr>
          <p:cNvPr id="1049518" name="Google Shape;1353;p27"/>
          <p:cNvSpPr/>
          <p:nvPr/>
        </p:nvSpPr>
        <p:spPr>
          <a:xfrm flipH="1">
            <a:off x="28" y="3186075"/>
            <a:ext cx="2623950" cy="1957425"/>
          </a:xfrm>
          <a:custGeom>
            <a:avLst/>
            <a:ah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19" name="Google Shape;1354;p27"/>
          <p:cNvSpPr txBox="1">
            <a:spLocks noGrp="1"/>
          </p:cNvSpPr>
          <p:nvPr>
            <p:ph type="title"/>
          </p:nvPr>
        </p:nvSpPr>
        <p:spPr>
          <a:xfrm>
            <a:off x="713225" y="539500"/>
            <a:ext cx="7717500" cy="478200"/>
          </a:xfrm>
          <a:prstGeom prst="rect"/>
        </p:spPr>
        <p:txBody>
          <a:bodyPr anchor="ctr" anchorCtr="0" bIns="91425" lIns="91425" rIns="91425" spcFirstLastPara="1" tIns="91425" wrap="square">
            <a:noAutofit/>
          </a:bodyPr>
          <a:lstStyle>
            <a:lvl1pPr algn="ctr" lvl="0" rtl="0">
              <a:spcBef>
                <a:spcPts val="0"/>
              </a:spcBef>
              <a:spcAft>
                <a:spcPts val="0"/>
              </a:spcAft>
              <a:buSzPts val="2800"/>
              <a:buNone/>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grpSp>
        <p:nvGrpSpPr>
          <p:cNvPr id="126" name="Google Shape;1355;p27"/>
          <p:cNvGrpSpPr/>
          <p:nvPr/>
        </p:nvGrpSpPr>
        <p:grpSpPr>
          <a:xfrm flipH="1">
            <a:off x="88678" y="4256525"/>
            <a:ext cx="996175" cy="685800"/>
            <a:chOff x="1379925" y="685000"/>
            <a:chExt cx="996175" cy="685800"/>
          </a:xfrm>
        </p:grpSpPr>
        <p:sp>
          <p:nvSpPr>
            <p:cNvPr id="1049520" name="Google Shape;1356;p27"/>
            <p:cNvSpPr/>
            <p:nvPr/>
          </p:nvSpPr>
          <p:spPr>
            <a:xfrm>
              <a:off x="1379925" y="685000"/>
              <a:ext cx="996175" cy="685800"/>
            </a:xfrm>
            <a:custGeom>
              <a:avLst/>
              <a:ahLst/>
              <a:rect l="l" t="t" r="r" b="b"/>
              <a:pathLst>
                <a:path w="39847" h="27432" extrusionOk="0">
                  <a:moveTo>
                    <a:pt x="7049" y="1"/>
                  </a:moveTo>
                  <a:cubicBezTo>
                    <a:pt x="6004" y="1"/>
                    <a:pt x="5047" y="612"/>
                    <a:pt x="4594" y="1668"/>
                  </a:cubicBezTo>
                  <a:lnTo>
                    <a:pt x="614" y="11370"/>
                  </a:lnTo>
                  <a:cubicBezTo>
                    <a:pt x="1" y="12800"/>
                    <a:pt x="712" y="14435"/>
                    <a:pt x="2044" y="14950"/>
                  </a:cubicBezTo>
                  <a:lnTo>
                    <a:pt x="31673" y="27210"/>
                  </a:lnTo>
                  <a:cubicBezTo>
                    <a:pt x="32026" y="27361"/>
                    <a:pt x="32384" y="27431"/>
                    <a:pt x="32734" y="27431"/>
                  </a:cubicBezTo>
                  <a:cubicBezTo>
                    <a:pt x="33802" y="27431"/>
                    <a:pt x="34783" y="26777"/>
                    <a:pt x="35245" y="25779"/>
                  </a:cubicBezTo>
                  <a:lnTo>
                    <a:pt x="39233" y="15971"/>
                  </a:lnTo>
                  <a:cubicBezTo>
                    <a:pt x="39846" y="14639"/>
                    <a:pt x="39127" y="13004"/>
                    <a:pt x="37803" y="12391"/>
                  </a:cubicBezTo>
                  <a:lnTo>
                    <a:pt x="8174" y="238"/>
                  </a:lnTo>
                  <a:cubicBezTo>
                    <a:pt x="7800" y="77"/>
                    <a:pt x="7419" y="1"/>
                    <a:pt x="7049" y="1"/>
                  </a:cubicBez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21" name="Google Shape;1357;p27"/>
            <p:cNvSpPr/>
            <p:nvPr/>
          </p:nvSpPr>
          <p:spPr>
            <a:xfrm>
              <a:off x="1530525" y="760450"/>
              <a:ext cx="132850" cy="129725"/>
            </a:xfrm>
            <a:custGeom>
              <a:avLst/>
              <a:ahLst/>
              <a:rect l="l" t="t" r="r" b="b"/>
              <a:pathLst>
                <a:path w="5314" h="5189" extrusionOk="0">
                  <a:moveTo>
                    <a:pt x="2604" y="0"/>
                  </a:moveTo>
                  <a:cubicBezTo>
                    <a:pt x="2144" y="0"/>
                    <a:pt x="1672" y="125"/>
                    <a:pt x="1227" y="383"/>
                  </a:cubicBezTo>
                  <a:cubicBezTo>
                    <a:pt x="1227" y="383"/>
                    <a:pt x="1129" y="383"/>
                    <a:pt x="1129" y="489"/>
                  </a:cubicBezTo>
                  <a:lnTo>
                    <a:pt x="924" y="489"/>
                  </a:lnTo>
                  <a:lnTo>
                    <a:pt x="924" y="587"/>
                  </a:lnTo>
                  <a:lnTo>
                    <a:pt x="818" y="587"/>
                  </a:lnTo>
                  <a:lnTo>
                    <a:pt x="818" y="693"/>
                  </a:lnTo>
                  <a:cubicBezTo>
                    <a:pt x="614" y="791"/>
                    <a:pt x="516" y="996"/>
                    <a:pt x="409" y="1200"/>
                  </a:cubicBezTo>
                  <a:lnTo>
                    <a:pt x="311" y="1200"/>
                  </a:lnTo>
                  <a:lnTo>
                    <a:pt x="311" y="1404"/>
                  </a:lnTo>
                  <a:lnTo>
                    <a:pt x="205" y="1404"/>
                  </a:lnTo>
                  <a:lnTo>
                    <a:pt x="205" y="1609"/>
                  </a:lnTo>
                  <a:lnTo>
                    <a:pt x="107" y="1609"/>
                  </a:lnTo>
                  <a:lnTo>
                    <a:pt x="107" y="1813"/>
                  </a:lnTo>
                  <a:lnTo>
                    <a:pt x="1" y="1919"/>
                  </a:lnTo>
                  <a:lnTo>
                    <a:pt x="1" y="2124"/>
                  </a:lnTo>
                  <a:lnTo>
                    <a:pt x="1" y="2328"/>
                  </a:lnTo>
                  <a:lnTo>
                    <a:pt x="1" y="2630"/>
                  </a:lnTo>
                  <a:lnTo>
                    <a:pt x="1" y="2835"/>
                  </a:lnTo>
                  <a:lnTo>
                    <a:pt x="1" y="2941"/>
                  </a:lnTo>
                  <a:lnTo>
                    <a:pt x="1" y="3039"/>
                  </a:lnTo>
                  <a:lnTo>
                    <a:pt x="1" y="3145"/>
                  </a:lnTo>
                  <a:cubicBezTo>
                    <a:pt x="1" y="3243"/>
                    <a:pt x="1" y="3243"/>
                    <a:pt x="107" y="3350"/>
                  </a:cubicBezTo>
                  <a:lnTo>
                    <a:pt x="107" y="3554"/>
                  </a:lnTo>
                  <a:lnTo>
                    <a:pt x="205" y="3652"/>
                  </a:lnTo>
                  <a:lnTo>
                    <a:pt x="205" y="3758"/>
                  </a:lnTo>
                  <a:cubicBezTo>
                    <a:pt x="311" y="3758"/>
                    <a:pt x="311" y="3856"/>
                    <a:pt x="311" y="3856"/>
                  </a:cubicBezTo>
                  <a:cubicBezTo>
                    <a:pt x="311" y="3963"/>
                    <a:pt x="409" y="3963"/>
                    <a:pt x="409" y="4061"/>
                  </a:cubicBezTo>
                  <a:cubicBezTo>
                    <a:pt x="614" y="4469"/>
                    <a:pt x="1022" y="4674"/>
                    <a:pt x="1333" y="4878"/>
                  </a:cubicBezTo>
                  <a:cubicBezTo>
                    <a:pt x="1431" y="4984"/>
                    <a:pt x="1537" y="4984"/>
                    <a:pt x="1635" y="4984"/>
                  </a:cubicBezTo>
                  <a:cubicBezTo>
                    <a:pt x="1635" y="5082"/>
                    <a:pt x="1742" y="5082"/>
                    <a:pt x="1840" y="5082"/>
                  </a:cubicBezTo>
                  <a:cubicBezTo>
                    <a:pt x="1946" y="5082"/>
                    <a:pt x="1946" y="5082"/>
                    <a:pt x="2044" y="5189"/>
                  </a:cubicBezTo>
                  <a:lnTo>
                    <a:pt x="2559" y="5189"/>
                  </a:lnTo>
                  <a:cubicBezTo>
                    <a:pt x="2968" y="5189"/>
                    <a:pt x="3376" y="5082"/>
                    <a:pt x="3679" y="4878"/>
                  </a:cubicBezTo>
                  <a:lnTo>
                    <a:pt x="3883" y="4878"/>
                  </a:lnTo>
                  <a:lnTo>
                    <a:pt x="3883" y="4780"/>
                  </a:lnTo>
                  <a:lnTo>
                    <a:pt x="3989" y="4780"/>
                  </a:lnTo>
                  <a:cubicBezTo>
                    <a:pt x="4087" y="4674"/>
                    <a:pt x="4087" y="4674"/>
                    <a:pt x="4194" y="4674"/>
                  </a:cubicBezTo>
                  <a:lnTo>
                    <a:pt x="4194" y="4576"/>
                  </a:lnTo>
                  <a:lnTo>
                    <a:pt x="4292" y="4576"/>
                  </a:lnTo>
                  <a:cubicBezTo>
                    <a:pt x="4292" y="4469"/>
                    <a:pt x="4398" y="4469"/>
                    <a:pt x="4398" y="4469"/>
                  </a:cubicBezTo>
                  <a:cubicBezTo>
                    <a:pt x="4398" y="4371"/>
                    <a:pt x="4398" y="4371"/>
                    <a:pt x="4496" y="4371"/>
                  </a:cubicBezTo>
                  <a:cubicBezTo>
                    <a:pt x="4496" y="4371"/>
                    <a:pt x="4496" y="4265"/>
                    <a:pt x="4602" y="4265"/>
                  </a:cubicBezTo>
                  <a:lnTo>
                    <a:pt x="4602" y="4167"/>
                  </a:lnTo>
                  <a:cubicBezTo>
                    <a:pt x="4700" y="4167"/>
                    <a:pt x="4700" y="4061"/>
                    <a:pt x="4700" y="4061"/>
                  </a:cubicBezTo>
                  <a:cubicBezTo>
                    <a:pt x="4700" y="3963"/>
                    <a:pt x="4807" y="3963"/>
                    <a:pt x="4807" y="3963"/>
                  </a:cubicBezTo>
                  <a:lnTo>
                    <a:pt x="4807" y="3856"/>
                  </a:lnTo>
                  <a:lnTo>
                    <a:pt x="4905" y="3758"/>
                  </a:lnTo>
                  <a:lnTo>
                    <a:pt x="4905" y="3652"/>
                  </a:lnTo>
                  <a:lnTo>
                    <a:pt x="5011" y="3554"/>
                  </a:lnTo>
                  <a:lnTo>
                    <a:pt x="5011" y="3448"/>
                  </a:lnTo>
                  <a:cubicBezTo>
                    <a:pt x="5313" y="2737"/>
                    <a:pt x="5215" y="1813"/>
                    <a:pt x="4700" y="1102"/>
                  </a:cubicBezTo>
                  <a:cubicBezTo>
                    <a:pt x="4180" y="384"/>
                    <a:pt x="3410" y="0"/>
                    <a:pt x="2604"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22" name="Google Shape;1358;p27"/>
            <p:cNvSpPr/>
            <p:nvPr/>
          </p:nvSpPr>
          <p:spPr>
            <a:xfrm>
              <a:off x="1515200" y="747700"/>
              <a:ext cx="145725" cy="130475"/>
            </a:xfrm>
            <a:custGeom>
              <a:avLst/>
              <a:ahLst/>
              <a:rect l="l" t="t" r="r" b="b"/>
              <a:pathLst>
                <a:path w="5829" h="5219" extrusionOk="0">
                  <a:moveTo>
                    <a:pt x="2916" y="0"/>
                  </a:moveTo>
                  <a:cubicBezTo>
                    <a:pt x="1884" y="0"/>
                    <a:pt x="901" y="598"/>
                    <a:pt x="516" y="1612"/>
                  </a:cubicBezTo>
                  <a:cubicBezTo>
                    <a:pt x="1" y="2936"/>
                    <a:pt x="614" y="4473"/>
                    <a:pt x="1946" y="4979"/>
                  </a:cubicBezTo>
                  <a:cubicBezTo>
                    <a:pt x="2296" y="5142"/>
                    <a:pt x="2662" y="5218"/>
                    <a:pt x="3019" y="5218"/>
                  </a:cubicBezTo>
                  <a:cubicBezTo>
                    <a:pt x="4011" y="5218"/>
                    <a:pt x="4941" y="4629"/>
                    <a:pt x="5313" y="3655"/>
                  </a:cubicBezTo>
                  <a:cubicBezTo>
                    <a:pt x="5828" y="2323"/>
                    <a:pt x="5215" y="795"/>
                    <a:pt x="3883" y="182"/>
                  </a:cubicBezTo>
                  <a:cubicBezTo>
                    <a:pt x="3567" y="59"/>
                    <a:pt x="3239" y="0"/>
                    <a:pt x="2916"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23" name="Google Shape;1359;p27"/>
            <p:cNvSpPr/>
            <p:nvPr/>
          </p:nvSpPr>
          <p:spPr>
            <a:xfrm>
              <a:off x="1522975" y="798200"/>
              <a:ext cx="130175" cy="79975"/>
            </a:xfrm>
            <a:custGeom>
              <a:avLst/>
              <a:ahLst/>
              <a:rect l="l" t="t" r="r" b="b"/>
              <a:pathLst>
                <a:path w="5207" h="3199" extrusionOk="0">
                  <a:moveTo>
                    <a:pt x="5109" y="1"/>
                  </a:moveTo>
                  <a:cubicBezTo>
                    <a:pt x="5109" y="303"/>
                    <a:pt x="5109" y="712"/>
                    <a:pt x="4904" y="1022"/>
                  </a:cubicBezTo>
                  <a:cubicBezTo>
                    <a:pt x="4511" y="2033"/>
                    <a:pt x="3527" y="2630"/>
                    <a:pt x="2491" y="2630"/>
                  </a:cubicBezTo>
                  <a:cubicBezTo>
                    <a:pt x="2170" y="2630"/>
                    <a:pt x="1844" y="2573"/>
                    <a:pt x="1529" y="2453"/>
                  </a:cubicBezTo>
                  <a:cubicBezTo>
                    <a:pt x="711" y="2044"/>
                    <a:pt x="205" y="1325"/>
                    <a:pt x="0" y="614"/>
                  </a:cubicBezTo>
                  <a:lnTo>
                    <a:pt x="0" y="614"/>
                  </a:lnTo>
                  <a:cubicBezTo>
                    <a:pt x="0" y="1635"/>
                    <a:pt x="613" y="2551"/>
                    <a:pt x="1635" y="2959"/>
                  </a:cubicBezTo>
                  <a:cubicBezTo>
                    <a:pt x="1985" y="3122"/>
                    <a:pt x="2351" y="3198"/>
                    <a:pt x="2708" y="3198"/>
                  </a:cubicBezTo>
                  <a:cubicBezTo>
                    <a:pt x="3700" y="3198"/>
                    <a:pt x="4630" y="2609"/>
                    <a:pt x="5002" y="1635"/>
                  </a:cubicBezTo>
                  <a:cubicBezTo>
                    <a:pt x="5207" y="1022"/>
                    <a:pt x="5207" y="507"/>
                    <a:pt x="5109"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24" name="Google Shape;1360;p27"/>
            <p:cNvSpPr/>
            <p:nvPr/>
          </p:nvSpPr>
          <p:spPr>
            <a:xfrm>
              <a:off x="1525425" y="788000"/>
              <a:ext cx="122625" cy="58650"/>
            </a:xfrm>
            <a:custGeom>
              <a:avLst/>
              <a:ahLst/>
              <a:rect l="l" t="t" r="r" b="b"/>
              <a:pathLst>
                <a:path w="4905" h="2346" extrusionOk="0">
                  <a:moveTo>
                    <a:pt x="107" y="0"/>
                  </a:moveTo>
                  <a:lnTo>
                    <a:pt x="107" y="98"/>
                  </a:lnTo>
                  <a:cubicBezTo>
                    <a:pt x="0" y="98"/>
                    <a:pt x="0" y="204"/>
                    <a:pt x="0" y="302"/>
                  </a:cubicBezTo>
                  <a:lnTo>
                    <a:pt x="4700" y="2346"/>
                  </a:lnTo>
                  <a:cubicBezTo>
                    <a:pt x="4806" y="2248"/>
                    <a:pt x="4806" y="2141"/>
                    <a:pt x="4904" y="2043"/>
                  </a:cubicBezTo>
                  <a:lnTo>
                    <a:pt x="107"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25" name="Google Shape;1361;p27"/>
            <p:cNvSpPr/>
            <p:nvPr/>
          </p:nvSpPr>
          <p:spPr>
            <a:xfrm>
              <a:off x="1525425" y="782875"/>
              <a:ext cx="125275" cy="58675"/>
            </a:xfrm>
            <a:custGeom>
              <a:avLst/>
              <a:ahLst/>
              <a:rect l="l" t="t" r="r" b="b"/>
              <a:pathLst>
                <a:path w="5011" h="2347" extrusionOk="0">
                  <a:moveTo>
                    <a:pt x="205" y="1"/>
                  </a:moveTo>
                  <a:cubicBezTo>
                    <a:pt x="107" y="99"/>
                    <a:pt x="107" y="99"/>
                    <a:pt x="107" y="205"/>
                  </a:cubicBezTo>
                  <a:cubicBezTo>
                    <a:pt x="107" y="205"/>
                    <a:pt x="107" y="303"/>
                    <a:pt x="0" y="303"/>
                  </a:cubicBezTo>
                  <a:lnTo>
                    <a:pt x="4806" y="2346"/>
                  </a:lnTo>
                  <a:cubicBezTo>
                    <a:pt x="4904" y="2346"/>
                    <a:pt x="4904" y="2248"/>
                    <a:pt x="4904" y="2248"/>
                  </a:cubicBezTo>
                  <a:cubicBezTo>
                    <a:pt x="4904" y="2142"/>
                    <a:pt x="4904" y="2142"/>
                    <a:pt x="5011" y="2044"/>
                  </a:cubicBezTo>
                  <a:lnTo>
                    <a:pt x="205" y="1"/>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26" name="Google Shape;1362;p27"/>
            <p:cNvSpPr/>
            <p:nvPr/>
          </p:nvSpPr>
          <p:spPr>
            <a:xfrm>
              <a:off x="1691550" y="826850"/>
              <a:ext cx="132850" cy="129750"/>
            </a:xfrm>
            <a:custGeom>
              <a:avLst/>
              <a:ahLst/>
              <a:rect l="l" t="t" r="r" b="b"/>
              <a:pathLst>
                <a:path w="5314" h="5190" extrusionOk="0">
                  <a:moveTo>
                    <a:pt x="2628" y="0"/>
                  </a:moveTo>
                  <a:cubicBezTo>
                    <a:pt x="2156" y="0"/>
                    <a:pt x="1671" y="125"/>
                    <a:pt x="1226" y="383"/>
                  </a:cubicBezTo>
                  <a:cubicBezTo>
                    <a:pt x="1226" y="383"/>
                    <a:pt x="1120" y="383"/>
                    <a:pt x="1120" y="489"/>
                  </a:cubicBezTo>
                  <a:lnTo>
                    <a:pt x="1022" y="489"/>
                  </a:lnTo>
                  <a:lnTo>
                    <a:pt x="1022" y="587"/>
                  </a:lnTo>
                  <a:cubicBezTo>
                    <a:pt x="916" y="587"/>
                    <a:pt x="916" y="587"/>
                    <a:pt x="916" y="694"/>
                  </a:cubicBezTo>
                  <a:lnTo>
                    <a:pt x="818" y="694"/>
                  </a:lnTo>
                  <a:cubicBezTo>
                    <a:pt x="711" y="792"/>
                    <a:pt x="507" y="996"/>
                    <a:pt x="409" y="1200"/>
                  </a:cubicBezTo>
                  <a:cubicBezTo>
                    <a:pt x="303" y="1307"/>
                    <a:pt x="303" y="1307"/>
                    <a:pt x="303" y="1405"/>
                  </a:cubicBezTo>
                  <a:cubicBezTo>
                    <a:pt x="205" y="1511"/>
                    <a:pt x="205" y="1511"/>
                    <a:pt x="205" y="1609"/>
                  </a:cubicBezTo>
                  <a:lnTo>
                    <a:pt x="205" y="1715"/>
                  </a:lnTo>
                  <a:cubicBezTo>
                    <a:pt x="98" y="1715"/>
                    <a:pt x="98" y="1813"/>
                    <a:pt x="98" y="1920"/>
                  </a:cubicBezTo>
                  <a:cubicBezTo>
                    <a:pt x="98" y="1920"/>
                    <a:pt x="98" y="2018"/>
                    <a:pt x="0" y="2124"/>
                  </a:cubicBezTo>
                  <a:lnTo>
                    <a:pt x="0" y="2328"/>
                  </a:lnTo>
                  <a:lnTo>
                    <a:pt x="0" y="2426"/>
                  </a:lnTo>
                  <a:lnTo>
                    <a:pt x="0" y="2631"/>
                  </a:lnTo>
                  <a:lnTo>
                    <a:pt x="0" y="2835"/>
                  </a:lnTo>
                  <a:lnTo>
                    <a:pt x="0" y="2941"/>
                  </a:lnTo>
                  <a:lnTo>
                    <a:pt x="0" y="3039"/>
                  </a:lnTo>
                  <a:lnTo>
                    <a:pt x="0" y="3146"/>
                  </a:lnTo>
                  <a:cubicBezTo>
                    <a:pt x="98" y="3244"/>
                    <a:pt x="98" y="3244"/>
                    <a:pt x="98" y="3350"/>
                  </a:cubicBezTo>
                  <a:cubicBezTo>
                    <a:pt x="98" y="3448"/>
                    <a:pt x="98" y="3554"/>
                    <a:pt x="205" y="3554"/>
                  </a:cubicBezTo>
                  <a:lnTo>
                    <a:pt x="205" y="3652"/>
                  </a:lnTo>
                  <a:cubicBezTo>
                    <a:pt x="205" y="3652"/>
                    <a:pt x="205" y="3759"/>
                    <a:pt x="303" y="3759"/>
                  </a:cubicBezTo>
                  <a:lnTo>
                    <a:pt x="303" y="3857"/>
                  </a:lnTo>
                  <a:cubicBezTo>
                    <a:pt x="303" y="3963"/>
                    <a:pt x="409" y="3963"/>
                    <a:pt x="409" y="4061"/>
                  </a:cubicBezTo>
                  <a:cubicBezTo>
                    <a:pt x="711" y="4470"/>
                    <a:pt x="1022" y="4780"/>
                    <a:pt x="1431" y="4878"/>
                  </a:cubicBezTo>
                  <a:cubicBezTo>
                    <a:pt x="1431" y="4985"/>
                    <a:pt x="1529" y="4985"/>
                    <a:pt x="1635" y="4985"/>
                  </a:cubicBezTo>
                  <a:cubicBezTo>
                    <a:pt x="1733" y="5083"/>
                    <a:pt x="1733" y="5083"/>
                    <a:pt x="1839" y="5083"/>
                  </a:cubicBezTo>
                  <a:cubicBezTo>
                    <a:pt x="1937" y="5083"/>
                    <a:pt x="2044" y="5189"/>
                    <a:pt x="2142" y="5189"/>
                  </a:cubicBezTo>
                  <a:lnTo>
                    <a:pt x="2550" y="5189"/>
                  </a:lnTo>
                  <a:cubicBezTo>
                    <a:pt x="2959" y="5189"/>
                    <a:pt x="3368" y="5083"/>
                    <a:pt x="3776" y="4985"/>
                  </a:cubicBezTo>
                  <a:lnTo>
                    <a:pt x="3776" y="4878"/>
                  </a:lnTo>
                  <a:lnTo>
                    <a:pt x="3883" y="4878"/>
                  </a:lnTo>
                  <a:cubicBezTo>
                    <a:pt x="3883" y="4878"/>
                    <a:pt x="3981" y="4878"/>
                    <a:pt x="3981" y="4780"/>
                  </a:cubicBezTo>
                  <a:lnTo>
                    <a:pt x="4087" y="4780"/>
                  </a:lnTo>
                  <a:lnTo>
                    <a:pt x="4185" y="4674"/>
                  </a:lnTo>
                  <a:lnTo>
                    <a:pt x="4291" y="4576"/>
                  </a:lnTo>
                  <a:cubicBezTo>
                    <a:pt x="4389" y="4576"/>
                    <a:pt x="4389" y="4470"/>
                    <a:pt x="4389" y="4470"/>
                  </a:cubicBezTo>
                  <a:cubicBezTo>
                    <a:pt x="4496" y="4470"/>
                    <a:pt x="4496" y="4372"/>
                    <a:pt x="4496" y="4372"/>
                  </a:cubicBezTo>
                  <a:lnTo>
                    <a:pt x="4594" y="4265"/>
                  </a:lnTo>
                  <a:lnTo>
                    <a:pt x="4594" y="4167"/>
                  </a:lnTo>
                  <a:cubicBezTo>
                    <a:pt x="4700" y="4167"/>
                    <a:pt x="4700" y="4061"/>
                    <a:pt x="4798" y="4061"/>
                  </a:cubicBezTo>
                  <a:lnTo>
                    <a:pt x="4798" y="3963"/>
                  </a:lnTo>
                  <a:lnTo>
                    <a:pt x="4904" y="3857"/>
                  </a:lnTo>
                  <a:lnTo>
                    <a:pt x="4904" y="3759"/>
                  </a:lnTo>
                  <a:lnTo>
                    <a:pt x="5002" y="3652"/>
                  </a:lnTo>
                  <a:lnTo>
                    <a:pt x="5002" y="3554"/>
                  </a:lnTo>
                  <a:cubicBezTo>
                    <a:pt x="5313" y="2737"/>
                    <a:pt x="5207" y="1920"/>
                    <a:pt x="4700" y="1102"/>
                  </a:cubicBezTo>
                  <a:cubicBezTo>
                    <a:pt x="4242" y="384"/>
                    <a:pt x="3455" y="0"/>
                    <a:pt x="262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27" name="Google Shape;1363;p27"/>
            <p:cNvSpPr/>
            <p:nvPr/>
          </p:nvSpPr>
          <p:spPr>
            <a:xfrm>
              <a:off x="1676225" y="814100"/>
              <a:ext cx="148175" cy="130475"/>
            </a:xfrm>
            <a:custGeom>
              <a:avLst/>
              <a:ahLst/>
              <a:rect l="l" t="t" r="r" b="b"/>
              <a:pathLst>
                <a:path w="5927" h="5219" extrusionOk="0">
                  <a:moveTo>
                    <a:pt x="3012" y="1"/>
                  </a:moveTo>
                  <a:cubicBezTo>
                    <a:pt x="1976" y="1"/>
                    <a:pt x="974" y="598"/>
                    <a:pt x="507" y="1612"/>
                  </a:cubicBezTo>
                  <a:cubicBezTo>
                    <a:pt x="0" y="2936"/>
                    <a:pt x="613" y="4473"/>
                    <a:pt x="1937" y="4980"/>
                  </a:cubicBezTo>
                  <a:cubicBezTo>
                    <a:pt x="2290" y="5142"/>
                    <a:pt x="2657" y="5218"/>
                    <a:pt x="3014" y="5218"/>
                  </a:cubicBezTo>
                  <a:cubicBezTo>
                    <a:pt x="4008" y="5218"/>
                    <a:pt x="4934" y="4629"/>
                    <a:pt x="5313" y="3656"/>
                  </a:cubicBezTo>
                  <a:cubicBezTo>
                    <a:pt x="5926" y="2323"/>
                    <a:pt x="5313" y="795"/>
                    <a:pt x="3981" y="182"/>
                  </a:cubicBezTo>
                  <a:cubicBezTo>
                    <a:pt x="3665" y="59"/>
                    <a:pt x="3337" y="1"/>
                    <a:pt x="3012" y="1"/>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28" name="Google Shape;1364;p27"/>
            <p:cNvSpPr/>
            <p:nvPr/>
          </p:nvSpPr>
          <p:spPr>
            <a:xfrm>
              <a:off x="1683775" y="864625"/>
              <a:ext cx="132850" cy="79950"/>
            </a:xfrm>
            <a:custGeom>
              <a:avLst/>
              <a:ahLst/>
              <a:rect l="l" t="t" r="r" b="b"/>
              <a:pathLst>
                <a:path w="5314" h="3198" extrusionOk="0">
                  <a:moveTo>
                    <a:pt x="5215" y="0"/>
                  </a:moveTo>
                  <a:cubicBezTo>
                    <a:pt x="5215" y="409"/>
                    <a:pt x="5109" y="711"/>
                    <a:pt x="5011" y="1022"/>
                  </a:cubicBezTo>
                  <a:cubicBezTo>
                    <a:pt x="4543" y="2033"/>
                    <a:pt x="3537" y="2629"/>
                    <a:pt x="2497" y="2629"/>
                  </a:cubicBezTo>
                  <a:cubicBezTo>
                    <a:pt x="2175" y="2629"/>
                    <a:pt x="1850" y="2572"/>
                    <a:pt x="1537" y="2452"/>
                  </a:cubicBezTo>
                  <a:cubicBezTo>
                    <a:pt x="720" y="2043"/>
                    <a:pt x="205" y="1430"/>
                    <a:pt x="1" y="613"/>
                  </a:cubicBezTo>
                  <a:lnTo>
                    <a:pt x="1" y="613"/>
                  </a:lnTo>
                  <a:cubicBezTo>
                    <a:pt x="1" y="1635"/>
                    <a:pt x="614" y="2550"/>
                    <a:pt x="1635" y="2959"/>
                  </a:cubicBezTo>
                  <a:cubicBezTo>
                    <a:pt x="1988" y="3121"/>
                    <a:pt x="2355" y="3197"/>
                    <a:pt x="2712" y="3197"/>
                  </a:cubicBezTo>
                  <a:cubicBezTo>
                    <a:pt x="3706" y="3197"/>
                    <a:pt x="4632" y="2608"/>
                    <a:pt x="5011" y="1635"/>
                  </a:cubicBezTo>
                  <a:cubicBezTo>
                    <a:pt x="5215" y="1120"/>
                    <a:pt x="5313" y="507"/>
                    <a:pt x="5215" y="0"/>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29" name="Google Shape;1365;p27"/>
            <p:cNvSpPr/>
            <p:nvPr/>
          </p:nvSpPr>
          <p:spPr>
            <a:xfrm>
              <a:off x="1686450" y="854400"/>
              <a:ext cx="122625" cy="58675"/>
            </a:xfrm>
            <a:custGeom>
              <a:avLst/>
              <a:ahLst/>
              <a:rect l="l" t="t" r="r" b="b"/>
              <a:pathLst>
                <a:path w="4905" h="2347" extrusionOk="0">
                  <a:moveTo>
                    <a:pt x="98" y="0"/>
                  </a:moveTo>
                  <a:lnTo>
                    <a:pt x="98" y="98"/>
                  </a:lnTo>
                  <a:cubicBezTo>
                    <a:pt x="98" y="205"/>
                    <a:pt x="0" y="205"/>
                    <a:pt x="0" y="303"/>
                  </a:cubicBezTo>
                  <a:lnTo>
                    <a:pt x="4798" y="2346"/>
                  </a:lnTo>
                  <a:cubicBezTo>
                    <a:pt x="4798" y="2248"/>
                    <a:pt x="4904" y="2142"/>
                    <a:pt x="4904" y="2142"/>
                  </a:cubicBezTo>
                  <a:lnTo>
                    <a:pt x="4904" y="2044"/>
                  </a:lnTo>
                  <a:lnTo>
                    <a:pt x="98"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30" name="Google Shape;1366;p27"/>
            <p:cNvSpPr/>
            <p:nvPr/>
          </p:nvSpPr>
          <p:spPr>
            <a:xfrm>
              <a:off x="1688900" y="851750"/>
              <a:ext cx="122625" cy="56200"/>
            </a:xfrm>
            <a:custGeom>
              <a:avLst/>
              <a:ahLst/>
              <a:rect l="l" t="t" r="r" b="b"/>
              <a:pathLst>
                <a:path w="4905" h="2248" extrusionOk="0">
                  <a:moveTo>
                    <a:pt x="106" y="0"/>
                  </a:moveTo>
                  <a:cubicBezTo>
                    <a:pt x="106" y="0"/>
                    <a:pt x="106" y="106"/>
                    <a:pt x="0" y="106"/>
                  </a:cubicBezTo>
                  <a:lnTo>
                    <a:pt x="0" y="311"/>
                  </a:lnTo>
                  <a:lnTo>
                    <a:pt x="4806" y="2248"/>
                  </a:lnTo>
                  <a:lnTo>
                    <a:pt x="4806" y="2150"/>
                  </a:lnTo>
                  <a:cubicBezTo>
                    <a:pt x="4904" y="2043"/>
                    <a:pt x="4904" y="2043"/>
                    <a:pt x="4904" y="1945"/>
                  </a:cubicBezTo>
                  <a:lnTo>
                    <a:pt x="106"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31" name="Google Shape;1367;p27"/>
            <p:cNvSpPr/>
            <p:nvPr/>
          </p:nvSpPr>
          <p:spPr>
            <a:xfrm>
              <a:off x="1852350" y="893375"/>
              <a:ext cx="132850" cy="129625"/>
            </a:xfrm>
            <a:custGeom>
              <a:avLst/>
              <a:ahLst/>
              <a:rect l="l" t="t" r="r" b="b"/>
              <a:pathLst>
                <a:path w="5314" h="5185" extrusionOk="0">
                  <a:moveTo>
                    <a:pt x="2638" y="0"/>
                  </a:moveTo>
                  <a:cubicBezTo>
                    <a:pt x="2184" y="0"/>
                    <a:pt x="1732" y="125"/>
                    <a:pt x="1333" y="378"/>
                  </a:cubicBezTo>
                  <a:cubicBezTo>
                    <a:pt x="1227" y="378"/>
                    <a:pt x="1227" y="485"/>
                    <a:pt x="1129" y="485"/>
                  </a:cubicBezTo>
                  <a:lnTo>
                    <a:pt x="1022" y="583"/>
                  </a:lnTo>
                  <a:lnTo>
                    <a:pt x="924" y="689"/>
                  </a:lnTo>
                  <a:lnTo>
                    <a:pt x="409" y="1196"/>
                  </a:lnTo>
                  <a:cubicBezTo>
                    <a:pt x="409" y="1302"/>
                    <a:pt x="409" y="1302"/>
                    <a:pt x="311" y="1400"/>
                  </a:cubicBezTo>
                  <a:lnTo>
                    <a:pt x="311" y="1506"/>
                  </a:lnTo>
                  <a:lnTo>
                    <a:pt x="205" y="1604"/>
                  </a:lnTo>
                  <a:lnTo>
                    <a:pt x="205" y="1711"/>
                  </a:lnTo>
                  <a:cubicBezTo>
                    <a:pt x="205" y="1711"/>
                    <a:pt x="107" y="1809"/>
                    <a:pt x="107" y="1915"/>
                  </a:cubicBezTo>
                  <a:lnTo>
                    <a:pt x="107" y="2119"/>
                  </a:lnTo>
                  <a:lnTo>
                    <a:pt x="107" y="2217"/>
                  </a:lnTo>
                  <a:lnTo>
                    <a:pt x="1" y="2324"/>
                  </a:lnTo>
                  <a:lnTo>
                    <a:pt x="1" y="2422"/>
                  </a:lnTo>
                  <a:lnTo>
                    <a:pt x="1" y="2626"/>
                  </a:lnTo>
                  <a:lnTo>
                    <a:pt x="1" y="2830"/>
                  </a:lnTo>
                  <a:lnTo>
                    <a:pt x="1" y="2937"/>
                  </a:lnTo>
                  <a:cubicBezTo>
                    <a:pt x="1" y="3035"/>
                    <a:pt x="107" y="3035"/>
                    <a:pt x="107" y="3141"/>
                  </a:cubicBezTo>
                  <a:lnTo>
                    <a:pt x="107" y="3345"/>
                  </a:lnTo>
                  <a:cubicBezTo>
                    <a:pt x="205" y="3443"/>
                    <a:pt x="205" y="3550"/>
                    <a:pt x="205" y="3648"/>
                  </a:cubicBezTo>
                  <a:cubicBezTo>
                    <a:pt x="311" y="3754"/>
                    <a:pt x="311" y="3754"/>
                    <a:pt x="311" y="3852"/>
                  </a:cubicBezTo>
                  <a:cubicBezTo>
                    <a:pt x="409" y="3958"/>
                    <a:pt x="409" y="4056"/>
                    <a:pt x="516" y="4056"/>
                  </a:cubicBezTo>
                  <a:cubicBezTo>
                    <a:pt x="720" y="4465"/>
                    <a:pt x="1022" y="4776"/>
                    <a:pt x="1431" y="4980"/>
                  </a:cubicBezTo>
                  <a:cubicBezTo>
                    <a:pt x="1537" y="4980"/>
                    <a:pt x="1635" y="4980"/>
                    <a:pt x="1635" y="5078"/>
                  </a:cubicBezTo>
                  <a:lnTo>
                    <a:pt x="1946" y="5078"/>
                  </a:lnTo>
                  <a:cubicBezTo>
                    <a:pt x="1946" y="5184"/>
                    <a:pt x="2044" y="5184"/>
                    <a:pt x="2150" y="5184"/>
                  </a:cubicBezTo>
                  <a:lnTo>
                    <a:pt x="2657" y="5184"/>
                  </a:lnTo>
                  <a:cubicBezTo>
                    <a:pt x="3066" y="5184"/>
                    <a:pt x="3475" y="5184"/>
                    <a:pt x="3785" y="4980"/>
                  </a:cubicBezTo>
                  <a:cubicBezTo>
                    <a:pt x="3883" y="4874"/>
                    <a:pt x="3883" y="4874"/>
                    <a:pt x="3989" y="4874"/>
                  </a:cubicBezTo>
                  <a:lnTo>
                    <a:pt x="3989" y="4776"/>
                  </a:lnTo>
                  <a:lnTo>
                    <a:pt x="4088" y="4776"/>
                  </a:lnTo>
                  <a:cubicBezTo>
                    <a:pt x="4194" y="4776"/>
                    <a:pt x="4194" y="4669"/>
                    <a:pt x="4194" y="4669"/>
                  </a:cubicBezTo>
                  <a:lnTo>
                    <a:pt x="4292" y="4669"/>
                  </a:lnTo>
                  <a:cubicBezTo>
                    <a:pt x="4292" y="4571"/>
                    <a:pt x="4292" y="4571"/>
                    <a:pt x="4398" y="4571"/>
                  </a:cubicBezTo>
                  <a:cubicBezTo>
                    <a:pt x="4398" y="4571"/>
                    <a:pt x="4398" y="4465"/>
                    <a:pt x="4496" y="4465"/>
                  </a:cubicBezTo>
                  <a:lnTo>
                    <a:pt x="4496" y="4367"/>
                  </a:lnTo>
                  <a:cubicBezTo>
                    <a:pt x="4602" y="4367"/>
                    <a:pt x="4602" y="4367"/>
                    <a:pt x="4602" y="4261"/>
                  </a:cubicBezTo>
                  <a:lnTo>
                    <a:pt x="4701" y="4261"/>
                  </a:lnTo>
                  <a:cubicBezTo>
                    <a:pt x="4701" y="4163"/>
                    <a:pt x="4807" y="4163"/>
                    <a:pt x="4807" y="4056"/>
                  </a:cubicBezTo>
                  <a:lnTo>
                    <a:pt x="4807" y="3958"/>
                  </a:lnTo>
                  <a:cubicBezTo>
                    <a:pt x="4905" y="3958"/>
                    <a:pt x="4905" y="3852"/>
                    <a:pt x="4905" y="3852"/>
                  </a:cubicBezTo>
                  <a:cubicBezTo>
                    <a:pt x="4905" y="3852"/>
                    <a:pt x="4905" y="3754"/>
                    <a:pt x="5011" y="3754"/>
                  </a:cubicBezTo>
                  <a:lnTo>
                    <a:pt x="5011" y="3648"/>
                  </a:lnTo>
                  <a:cubicBezTo>
                    <a:pt x="5011" y="3648"/>
                    <a:pt x="5011" y="3550"/>
                    <a:pt x="5109" y="3550"/>
                  </a:cubicBezTo>
                  <a:cubicBezTo>
                    <a:pt x="5314" y="2732"/>
                    <a:pt x="5314" y="1915"/>
                    <a:pt x="4807" y="1196"/>
                  </a:cubicBezTo>
                  <a:cubicBezTo>
                    <a:pt x="4281" y="407"/>
                    <a:pt x="3457"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32" name="Google Shape;1368;p27"/>
            <p:cNvSpPr/>
            <p:nvPr/>
          </p:nvSpPr>
          <p:spPr>
            <a:xfrm>
              <a:off x="1837025" y="881525"/>
              <a:ext cx="148175" cy="130575"/>
            </a:xfrm>
            <a:custGeom>
              <a:avLst/>
              <a:ahLst/>
              <a:rect l="l" t="t" r="r" b="b"/>
              <a:pathLst>
                <a:path w="5927" h="5223" extrusionOk="0">
                  <a:moveTo>
                    <a:pt x="2914" y="1"/>
                  </a:moveTo>
                  <a:cubicBezTo>
                    <a:pt x="1920" y="1"/>
                    <a:pt x="993" y="592"/>
                    <a:pt x="614" y="1572"/>
                  </a:cubicBezTo>
                  <a:cubicBezTo>
                    <a:pt x="1" y="2896"/>
                    <a:pt x="614" y="4432"/>
                    <a:pt x="1946" y="5045"/>
                  </a:cubicBezTo>
                  <a:cubicBezTo>
                    <a:pt x="2259" y="5165"/>
                    <a:pt x="2584" y="5222"/>
                    <a:pt x="2906" y="5222"/>
                  </a:cubicBezTo>
                  <a:cubicBezTo>
                    <a:pt x="3945" y="5222"/>
                    <a:pt x="4952" y="4626"/>
                    <a:pt x="5420" y="3615"/>
                  </a:cubicBezTo>
                  <a:cubicBezTo>
                    <a:pt x="5927" y="2283"/>
                    <a:pt x="5314" y="754"/>
                    <a:pt x="3989" y="239"/>
                  </a:cubicBezTo>
                  <a:cubicBezTo>
                    <a:pt x="3637" y="77"/>
                    <a:pt x="3271" y="1"/>
                    <a:pt x="2914" y="1"/>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33" name="Google Shape;1369;p27"/>
            <p:cNvSpPr/>
            <p:nvPr/>
          </p:nvSpPr>
          <p:spPr>
            <a:xfrm>
              <a:off x="1847250" y="931025"/>
              <a:ext cx="130400" cy="81075"/>
            </a:xfrm>
            <a:custGeom>
              <a:avLst/>
              <a:ahLst/>
              <a:rect l="l" t="t" r="r" b="b"/>
              <a:pathLst>
                <a:path w="5216" h="3243" extrusionOk="0">
                  <a:moveTo>
                    <a:pt x="5109" y="0"/>
                  </a:moveTo>
                  <a:cubicBezTo>
                    <a:pt x="5109" y="409"/>
                    <a:pt x="5011" y="711"/>
                    <a:pt x="4905" y="1022"/>
                  </a:cubicBezTo>
                  <a:cubicBezTo>
                    <a:pt x="4518" y="2033"/>
                    <a:pt x="3530" y="2629"/>
                    <a:pt x="2496" y="2629"/>
                  </a:cubicBezTo>
                  <a:cubicBezTo>
                    <a:pt x="2175" y="2629"/>
                    <a:pt x="1850" y="2572"/>
                    <a:pt x="1537" y="2452"/>
                  </a:cubicBezTo>
                  <a:cubicBezTo>
                    <a:pt x="720" y="2142"/>
                    <a:pt x="107" y="1431"/>
                    <a:pt x="0" y="613"/>
                  </a:cubicBezTo>
                  <a:lnTo>
                    <a:pt x="0" y="613"/>
                  </a:lnTo>
                  <a:cubicBezTo>
                    <a:pt x="0" y="1635"/>
                    <a:pt x="613" y="2550"/>
                    <a:pt x="1537" y="3065"/>
                  </a:cubicBezTo>
                  <a:cubicBezTo>
                    <a:pt x="1850" y="3185"/>
                    <a:pt x="2175" y="3242"/>
                    <a:pt x="2497" y="3242"/>
                  </a:cubicBezTo>
                  <a:cubicBezTo>
                    <a:pt x="3536" y="3242"/>
                    <a:pt x="4543" y="2646"/>
                    <a:pt x="5011" y="1635"/>
                  </a:cubicBezTo>
                  <a:cubicBezTo>
                    <a:pt x="5215" y="1120"/>
                    <a:pt x="5215" y="507"/>
                    <a:pt x="5109" y="0"/>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34" name="Google Shape;1370;p27"/>
            <p:cNvSpPr/>
            <p:nvPr/>
          </p:nvSpPr>
          <p:spPr>
            <a:xfrm>
              <a:off x="1849900" y="920800"/>
              <a:ext cx="122625" cy="58675"/>
            </a:xfrm>
            <a:custGeom>
              <a:avLst/>
              <a:ahLst/>
              <a:rect l="l" t="t" r="r" b="b"/>
              <a:pathLst>
                <a:path w="4905" h="2347" extrusionOk="0">
                  <a:moveTo>
                    <a:pt x="99" y="1"/>
                  </a:moveTo>
                  <a:cubicBezTo>
                    <a:pt x="99" y="99"/>
                    <a:pt x="1" y="99"/>
                    <a:pt x="1" y="99"/>
                  </a:cubicBezTo>
                  <a:lnTo>
                    <a:pt x="1" y="303"/>
                  </a:lnTo>
                  <a:lnTo>
                    <a:pt x="4700" y="2346"/>
                  </a:lnTo>
                  <a:cubicBezTo>
                    <a:pt x="4799" y="2248"/>
                    <a:pt x="4799" y="2248"/>
                    <a:pt x="4799" y="2142"/>
                  </a:cubicBezTo>
                  <a:lnTo>
                    <a:pt x="4905" y="2044"/>
                  </a:lnTo>
                  <a:lnTo>
                    <a:pt x="99" y="1"/>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35" name="Google Shape;1371;p27"/>
            <p:cNvSpPr/>
            <p:nvPr/>
          </p:nvSpPr>
          <p:spPr>
            <a:xfrm>
              <a:off x="1849900" y="918150"/>
              <a:ext cx="122625" cy="56225"/>
            </a:xfrm>
            <a:custGeom>
              <a:avLst/>
              <a:ahLst/>
              <a:rect l="l" t="t" r="r" b="b"/>
              <a:pathLst>
                <a:path w="4905" h="2249" extrusionOk="0">
                  <a:moveTo>
                    <a:pt x="99" y="0"/>
                  </a:moveTo>
                  <a:lnTo>
                    <a:pt x="99" y="107"/>
                  </a:lnTo>
                  <a:cubicBezTo>
                    <a:pt x="1" y="205"/>
                    <a:pt x="1" y="205"/>
                    <a:pt x="1" y="311"/>
                  </a:cubicBezTo>
                  <a:lnTo>
                    <a:pt x="4799" y="2248"/>
                  </a:lnTo>
                  <a:cubicBezTo>
                    <a:pt x="4799" y="2248"/>
                    <a:pt x="4799" y="2150"/>
                    <a:pt x="4905" y="2150"/>
                  </a:cubicBezTo>
                  <a:lnTo>
                    <a:pt x="4905" y="1946"/>
                  </a:lnTo>
                  <a:lnTo>
                    <a:pt x="99"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36" name="Google Shape;1372;p27"/>
            <p:cNvSpPr/>
            <p:nvPr/>
          </p:nvSpPr>
          <p:spPr>
            <a:xfrm>
              <a:off x="2015825" y="960400"/>
              <a:ext cx="132850" cy="131450"/>
            </a:xfrm>
            <a:custGeom>
              <a:avLst/>
              <a:ahLst/>
              <a:rect l="l" t="t" r="r" b="b"/>
              <a:pathLst>
                <a:path w="5314" h="5258" extrusionOk="0">
                  <a:moveTo>
                    <a:pt x="2534" y="1"/>
                  </a:moveTo>
                  <a:cubicBezTo>
                    <a:pt x="2092" y="1"/>
                    <a:pt x="1641" y="113"/>
                    <a:pt x="1227" y="354"/>
                  </a:cubicBezTo>
                  <a:cubicBezTo>
                    <a:pt x="1227" y="460"/>
                    <a:pt x="1128" y="460"/>
                    <a:pt x="1128" y="460"/>
                  </a:cubicBezTo>
                  <a:cubicBezTo>
                    <a:pt x="1022" y="460"/>
                    <a:pt x="1022" y="460"/>
                    <a:pt x="1022" y="558"/>
                  </a:cubicBezTo>
                  <a:lnTo>
                    <a:pt x="924" y="558"/>
                  </a:lnTo>
                  <a:cubicBezTo>
                    <a:pt x="924" y="558"/>
                    <a:pt x="924" y="664"/>
                    <a:pt x="818" y="664"/>
                  </a:cubicBezTo>
                  <a:cubicBezTo>
                    <a:pt x="614" y="869"/>
                    <a:pt x="515" y="967"/>
                    <a:pt x="409" y="1171"/>
                  </a:cubicBezTo>
                  <a:lnTo>
                    <a:pt x="409" y="1277"/>
                  </a:lnTo>
                  <a:cubicBezTo>
                    <a:pt x="311" y="1277"/>
                    <a:pt x="311" y="1375"/>
                    <a:pt x="311" y="1375"/>
                  </a:cubicBezTo>
                  <a:cubicBezTo>
                    <a:pt x="205" y="1375"/>
                    <a:pt x="205" y="1482"/>
                    <a:pt x="205" y="1482"/>
                  </a:cubicBezTo>
                  <a:lnTo>
                    <a:pt x="205" y="1580"/>
                  </a:lnTo>
                  <a:cubicBezTo>
                    <a:pt x="205" y="1686"/>
                    <a:pt x="107" y="1686"/>
                    <a:pt x="107" y="1686"/>
                  </a:cubicBezTo>
                  <a:lnTo>
                    <a:pt x="107" y="1890"/>
                  </a:lnTo>
                  <a:cubicBezTo>
                    <a:pt x="1" y="1988"/>
                    <a:pt x="1" y="2095"/>
                    <a:pt x="1" y="2095"/>
                  </a:cubicBezTo>
                  <a:lnTo>
                    <a:pt x="1" y="2193"/>
                  </a:lnTo>
                  <a:lnTo>
                    <a:pt x="1" y="2299"/>
                  </a:lnTo>
                  <a:lnTo>
                    <a:pt x="1" y="2397"/>
                  </a:lnTo>
                  <a:lnTo>
                    <a:pt x="1" y="2601"/>
                  </a:lnTo>
                  <a:lnTo>
                    <a:pt x="1" y="2806"/>
                  </a:lnTo>
                  <a:lnTo>
                    <a:pt x="1" y="2912"/>
                  </a:lnTo>
                  <a:lnTo>
                    <a:pt x="1" y="3116"/>
                  </a:lnTo>
                  <a:cubicBezTo>
                    <a:pt x="1" y="3214"/>
                    <a:pt x="1" y="3321"/>
                    <a:pt x="107" y="3419"/>
                  </a:cubicBezTo>
                  <a:lnTo>
                    <a:pt x="107" y="3623"/>
                  </a:lnTo>
                  <a:lnTo>
                    <a:pt x="205" y="3623"/>
                  </a:lnTo>
                  <a:lnTo>
                    <a:pt x="205" y="3827"/>
                  </a:lnTo>
                  <a:cubicBezTo>
                    <a:pt x="311" y="3827"/>
                    <a:pt x="311" y="3827"/>
                    <a:pt x="311" y="3934"/>
                  </a:cubicBezTo>
                  <a:cubicBezTo>
                    <a:pt x="311" y="3934"/>
                    <a:pt x="409" y="4032"/>
                    <a:pt x="409" y="4138"/>
                  </a:cubicBezTo>
                  <a:cubicBezTo>
                    <a:pt x="614" y="4440"/>
                    <a:pt x="1022" y="4751"/>
                    <a:pt x="1333" y="4955"/>
                  </a:cubicBezTo>
                  <a:cubicBezTo>
                    <a:pt x="1431" y="4955"/>
                    <a:pt x="1537" y="5053"/>
                    <a:pt x="1635" y="5053"/>
                  </a:cubicBezTo>
                  <a:cubicBezTo>
                    <a:pt x="1635" y="5053"/>
                    <a:pt x="1741" y="5053"/>
                    <a:pt x="1840" y="5160"/>
                  </a:cubicBezTo>
                  <a:lnTo>
                    <a:pt x="2044" y="5160"/>
                  </a:lnTo>
                  <a:cubicBezTo>
                    <a:pt x="2248" y="5258"/>
                    <a:pt x="2453" y="5258"/>
                    <a:pt x="2559" y="5258"/>
                  </a:cubicBezTo>
                  <a:cubicBezTo>
                    <a:pt x="2967" y="5258"/>
                    <a:pt x="3376" y="5160"/>
                    <a:pt x="3785" y="4955"/>
                  </a:cubicBezTo>
                  <a:lnTo>
                    <a:pt x="3883" y="4849"/>
                  </a:lnTo>
                  <a:lnTo>
                    <a:pt x="3989" y="4849"/>
                  </a:lnTo>
                  <a:lnTo>
                    <a:pt x="3989" y="4751"/>
                  </a:lnTo>
                  <a:cubicBezTo>
                    <a:pt x="4087" y="4751"/>
                    <a:pt x="4087" y="4751"/>
                    <a:pt x="4193" y="4645"/>
                  </a:cubicBezTo>
                  <a:lnTo>
                    <a:pt x="4292" y="4547"/>
                  </a:lnTo>
                  <a:cubicBezTo>
                    <a:pt x="4292" y="4547"/>
                    <a:pt x="4398" y="4547"/>
                    <a:pt x="4398" y="4440"/>
                  </a:cubicBezTo>
                  <a:lnTo>
                    <a:pt x="4496" y="4440"/>
                  </a:lnTo>
                  <a:cubicBezTo>
                    <a:pt x="4496" y="4342"/>
                    <a:pt x="4496" y="4342"/>
                    <a:pt x="4602" y="4236"/>
                  </a:cubicBezTo>
                  <a:cubicBezTo>
                    <a:pt x="4700" y="4138"/>
                    <a:pt x="4700" y="4138"/>
                    <a:pt x="4700" y="4032"/>
                  </a:cubicBezTo>
                  <a:cubicBezTo>
                    <a:pt x="4806" y="4032"/>
                    <a:pt x="4806" y="4032"/>
                    <a:pt x="4806" y="3934"/>
                  </a:cubicBezTo>
                  <a:lnTo>
                    <a:pt x="4905" y="3827"/>
                  </a:lnTo>
                  <a:lnTo>
                    <a:pt x="4905" y="3729"/>
                  </a:lnTo>
                  <a:lnTo>
                    <a:pt x="4905" y="3623"/>
                  </a:lnTo>
                  <a:cubicBezTo>
                    <a:pt x="5011" y="3623"/>
                    <a:pt x="5011" y="3623"/>
                    <a:pt x="5011" y="3525"/>
                  </a:cubicBezTo>
                  <a:cubicBezTo>
                    <a:pt x="5313" y="2806"/>
                    <a:pt x="5215" y="1890"/>
                    <a:pt x="4700" y="1171"/>
                  </a:cubicBezTo>
                  <a:cubicBezTo>
                    <a:pt x="4230" y="430"/>
                    <a:pt x="3398" y="1"/>
                    <a:pt x="253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37" name="Google Shape;1373;p27"/>
            <p:cNvSpPr/>
            <p:nvPr/>
          </p:nvSpPr>
          <p:spPr>
            <a:xfrm>
              <a:off x="2000500" y="947950"/>
              <a:ext cx="145725" cy="130550"/>
            </a:xfrm>
            <a:custGeom>
              <a:avLst/>
              <a:ahLst/>
              <a:rect l="l" t="t" r="r" b="b"/>
              <a:pathLst>
                <a:path w="5829" h="5222" extrusionOk="0">
                  <a:moveTo>
                    <a:pt x="2811" y="0"/>
                  </a:moveTo>
                  <a:cubicBezTo>
                    <a:pt x="1818" y="0"/>
                    <a:pt x="888" y="591"/>
                    <a:pt x="515" y="1571"/>
                  </a:cubicBezTo>
                  <a:cubicBezTo>
                    <a:pt x="1" y="2895"/>
                    <a:pt x="614" y="4432"/>
                    <a:pt x="1946" y="5045"/>
                  </a:cubicBezTo>
                  <a:cubicBezTo>
                    <a:pt x="2259" y="5165"/>
                    <a:pt x="2584" y="5222"/>
                    <a:pt x="2904" y="5222"/>
                  </a:cubicBezTo>
                  <a:cubicBezTo>
                    <a:pt x="3939" y="5222"/>
                    <a:pt x="4926" y="4625"/>
                    <a:pt x="5313" y="3614"/>
                  </a:cubicBezTo>
                  <a:cubicBezTo>
                    <a:pt x="5828" y="2282"/>
                    <a:pt x="5215" y="754"/>
                    <a:pt x="3883" y="239"/>
                  </a:cubicBezTo>
                  <a:cubicBezTo>
                    <a:pt x="3533" y="77"/>
                    <a:pt x="3168" y="0"/>
                    <a:pt x="2811"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38" name="Google Shape;1374;p27"/>
            <p:cNvSpPr/>
            <p:nvPr/>
          </p:nvSpPr>
          <p:spPr>
            <a:xfrm>
              <a:off x="2008275" y="999875"/>
              <a:ext cx="132825" cy="78625"/>
            </a:xfrm>
            <a:custGeom>
              <a:avLst/>
              <a:ahLst/>
              <a:rect l="l" t="t" r="r" b="b"/>
              <a:pathLst>
                <a:path w="5313" h="3145" extrusionOk="0">
                  <a:moveTo>
                    <a:pt x="5108" y="1"/>
                  </a:moveTo>
                  <a:cubicBezTo>
                    <a:pt x="5108" y="311"/>
                    <a:pt x="5108" y="614"/>
                    <a:pt x="4904" y="1022"/>
                  </a:cubicBezTo>
                  <a:cubicBezTo>
                    <a:pt x="4525" y="2002"/>
                    <a:pt x="3598" y="2593"/>
                    <a:pt x="2604" y="2593"/>
                  </a:cubicBezTo>
                  <a:cubicBezTo>
                    <a:pt x="2247" y="2593"/>
                    <a:pt x="1881" y="2517"/>
                    <a:pt x="1529" y="2355"/>
                  </a:cubicBezTo>
                  <a:cubicBezTo>
                    <a:pt x="711" y="2044"/>
                    <a:pt x="204" y="1333"/>
                    <a:pt x="0" y="516"/>
                  </a:cubicBezTo>
                  <a:lnTo>
                    <a:pt x="0" y="516"/>
                  </a:lnTo>
                  <a:cubicBezTo>
                    <a:pt x="0" y="1537"/>
                    <a:pt x="613" y="2559"/>
                    <a:pt x="1635" y="2968"/>
                  </a:cubicBezTo>
                  <a:cubicBezTo>
                    <a:pt x="1948" y="3088"/>
                    <a:pt x="2273" y="3145"/>
                    <a:pt x="2593" y="3145"/>
                  </a:cubicBezTo>
                  <a:cubicBezTo>
                    <a:pt x="3628" y="3145"/>
                    <a:pt x="4615" y="2548"/>
                    <a:pt x="5002" y="1537"/>
                  </a:cubicBezTo>
                  <a:cubicBezTo>
                    <a:pt x="5207" y="1022"/>
                    <a:pt x="5313" y="516"/>
                    <a:pt x="5108"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39" name="Google Shape;1375;p27"/>
            <p:cNvSpPr/>
            <p:nvPr/>
          </p:nvSpPr>
          <p:spPr>
            <a:xfrm>
              <a:off x="2010725" y="987225"/>
              <a:ext cx="122625" cy="58650"/>
            </a:xfrm>
            <a:custGeom>
              <a:avLst/>
              <a:ahLst/>
              <a:rect l="l" t="t" r="r" b="b"/>
              <a:pathLst>
                <a:path w="4905" h="2346" extrusionOk="0">
                  <a:moveTo>
                    <a:pt x="106" y="0"/>
                  </a:moveTo>
                  <a:lnTo>
                    <a:pt x="106" y="98"/>
                  </a:lnTo>
                  <a:cubicBezTo>
                    <a:pt x="0" y="204"/>
                    <a:pt x="0" y="302"/>
                    <a:pt x="0" y="409"/>
                  </a:cubicBezTo>
                  <a:lnTo>
                    <a:pt x="4806" y="2346"/>
                  </a:lnTo>
                  <a:cubicBezTo>
                    <a:pt x="4806" y="2248"/>
                    <a:pt x="4806" y="2248"/>
                    <a:pt x="4904" y="2141"/>
                  </a:cubicBezTo>
                  <a:lnTo>
                    <a:pt x="4904" y="2043"/>
                  </a:lnTo>
                  <a:lnTo>
                    <a:pt x="106"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40" name="Google Shape;1376;p27"/>
            <p:cNvSpPr/>
            <p:nvPr/>
          </p:nvSpPr>
          <p:spPr>
            <a:xfrm>
              <a:off x="2010725" y="984550"/>
              <a:ext cx="125275" cy="58875"/>
            </a:xfrm>
            <a:custGeom>
              <a:avLst/>
              <a:ahLst/>
              <a:rect l="l" t="t" r="r" b="b"/>
              <a:pathLst>
                <a:path w="5011" h="2355" extrusionOk="0">
                  <a:moveTo>
                    <a:pt x="205" y="1"/>
                  </a:moveTo>
                  <a:cubicBezTo>
                    <a:pt x="106" y="1"/>
                    <a:pt x="106" y="107"/>
                    <a:pt x="106" y="107"/>
                  </a:cubicBezTo>
                  <a:cubicBezTo>
                    <a:pt x="106" y="205"/>
                    <a:pt x="106" y="205"/>
                    <a:pt x="0" y="311"/>
                  </a:cubicBezTo>
                  <a:lnTo>
                    <a:pt x="4806" y="2355"/>
                  </a:lnTo>
                  <a:cubicBezTo>
                    <a:pt x="4904" y="2248"/>
                    <a:pt x="4904" y="2248"/>
                    <a:pt x="4904" y="2150"/>
                  </a:cubicBezTo>
                  <a:cubicBezTo>
                    <a:pt x="4904" y="2150"/>
                    <a:pt x="4904" y="2044"/>
                    <a:pt x="5010" y="2044"/>
                  </a:cubicBezTo>
                  <a:lnTo>
                    <a:pt x="205" y="1"/>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41" name="Google Shape;1377;p27"/>
            <p:cNvSpPr/>
            <p:nvPr/>
          </p:nvSpPr>
          <p:spPr>
            <a:xfrm>
              <a:off x="2176850" y="1027900"/>
              <a:ext cx="132825" cy="130375"/>
            </a:xfrm>
            <a:custGeom>
              <a:avLst/>
              <a:ahLst/>
              <a:rect l="l" t="t" r="r" b="b"/>
              <a:pathLst>
                <a:path w="5313" h="5215" extrusionOk="0">
                  <a:moveTo>
                    <a:pt x="2562" y="1"/>
                  </a:moveTo>
                  <a:cubicBezTo>
                    <a:pt x="2135" y="1"/>
                    <a:pt x="1707" y="102"/>
                    <a:pt x="1324" y="310"/>
                  </a:cubicBezTo>
                  <a:lnTo>
                    <a:pt x="1226" y="310"/>
                  </a:lnTo>
                  <a:cubicBezTo>
                    <a:pt x="1226" y="416"/>
                    <a:pt x="1226" y="416"/>
                    <a:pt x="1120" y="416"/>
                  </a:cubicBezTo>
                  <a:cubicBezTo>
                    <a:pt x="1120" y="416"/>
                    <a:pt x="1120" y="514"/>
                    <a:pt x="1022" y="514"/>
                  </a:cubicBezTo>
                  <a:lnTo>
                    <a:pt x="916" y="621"/>
                  </a:lnTo>
                  <a:lnTo>
                    <a:pt x="817" y="621"/>
                  </a:lnTo>
                  <a:cubicBezTo>
                    <a:pt x="711" y="825"/>
                    <a:pt x="507" y="1029"/>
                    <a:pt x="409" y="1234"/>
                  </a:cubicBezTo>
                  <a:lnTo>
                    <a:pt x="303" y="1332"/>
                  </a:lnTo>
                  <a:lnTo>
                    <a:pt x="303" y="1438"/>
                  </a:lnTo>
                  <a:cubicBezTo>
                    <a:pt x="204" y="1536"/>
                    <a:pt x="204" y="1536"/>
                    <a:pt x="204" y="1642"/>
                  </a:cubicBezTo>
                  <a:cubicBezTo>
                    <a:pt x="98" y="1740"/>
                    <a:pt x="98" y="1847"/>
                    <a:pt x="98" y="1847"/>
                  </a:cubicBezTo>
                  <a:cubicBezTo>
                    <a:pt x="98" y="1945"/>
                    <a:pt x="98" y="2051"/>
                    <a:pt x="0" y="2051"/>
                  </a:cubicBezTo>
                  <a:lnTo>
                    <a:pt x="0" y="2149"/>
                  </a:lnTo>
                  <a:lnTo>
                    <a:pt x="0" y="2353"/>
                  </a:lnTo>
                  <a:lnTo>
                    <a:pt x="0" y="2558"/>
                  </a:lnTo>
                  <a:lnTo>
                    <a:pt x="0" y="2664"/>
                  </a:lnTo>
                  <a:lnTo>
                    <a:pt x="0" y="2868"/>
                  </a:lnTo>
                  <a:lnTo>
                    <a:pt x="0" y="3073"/>
                  </a:lnTo>
                  <a:lnTo>
                    <a:pt x="0" y="3171"/>
                  </a:lnTo>
                  <a:cubicBezTo>
                    <a:pt x="98" y="3171"/>
                    <a:pt x="98" y="3277"/>
                    <a:pt x="98" y="3375"/>
                  </a:cubicBezTo>
                  <a:cubicBezTo>
                    <a:pt x="98" y="3481"/>
                    <a:pt x="204" y="3481"/>
                    <a:pt x="204" y="3580"/>
                  </a:cubicBezTo>
                  <a:lnTo>
                    <a:pt x="204" y="3686"/>
                  </a:lnTo>
                  <a:lnTo>
                    <a:pt x="303" y="3784"/>
                  </a:lnTo>
                  <a:lnTo>
                    <a:pt x="303" y="3890"/>
                  </a:lnTo>
                  <a:cubicBezTo>
                    <a:pt x="409" y="3890"/>
                    <a:pt x="409" y="3988"/>
                    <a:pt x="409" y="4094"/>
                  </a:cubicBezTo>
                  <a:cubicBezTo>
                    <a:pt x="711" y="4397"/>
                    <a:pt x="1022" y="4707"/>
                    <a:pt x="1431" y="4912"/>
                  </a:cubicBezTo>
                  <a:cubicBezTo>
                    <a:pt x="1431" y="4912"/>
                    <a:pt x="1529" y="5010"/>
                    <a:pt x="1635" y="5010"/>
                  </a:cubicBezTo>
                  <a:cubicBezTo>
                    <a:pt x="1733" y="5010"/>
                    <a:pt x="1839" y="5116"/>
                    <a:pt x="1839" y="5116"/>
                  </a:cubicBezTo>
                  <a:lnTo>
                    <a:pt x="2142" y="5116"/>
                  </a:lnTo>
                  <a:cubicBezTo>
                    <a:pt x="2248" y="5214"/>
                    <a:pt x="2452" y="5214"/>
                    <a:pt x="2657" y="5214"/>
                  </a:cubicBezTo>
                  <a:cubicBezTo>
                    <a:pt x="2959" y="5214"/>
                    <a:pt x="3368" y="5116"/>
                    <a:pt x="3776" y="4912"/>
                  </a:cubicBezTo>
                  <a:cubicBezTo>
                    <a:pt x="3883" y="4912"/>
                    <a:pt x="3883" y="4912"/>
                    <a:pt x="3883" y="4806"/>
                  </a:cubicBezTo>
                  <a:lnTo>
                    <a:pt x="3981" y="4806"/>
                  </a:lnTo>
                  <a:cubicBezTo>
                    <a:pt x="3981" y="4806"/>
                    <a:pt x="4087" y="4806"/>
                    <a:pt x="4087" y="4707"/>
                  </a:cubicBezTo>
                  <a:cubicBezTo>
                    <a:pt x="4087" y="4707"/>
                    <a:pt x="4185" y="4707"/>
                    <a:pt x="4185" y="4601"/>
                  </a:cubicBezTo>
                  <a:lnTo>
                    <a:pt x="4291" y="4601"/>
                  </a:lnTo>
                  <a:cubicBezTo>
                    <a:pt x="4389" y="4503"/>
                    <a:pt x="4389" y="4503"/>
                    <a:pt x="4389" y="4397"/>
                  </a:cubicBezTo>
                  <a:lnTo>
                    <a:pt x="4496" y="4397"/>
                  </a:lnTo>
                  <a:cubicBezTo>
                    <a:pt x="4496" y="4299"/>
                    <a:pt x="4594" y="4299"/>
                    <a:pt x="4594" y="4299"/>
                  </a:cubicBezTo>
                  <a:cubicBezTo>
                    <a:pt x="4594" y="4193"/>
                    <a:pt x="4594" y="4193"/>
                    <a:pt x="4700" y="4193"/>
                  </a:cubicBezTo>
                  <a:cubicBezTo>
                    <a:pt x="4700" y="4193"/>
                    <a:pt x="4700" y="4094"/>
                    <a:pt x="4798" y="3988"/>
                  </a:cubicBezTo>
                  <a:cubicBezTo>
                    <a:pt x="4798" y="3890"/>
                    <a:pt x="4904" y="3890"/>
                    <a:pt x="4904" y="3784"/>
                  </a:cubicBezTo>
                  <a:cubicBezTo>
                    <a:pt x="5002" y="3686"/>
                    <a:pt x="5002" y="3686"/>
                    <a:pt x="5002" y="3580"/>
                  </a:cubicBezTo>
                  <a:lnTo>
                    <a:pt x="5002" y="3481"/>
                  </a:lnTo>
                  <a:cubicBezTo>
                    <a:pt x="5313" y="2762"/>
                    <a:pt x="5207" y="1847"/>
                    <a:pt x="4700" y="1127"/>
                  </a:cubicBezTo>
                  <a:cubicBezTo>
                    <a:pt x="4224" y="387"/>
                    <a:pt x="3395" y="1"/>
                    <a:pt x="2562"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42" name="Google Shape;1378;p27"/>
            <p:cNvSpPr/>
            <p:nvPr/>
          </p:nvSpPr>
          <p:spPr>
            <a:xfrm>
              <a:off x="2161525" y="1015900"/>
              <a:ext cx="148150" cy="129025"/>
            </a:xfrm>
            <a:custGeom>
              <a:avLst/>
              <a:ahLst/>
              <a:rect l="l" t="t" r="r" b="b"/>
              <a:pathLst>
                <a:path w="5926" h="5161" extrusionOk="0">
                  <a:moveTo>
                    <a:pt x="3021" y="0"/>
                  </a:moveTo>
                  <a:cubicBezTo>
                    <a:pt x="1981" y="0"/>
                    <a:pt x="975" y="597"/>
                    <a:pt x="507" y="1607"/>
                  </a:cubicBezTo>
                  <a:cubicBezTo>
                    <a:pt x="0" y="2940"/>
                    <a:pt x="613" y="4468"/>
                    <a:pt x="1937" y="4983"/>
                  </a:cubicBezTo>
                  <a:cubicBezTo>
                    <a:pt x="2252" y="5103"/>
                    <a:pt x="2578" y="5160"/>
                    <a:pt x="2899" y="5160"/>
                  </a:cubicBezTo>
                  <a:cubicBezTo>
                    <a:pt x="3936" y="5160"/>
                    <a:pt x="4920" y="4564"/>
                    <a:pt x="5313" y="3553"/>
                  </a:cubicBezTo>
                  <a:cubicBezTo>
                    <a:pt x="5926" y="2220"/>
                    <a:pt x="5313" y="692"/>
                    <a:pt x="3981" y="177"/>
                  </a:cubicBezTo>
                  <a:cubicBezTo>
                    <a:pt x="3667" y="57"/>
                    <a:pt x="3342" y="0"/>
                    <a:pt x="3021"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43" name="Google Shape;1379;p27"/>
            <p:cNvSpPr/>
            <p:nvPr/>
          </p:nvSpPr>
          <p:spPr>
            <a:xfrm>
              <a:off x="2169075" y="1066300"/>
              <a:ext cx="132850" cy="78625"/>
            </a:xfrm>
            <a:custGeom>
              <a:avLst/>
              <a:ahLst/>
              <a:rect l="l" t="t" r="r" b="b"/>
              <a:pathLst>
                <a:path w="5314" h="3145" extrusionOk="0">
                  <a:moveTo>
                    <a:pt x="5215" y="0"/>
                  </a:moveTo>
                  <a:cubicBezTo>
                    <a:pt x="5215" y="311"/>
                    <a:pt x="5109" y="719"/>
                    <a:pt x="5011" y="1022"/>
                  </a:cubicBezTo>
                  <a:cubicBezTo>
                    <a:pt x="4560" y="2002"/>
                    <a:pt x="3609" y="2593"/>
                    <a:pt x="2611" y="2593"/>
                  </a:cubicBezTo>
                  <a:cubicBezTo>
                    <a:pt x="2252" y="2593"/>
                    <a:pt x="1887" y="2516"/>
                    <a:pt x="1537" y="2354"/>
                  </a:cubicBezTo>
                  <a:cubicBezTo>
                    <a:pt x="818" y="2044"/>
                    <a:pt x="205" y="1332"/>
                    <a:pt x="1" y="515"/>
                  </a:cubicBezTo>
                  <a:lnTo>
                    <a:pt x="1" y="515"/>
                  </a:lnTo>
                  <a:cubicBezTo>
                    <a:pt x="1" y="1537"/>
                    <a:pt x="614" y="2558"/>
                    <a:pt x="1635" y="2967"/>
                  </a:cubicBezTo>
                  <a:cubicBezTo>
                    <a:pt x="1950" y="3087"/>
                    <a:pt x="2276" y="3144"/>
                    <a:pt x="2597" y="3144"/>
                  </a:cubicBezTo>
                  <a:cubicBezTo>
                    <a:pt x="3634" y="3144"/>
                    <a:pt x="4618" y="2548"/>
                    <a:pt x="5011" y="1537"/>
                  </a:cubicBezTo>
                  <a:cubicBezTo>
                    <a:pt x="5313" y="1022"/>
                    <a:pt x="5313" y="515"/>
                    <a:pt x="5215" y="0"/>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44" name="Google Shape;1380;p27"/>
            <p:cNvSpPr/>
            <p:nvPr/>
          </p:nvSpPr>
          <p:spPr>
            <a:xfrm>
              <a:off x="2171725" y="1056075"/>
              <a:ext cx="122625" cy="56225"/>
            </a:xfrm>
            <a:custGeom>
              <a:avLst/>
              <a:ahLst/>
              <a:rect l="l" t="t" r="r" b="b"/>
              <a:pathLst>
                <a:path w="4905" h="2249" extrusionOk="0">
                  <a:moveTo>
                    <a:pt x="99" y="0"/>
                  </a:moveTo>
                  <a:lnTo>
                    <a:pt x="99" y="107"/>
                  </a:lnTo>
                  <a:cubicBezTo>
                    <a:pt x="99" y="107"/>
                    <a:pt x="99" y="205"/>
                    <a:pt x="1" y="311"/>
                  </a:cubicBezTo>
                  <a:lnTo>
                    <a:pt x="4799" y="2248"/>
                  </a:lnTo>
                  <a:cubicBezTo>
                    <a:pt x="4799" y="2248"/>
                    <a:pt x="4905" y="2150"/>
                    <a:pt x="4905" y="2044"/>
                  </a:cubicBezTo>
                  <a:lnTo>
                    <a:pt x="4905" y="1946"/>
                  </a:lnTo>
                  <a:lnTo>
                    <a:pt x="99"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45" name="Google Shape;1381;p27"/>
            <p:cNvSpPr/>
            <p:nvPr/>
          </p:nvSpPr>
          <p:spPr>
            <a:xfrm>
              <a:off x="2174175" y="1050975"/>
              <a:ext cx="122625" cy="58875"/>
            </a:xfrm>
            <a:custGeom>
              <a:avLst/>
              <a:ahLst/>
              <a:rect l="l" t="t" r="r" b="b"/>
              <a:pathLst>
                <a:path w="4905" h="2355" extrusionOk="0">
                  <a:moveTo>
                    <a:pt x="107" y="0"/>
                  </a:moveTo>
                  <a:cubicBezTo>
                    <a:pt x="107" y="106"/>
                    <a:pt x="107" y="106"/>
                    <a:pt x="1" y="204"/>
                  </a:cubicBezTo>
                  <a:lnTo>
                    <a:pt x="1" y="311"/>
                  </a:lnTo>
                  <a:lnTo>
                    <a:pt x="4807" y="2354"/>
                  </a:lnTo>
                  <a:lnTo>
                    <a:pt x="4807" y="2150"/>
                  </a:lnTo>
                  <a:cubicBezTo>
                    <a:pt x="4905" y="2150"/>
                    <a:pt x="4905" y="2043"/>
                    <a:pt x="4905" y="2043"/>
                  </a:cubicBezTo>
                  <a:lnTo>
                    <a:pt x="107"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46" name="Google Shape;1382;p27"/>
            <p:cNvSpPr/>
            <p:nvPr/>
          </p:nvSpPr>
          <p:spPr>
            <a:xfrm>
              <a:off x="1466775" y="908700"/>
              <a:ext cx="132850" cy="130700"/>
            </a:xfrm>
            <a:custGeom>
              <a:avLst/>
              <a:ahLst/>
              <a:rect l="l" t="t" r="r" b="b"/>
              <a:pathLst>
                <a:path w="5314" h="5228" extrusionOk="0">
                  <a:moveTo>
                    <a:pt x="2633" y="0"/>
                  </a:moveTo>
                  <a:cubicBezTo>
                    <a:pt x="2180" y="0"/>
                    <a:pt x="1727" y="125"/>
                    <a:pt x="1325" y="378"/>
                  </a:cubicBezTo>
                  <a:cubicBezTo>
                    <a:pt x="1227" y="378"/>
                    <a:pt x="1227" y="485"/>
                    <a:pt x="1120" y="485"/>
                  </a:cubicBezTo>
                  <a:lnTo>
                    <a:pt x="1120" y="583"/>
                  </a:lnTo>
                  <a:lnTo>
                    <a:pt x="1022" y="583"/>
                  </a:lnTo>
                  <a:lnTo>
                    <a:pt x="916" y="689"/>
                  </a:lnTo>
                  <a:lnTo>
                    <a:pt x="409" y="1196"/>
                  </a:lnTo>
                  <a:cubicBezTo>
                    <a:pt x="409" y="1302"/>
                    <a:pt x="409" y="1400"/>
                    <a:pt x="303" y="1400"/>
                  </a:cubicBezTo>
                  <a:lnTo>
                    <a:pt x="303" y="1506"/>
                  </a:lnTo>
                  <a:cubicBezTo>
                    <a:pt x="303" y="1506"/>
                    <a:pt x="303" y="1604"/>
                    <a:pt x="205" y="1604"/>
                  </a:cubicBezTo>
                  <a:lnTo>
                    <a:pt x="205" y="1711"/>
                  </a:lnTo>
                  <a:cubicBezTo>
                    <a:pt x="205" y="1711"/>
                    <a:pt x="205" y="1809"/>
                    <a:pt x="99" y="1915"/>
                  </a:cubicBezTo>
                  <a:lnTo>
                    <a:pt x="99" y="2119"/>
                  </a:lnTo>
                  <a:lnTo>
                    <a:pt x="99" y="2217"/>
                  </a:lnTo>
                  <a:lnTo>
                    <a:pt x="99" y="2324"/>
                  </a:lnTo>
                  <a:lnTo>
                    <a:pt x="1" y="2422"/>
                  </a:lnTo>
                  <a:lnTo>
                    <a:pt x="1" y="2626"/>
                  </a:lnTo>
                  <a:lnTo>
                    <a:pt x="1" y="2830"/>
                  </a:lnTo>
                  <a:cubicBezTo>
                    <a:pt x="1" y="2937"/>
                    <a:pt x="99" y="2937"/>
                    <a:pt x="99" y="2937"/>
                  </a:cubicBezTo>
                  <a:lnTo>
                    <a:pt x="99" y="3141"/>
                  </a:lnTo>
                  <a:lnTo>
                    <a:pt x="99" y="3345"/>
                  </a:lnTo>
                  <a:lnTo>
                    <a:pt x="99" y="3443"/>
                  </a:lnTo>
                  <a:cubicBezTo>
                    <a:pt x="205" y="3443"/>
                    <a:pt x="205" y="3550"/>
                    <a:pt x="205" y="3648"/>
                  </a:cubicBezTo>
                  <a:cubicBezTo>
                    <a:pt x="303" y="3754"/>
                    <a:pt x="303" y="3754"/>
                    <a:pt x="303" y="3852"/>
                  </a:cubicBezTo>
                  <a:lnTo>
                    <a:pt x="409" y="3852"/>
                  </a:lnTo>
                  <a:cubicBezTo>
                    <a:pt x="409" y="3958"/>
                    <a:pt x="409" y="4056"/>
                    <a:pt x="507" y="4056"/>
                  </a:cubicBezTo>
                  <a:cubicBezTo>
                    <a:pt x="712" y="4465"/>
                    <a:pt x="1120" y="4776"/>
                    <a:pt x="1431" y="4980"/>
                  </a:cubicBezTo>
                  <a:cubicBezTo>
                    <a:pt x="1529" y="4980"/>
                    <a:pt x="1635" y="4980"/>
                    <a:pt x="1635" y="5078"/>
                  </a:cubicBezTo>
                  <a:lnTo>
                    <a:pt x="1938" y="5078"/>
                  </a:lnTo>
                  <a:cubicBezTo>
                    <a:pt x="1938" y="5184"/>
                    <a:pt x="2044" y="5184"/>
                    <a:pt x="2142" y="5184"/>
                  </a:cubicBezTo>
                  <a:cubicBezTo>
                    <a:pt x="2278" y="5184"/>
                    <a:pt x="2371" y="5228"/>
                    <a:pt x="2478" y="5228"/>
                  </a:cubicBezTo>
                  <a:cubicBezTo>
                    <a:pt x="2532" y="5228"/>
                    <a:pt x="2589" y="5217"/>
                    <a:pt x="2657" y="5184"/>
                  </a:cubicBezTo>
                  <a:cubicBezTo>
                    <a:pt x="3066" y="5184"/>
                    <a:pt x="3474" y="5184"/>
                    <a:pt x="3777" y="4980"/>
                  </a:cubicBezTo>
                  <a:lnTo>
                    <a:pt x="3883" y="4980"/>
                  </a:lnTo>
                  <a:cubicBezTo>
                    <a:pt x="3883" y="4874"/>
                    <a:pt x="3883" y="4874"/>
                    <a:pt x="3981" y="4874"/>
                  </a:cubicBezTo>
                  <a:lnTo>
                    <a:pt x="4087" y="4776"/>
                  </a:lnTo>
                  <a:cubicBezTo>
                    <a:pt x="4185" y="4776"/>
                    <a:pt x="4185" y="4669"/>
                    <a:pt x="4292" y="4669"/>
                  </a:cubicBezTo>
                  <a:cubicBezTo>
                    <a:pt x="4292" y="4571"/>
                    <a:pt x="4292" y="4571"/>
                    <a:pt x="4390" y="4571"/>
                  </a:cubicBezTo>
                  <a:cubicBezTo>
                    <a:pt x="4390" y="4571"/>
                    <a:pt x="4390" y="4465"/>
                    <a:pt x="4496" y="4465"/>
                  </a:cubicBezTo>
                  <a:lnTo>
                    <a:pt x="4496" y="4367"/>
                  </a:lnTo>
                  <a:cubicBezTo>
                    <a:pt x="4594" y="4367"/>
                    <a:pt x="4594" y="4367"/>
                    <a:pt x="4594" y="4261"/>
                  </a:cubicBezTo>
                  <a:lnTo>
                    <a:pt x="4700" y="4261"/>
                  </a:lnTo>
                  <a:cubicBezTo>
                    <a:pt x="4700" y="4163"/>
                    <a:pt x="4798" y="4163"/>
                    <a:pt x="4798" y="4056"/>
                  </a:cubicBezTo>
                  <a:cubicBezTo>
                    <a:pt x="4798" y="4056"/>
                    <a:pt x="4798" y="3958"/>
                    <a:pt x="4905" y="3958"/>
                  </a:cubicBezTo>
                  <a:lnTo>
                    <a:pt x="4905" y="3852"/>
                  </a:lnTo>
                  <a:lnTo>
                    <a:pt x="5003" y="3754"/>
                  </a:lnTo>
                  <a:lnTo>
                    <a:pt x="5003" y="3648"/>
                  </a:lnTo>
                  <a:lnTo>
                    <a:pt x="5109" y="3550"/>
                  </a:lnTo>
                  <a:cubicBezTo>
                    <a:pt x="5313" y="2732"/>
                    <a:pt x="5313" y="1915"/>
                    <a:pt x="4798" y="1196"/>
                  </a:cubicBezTo>
                  <a:cubicBezTo>
                    <a:pt x="4272" y="407"/>
                    <a:pt x="3452" y="0"/>
                    <a:pt x="2633"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47" name="Google Shape;1383;p27"/>
            <p:cNvSpPr/>
            <p:nvPr/>
          </p:nvSpPr>
          <p:spPr>
            <a:xfrm>
              <a:off x="1451450" y="896850"/>
              <a:ext cx="148175" cy="130575"/>
            </a:xfrm>
            <a:custGeom>
              <a:avLst/>
              <a:ahLst/>
              <a:rect l="l" t="t" r="r" b="b"/>
              <a:pathLst>
                <a:path w="5927" h="5223" extrusionOk="0">
                  <a:moveTo>
                    <a:pt x="2909" y="1"/>
                  </a:moveTo>
                  <a:cubicBezTo>
                    <a:pt x="1916" y="1"/>
                    <a:pt x="986" y="592"/>
                    <a:pt x="614" y="1572"/>
                  </a:cubicBezTo>
                  <a:cubicBezTo>
                    <a:pt x="1" y="2896"/>
                    <a:pt x="614" y="4432"/>
                    <a:pt x="1938" y="5045"/>
                  </a:cubicBezTo>
                  <a:cubicBezTo>
                    <a:pt x="2253" y="5165"/>
                    <a:pt x="2579" y="5222"/>
                    <a:pt x="2901" y="5222"/>
                  </a:cubicBezTo>
                  <a:cubicBezTo>
                    <a:pt x="3942" y="5222"/>
                    <a:pt x="4943" y="4626"/>
                    <a:pt x="5411" y="3615"/>
                  </a:cubicBezTo>
                  <a:cubicBezTo>
                    <a:pt x="5926" y="2283"/>
                    <a:pt x="5313" y="754"/>
                    <a:pt x="3981" y="239"/>
                  </a:cubicBezTo>
                  <a:cubicBezTo>
                    <a:pt x="3631" y="77"/>
                    <a:pt x="3266" y="1"/>
                    <a:pt x="2909" y="1"/>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48" name="Google Shape;1384;p27"/>
            <p:cNvSpPr/>
            <p:nvPr/>
          </p:nvSpPr>
          <p:spPr>
            <a:xfrm>
              <a:off x="1461675" y="948800"/>
              <a:ext cx="130175" cy="78625"/>
            </a:xfrm>
            <a:custGeom>
              <a:avLst/>
              <a:ahLst/>
              <a:rect l="l" t="t" r="r" b="b"/>
              <a:pathLst>
                <a:path w="5207" h="3145" extrusionOk="0">
                  <a:moveTo>
                    <a:pt x="5109" y="0"/>
                  </a:moveTo>
                  <a:cubicBezTo>
                    <a:pt x="5109" y="311"/>
                    <a:pt x="5109" y="613"/>
                    <a:pt x="4904" y="924"/>
                  </a:cubicBezTo>
                  <a:cubicBezTo>
                    <a:pt x="4511" y="1935"/>
                    <a:pt x="3527" y="2531"/>
                    <a:pt x="2491" y="2531"/>
                  </a:cubicBezTo>
                  <a:cubicBezTo>
                    <a:pt x="2170" y="2531"/>
                    <a:pt x="1844" y="2474"/>
                    <a:pt x="1529" y="2354"/>
                  </a:cubicBezTo>
                  <a:cubicBezTo>
                    <a:pt x="711" y="2044"/>
                    <a:pt x="205" y="1333"/>
                    <a:pt x="0" y="515"/>
                  </a:cubicBezTo>
                  <a:lnTo>
                    <a:pt x="0" y="515"/>
                  </a:lnTo>
                  <a:cubicBezTo>
                    <a:pt x="0" y="1537"/>
                    <a:pt x="613" y="2559"/>
                    <a:pt x="1529" y="2967"/>
                  </a:cubicBezTo>
                  <a:cubicBezTo>
                    <a:pt x="1844" y="3087"/>
                    <a:pt x="2170" y="3144"/>
                    <a:pt x="2492" y="3144"/>
                  </a:cubicBezTo>
                  <a:cubicBezTo>
                    <a:pt x="3533" y="3144"/>
                    <a:pt x="4534" y="2548"/>
                    <a:pt x="5002" y="1537"/>
                  </a:cubicBezTo>
                  <a:cubicBezTo>
                    <a:pt x="5207" y="1022"/>
                    <a:pt x="5207" y="515"/>
                    <a:pt x="5109" y="0"/>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49" name="Google Shape;1385;p27"/>
            <p:cNvSpPr/>
            <p:nvPr/>
          </p:nvSpPr>
          <p:spPr>
            <a:xfrm>
              <a:off x="1464125" y="936125"/>
              <a:ext cx="122625" cy="58675"/>
            </a:xfrm>
            <a:custGeom>
              <a:avLst/>
              <a:ahLst/>
              <a:rect l="l" t="t" r="r" b="b"/>
              <a:pathLst>
                <a:path w="4905" h="2347" extrusionOk="0">
                  <a:moveTo>
                    <a:pt x="107" y="1"/>
                  </a:moveTo>
                  <a:cubicBezTo>
                    <a:pt x="107" y="99"/>
                    <a:pt x="107" y="99"/>
                    <a:pt x="0" y="99"/>
                  </a:cubicBezTo>
                  <a:lnTo>
                    <a:pt x="0" y="303"/>
                  </a:lnTo>
                  <a:lnTo>
                    <a:pt x="4700" y="2346"/>
                  </a:lnTo>
                  <a:cubicBezTo>
                    <a:pt x="4806" y="2248"/>
                    <a:pt x="4806" y="2248"/>
                    <a:pt x="4806" y="2142"/>
                  </a:cubicBezTo>
                  <a:cubicBezTo>
                    <a:pt x="4904" y="2142"/>
                    <a:pt x="4904" y="2044"/>
                    <a:pt x="4904" y="2044"/>
                  </a:cubicBezTo>
                  <a:lnTo>
                    <a:pt x="107" y="1"/>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50" name="Google Shape;1386;p27"/>
            <p:cNvSpPr/>
            <p:nvPr/>
          </p:nvSpPr>
          <p:spPr>
            <a:xfrm>
              <a:off x="1464125" y="933475"/>
              <a:ext cx="122625" cy="56225"/>
            </a:xfrm>
            <a:custGeom>
              <a:avLst/>
              <a:ahLst/>
              <a:rect l="l" t="t" r="r" b="b"/>
              <a:pathLst>
                <a:path w="4905" h="2249" extrusionOk="0">
                  <a:moveTo>
                    <a:pt x="205" y="0"/>
                  </a:moveTo>
                  <a:cubicBezTo>
                    <a:pt x="107" y="0"/>
                    <a:pt x="107" y="107"/>
                    <a:pt x="107" y="107"/>
                  </a:cubicBezTo>
                  <a:cubicBezTo>
                    <a:pt x="107" y="205"/>
                    <a:pt x="0" y="205"/>
                    <a:pt x="0" y="311"/>
                  </a:cubicBezTo>
                  <a:lnTo>
                    <a:pt x="4806" y="2248"/>
                  </a:lnTo>
                  <a:cubicBezTo>
                    <a:pt x="4806" y="2248"/>
                    <a:pt x="4904" y="2248"/>
                    <a:pt x="4904" y="2150"/>
                  </a:cubicBezTo>
                  <a:lnTo>
                    <a:pt x="4904" y="1946"/>
                  </a:lnTo>
                  <a:lnTo>
                    <a:pt x="205"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51" name="Google Shape;1387;p27"/>
            <p:cNvSpPr/>
            <p:nvPr/>
          </p:nvSpPr>
          <p:spPr>
            <a:xfrm>
              <a:off x="1630250" y="976825"/>
              <a:ext cx="132850" cy="130350"/>
            </a:xfrm>
            <a:custGeom>
              <a:avLst/>
              <a:ahLst/>
              <a:rect l="l" t="t" r="r" b="b"/>
              <a:pathLst>
                <a:path w="5314" h="5214" extrusionOk="0">
                  <a:moveTo>
                    <a:pt x="2534" y="0"/>
                  </a:moveTo>
                  <a:cubicBezTo>
                    <a:pt x="2092" y="0"/>
                    <a:pt x="1642" y="102"/>
                    <a:pt x="1226" y="310"/>
                  </a:cubicBezTo>
                  <a:cubicBezTo>
                    <a:pt x="1226" y="416"/>
                    <a:pt x="1120" y="416"/>
                    <a:pt x="1120" y="416"/>
                  </a:cubicBezTo>
                  <a:cubicBezTo>
                    <a:pt x="1120" y="416"/>
                    <a:pt x="1022" y="416"/>
                    <a:pt x="1022" y="514"/>
                  </a:cubicBezTo>
                  <a:lnTo>
                    <a:pt x="916" y="514"/>
                  </a:lnTo>
                  <a:cubicBezTo>
                    <a:pt x="916" y="514"/>
                    <a:pt x="916" y="620"/>
                    <a:pt x="818" y="620"/>
                  </a:cubicBezTo>
                  <a:cubicBezTo>
                    <a:pt x="711" y="825"/>
                    <a:pt x="507" y="923"/>
                    <a:pt x="409" y="1127"/>
                  </a:cubicBezTo>
                  <a:lnTo>
                    <a:pt x="409" y="1233"/>
                  </a:lnTo>
                  <a:cubicBezTo>
                    <a:pt x="303" y="1233"/>
                    <a:pt x="303" y="1331"/>
                    <a:pt x="303" y="1331"/>
                  </a:cubicBezTo>
                  <a:lnTo>
                    <a:pt x="205" y="1438"/>
                  </a:lnTo>
                  <a:lnTo>
                    <a:pt x="205" y="1536"/>
                  </a:lnTo>
                  <a:cubicBezTo>
                    <a:pt x="205" y="1642"/>
                    <a:pt x="205" y="1642"/>
                    <a:pt x="98" y="1642"/>
                  </a:cubicBezTo>
                  <a:lnTo>
                    <a:pt x="98" y="1846"/>
                  </a:lnTo>
                  <a:cubicBezTo>
                    <a:pt x="98" y="1944"/>
                    <a:pt x="0" y="2051"/>
                    <a:pt x="0" y="2051"/>
                  </a:cubicBezTo>
                  <a:lnTo>
                    <a:pt x="0" y="2149"/>
                  </a:lnTo>
                  <a:lnTo>
                    <a:pt x="0" y="2255"/>
                  </a:lnTo>
                  <a:lnTo>
                    <a:pt x="0" y="2353"/>
                  </a:lnTo>
                  <a:lnTo>
                    <a:pt x="0" y="2557"/>
                  </a:lnTo>
                  <a:lnTo>
                    <a:pt x="0" y="2868"/>
                  </a:lnTo>
                  <a:lnTo>
                    <a:pt x="0" y="3072"/>
                  </a:lnTo>
                  <a:cubicBezTo>
                    <a:pt x="0" y="3170"/>
                    <a:pt x="98" y="3277"/>
                    <a:pt x="98" y="3375"/>
                  </a:cubicBezTo>
                  <a:cubicBezTo>
                    <a:pt x="98" y="3375"/>
                    <a:pt x="98" y="3481"/>
                    <a:pt x="205" y="3579"/>
                  </a:cubicBezTo>
                  <a:cubicBezTo>
                    <a:pt x="205" y="3685"/>
                    <a:pt x="205" y="3685"/>
                    <a:pt x="303" y="3783"/>
                  </a:cubicBezTo>
                  <a:lnTo>
                    <a:pt x="303" y="3890"/>
                  </a:lnTo>
                  <a:cubicBezTo>
                    <a:pt x="303" y="3890"/>
                    <a:pt x="409" y="3988"/>
                    <a:pt x="409" y="4094"/>
                  </a:cubicBezTo>
                  <a:cubicBezTo>
                    <a:pt x="711" y="4396"/>
                    <a:pt x="1022" y="4707"/>
                    <a:pt x="1431" y="4911"/>
                  </a:cubicBezTo>
                  <a:cubicBezTo>
                    <a:pt x="1431" y="4911"/>
                    <a:pt x="1529" y="5009"/>
                    <a:pt x="1635" y="5009"/>
                  </a:cubicBezTo>
                  <a:cubicBezTo>
                    <a:pt x="1733" y="5009"/>
                    <a:pt x="1733" y="5009"/>
                    <a:pt x="1839" y="5116"/>
                  </a:cubicBezTo>
                  <a:lnTo>
                    <a:pt x="2044" y="5116"/>
                  </a:lnTo>
                  <a:cubicBezTo>
                    <a:pt x="2248" y="5214"/>
                    <a:pt x="2452" y="5214"/>
                    <a:pt x="2550" y="5214"/>
                  </a:cubicBezTo>
                  <a:cubicBezTo>
                    <a:pt x="2959" y="5214"/>
                    <a:pt x="3368" y="5116"/>
                    <a:pt x="3776" y="4911"/>
                  </a:cubicBezTo>
                  <a:lnTo>
                    <a:pt x="3883" y="4805"/>
                  </a:lnTo>
                  <a:lnTo>
                    <a:pt x="3981" y="4805"/>
                  </a:lnTo>
                  <a:cubicBezTo>
                    <a:pt x="3981" y="4805"/>
                    <a:pt x="3981" y="4707"/>
                    <a:pt x="4087" y="4707"/>
                  </a:cubicBezTo>
                  <a:lnTo>
                    <a:pt x="4185" y="4601"/>
                  </a:lnTo>
                  <a:cubicBezTo>
                    <a:pt x="4291" y="4601"/>
                    <a:pt x="4291" y="4601"/>
                    <a:pt x="4291" y="4503"/>
                  </a:cubicBezTo>
                  <a:cubicBezTo>
                    <a:pt x="4291" y="4503"/>
                    <a:pt x="4389" y="4503"/>
                    <a:pt x="4389" y="4396"/>
                  </a:cubicBezTo>
                  <a:lnTo>
                    <a:pt x="4496" y="4396"/>
                  </a:lnTo>
                  <a:cubicBezTo>
                    <a:pt x="4496" y="4298"/>
                    <a:pt x="4496" y="4298"/>
                    <a:pt x="4594" y="4192"/>
                  </a:cubicBezTo>
                  <a:lnTo>
                    <a:pt x="4798" y="3988"/>
                  </a:lnTo>
                  <a:lnTo>
                    <a:pt x="4798" y="3890"/>
                  </a:lnTo>
                  <a:lnTo>
                    <a:pt x="4904" y="3783"/>
                  </a:lnTo>
                  <a:lnTo>
                    <a:pt x="4904" y="3685"/>
                  </a:lnTo>
                  <a:lnTo>
                    <a:pt x="5002" y="3579"/>
                  </a:lnTo>
                  <a:lnTo>
                    <a:pt x="5002" y="3481"/>
                  </a:lnTo>
                  <a:cubicBezTo>
                    <a:pt x="5313" y="2762"/>
                    <a:pt x="5207" y="1846"/>
                    <a:pt x="4700" y="1127"/>
                  </a:cubicBezTo>
                  <a:cubicBezTo>
                    <a:pt x="4225" y="387"/>
                    <a:pt x="3396" y="0"/>
                    <a:pt x="2534"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52" name="Google Shape;1388;p27"/>
            <p:cNvSpPr/>
            <p:nvPr/>
          </p:nvSpPr>
          <p:spPr>
            <a:xfrm>
              <a:off x="1614925" y="963275"/>
              <a:ext cx="148175" cy="130550"/>
            </a:xfrm>
            <a:custGeom>
              <a:avLst/>
              <a:ahLst/>
              <a:rect l="l" t="t" r="r" b="b"/>
              <a:pathLst>
                <a:path w="5927" h="5222" extrusionOk="0">
                  <a:moveTo>
                    <a:pt x="2907" y="0"/>
                  </a:moveTo>
                  <a:cubicBezTo>
                    <a:pt x="1909" y="0"/>
                    <a:pt x="958" y="591"/>
                    <a:pt x="507" y="1571"/>
                  </a:cubicBezTo>
                  <a:cubicBezTo>
                    <a:pt x="0" y="2895"/>
                    <a:pt x="613" y="4432"/>
                    <a:pt x="1937" y="5045"/>
                  </a:cubicBezTo>
                  <a:cubicBezTo>
                    <a:pt x="2252" y="5165"/>
                    <a:pt x="2579" y="5222"/>
                    <a:pt x="2900" y="5222"/>
                  </a:cubicBezTo>
                  <a:cubicBezTo>
                    <a:pt x="3936" y="5222"/>
                    <a:pt x="4920" y="4625"/>
                    <a:pt x="5313" y="3614"/>
                  </a:cubicBezTo>
                  <a:cubicBezTo>
                    <a:pt x="5926" y="2282"/>
                    <a:pt x="5207" y="754"/>
                    <a:pt x="3981" y="239"/>
                  </a:cubicBezTo>
                  <a:cubicBezTo>
                    <a:pt x="3631" y="77"/>
                    <a:pt x="3266" y="0"/>
                    <a:pt x="2907"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53" name="Google Shape;1389;p27"/>
            <p:cNvSpPr/>
            <p:nvPr/>
          </p:nvSpPr>
          <p:spPr>
            <a:xfrm>
              <a:off x="1622475" y="1015200"/>
              <a:ext cx="132850" cy="78625"/>
            </a:xfrm>
            <a:custGeom>
              <a:avLst/>
              <a:ahLst/>
              <a:rect l="l" t="t" r="r" b="b"/>
              <a:pathLst>
                <a:path w="5314" h="3145" extrusionOk="0">
                  <a:moveTo>
                    <a:pt x="5215" y="1"/>
                  </a:moveTo>
                  <a:cubicBezTo>
                    <a:pt x="5215" y="311"/>
                    <a:pt x="5109" y="614"/>
                    <a:pt x="5011" y="1022"/>
                  </a:cubicBezTo>
                  <a:cubicBezTo>
                    <a:pt x="4560" y="2002"/>
                    <a:pt x="3610" y="2593"/>
                    <a:pt x="2611" y="2593"/>
                  </a:cubicBezTo>
                  <a:cubicBezTo>
                    <a:pt x="2253" y="2593"/>
                    <a:pt x="1888" y="2517"/>
                    <a:pt x="1537" y="2355"/>
                  </a:cubicBezTo>
                  <a:cubicBezTo>
                    <a:pt x="720" y="2044"/>
                    <a:pt x="205" y="1333"/>
                    <a:pt x="1" y="516"/>
                  </a:cubicBezTo>
                  <a:lnTo>
                    <a:pt x="1" y="516"/>
                  </a:lnTo>
                  <a:cubicBezTo>
                    <a:pt x="1" y="1537"/>
                    <a:pt x="614" y="2559"/>
                    <a:pt x="1635" y="2968"/>
                  </a:cubicBezTo>
                  <a:cubicBezTo>
                    <a:pt x="1950" y="3088"/>
                    <a:pt x="2277" y="3145"/>
                    <a:pt x="2598" y="3145"/>
                  </a:cubicBezTo>
                  <a:cubicBezTo>
                    <a:pt x="3634" y="3145"/>
                    <a:pt x="4618" y="2548"/>
                    <a:pt x="5011" y="1537"/>
                  </a:cubicBezTo>
                  <a:cubicBezTo>
                    <a:pt x="5215" y="1022"/>
                    <a:pt x="5313" y="516"/>
                    <a:pt x="5215"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54" name="Google Shape;1390;p27"/>
            <p:cNvSpPr/>
            <p:nvPr/>
          </p:nvSpPr>
          <p:spPr>
            <a:xfrm>
              <a:off x="1625125" y="1002550"/>
              <a:ext cx="122650" cy="58650"/>
            </a:xfrm>
            <a:custGeom>
              <a:avLst/>
              <a:ahLst/>
              <a:rect l="l" t="t" r="r" b="b"/>
              <a:pathLst>
                <a:path w="4906" h="2346" extrusionOk="0">
                  <a:moveTo>
                    <a:pt x="99" y="0"/>
                  </a:moveTo>
                  <a:lnTo>
                    <a:pt x="99" y="98"/>
                  </a:lnTo>
                  <a:cubicBezTo>
                    <a:pt x="99" y="204"/>
                    <a:pt x="1" y="302"/>
                    <a:pt x="1" y="409"/>
                  </a:cubicBezTo>
                  <a:lnTo>
                    <a:pt x="4799" y="2346"/>
                  </a:lnTo>
                  <a:cubicBezTo>
                    <a:pt x="4799" y="2248"/>
                    <a:pt x="4799" y="2248"/>
                    <a:pt x="4905" y="2141"/>
                  </a:cubicBezTo>
                  <a:lnTo>
                    <a:pt x="4905" y="2043"/>
                  </a:lnTo>
                  <a:lnTo>
                    <a:pt x="99"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55" name="Google Shape;1391;p27"/>
            <p:cNvSpPr/>
            <p:nvPr/>
          </p:nvSpPr>
          <p:spPr>
            <a:xfrm>
              <a:off x="1627600" y="999875"/>
              <a:ext cx="122625" cy="58875"/>
            </a:xfrm>
            <a:custGeom>
              <a:avLst/>
              <a:ahLst/>
              <a:rect l="l" t="t" r="r" b="b"/>
              <a:pathLst>
                <a:path w="4905" h="2355" extrusionOk="0">
                  <a:moveTo>
                    <a:pt x="106" y="1"/>
                  </a:moveTo>
                  <a:lnTo>
                    <a:pt x="0" y="107"/>
                  </a:lnTo>
                  <a:lnTo>
                    <a:pt x="0" y="311"/>
                  </a:lnTo>
                  <a:lnTo>
                    <a:pt x="4700" y="2355"/>
                  </a:lnTo>
                  <a:cubicBezTo>
                    <a:pt x="4806" y="2248"/>
                    <a:pt x="4806" y="2248"/>
                    <a:pt x="4806" y="2150"/>
                  </a:cubicBezTo>
                  <a:lnTo>
                    <a:pt x="4904" y="2044"/>
                  </a:lnTo>
                  <a:lnTo>
                    <a:pt x="106" y="1"/>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56" name="Google Shape;1392;p27"/>
            <p:cNvSpPr/>
            <p:nvPr/>
          </p:nvSpPr>
          <p:spPr>
            <a:xfrm>
              <a:off x="1791050" y="1043225"/>
              <a:ext cx="132850" cy="130375"/>
            </a:xfrm>
            <a:custGeom>
              <a:avLst/>
              <a:ahLst/>
              <a:rect l="l" t="t" r="r" b="b"/>
              <a:pathLst>
                <a:path w="5314" h="5215" extrusionOk="0">
                  <a:moveTo>
                    <a:pt x="2571" y="1"/>
                  </a:moveTo>
                  <a:cubicBezTo>
                    <a:pt x="2140" y="1"/>
                    <a:pt x="1713" y="102"/>
                    <a:pt x="1333" y="310"/>
                  </a:cubicBezTo>
                  <a:cubicBezTo>
                    <a:pt x="1227" y="416"/>
                    <a:pt x="1227" y="416"/>
                    <a:pt x="1129" y="416"/>
                  </a:cubicBezTo>
                  <a:lnTo>
                    <a:pt x="1129" y="514"/>
                  </a:lnTo>
                  <a:lnTo>
                    <a:pt x="1022" y="514"/>
                  </a:lnTo>
                  <a:lnTo>
                    <a:pt x="924" y="621"/>
                  </a:lnTo>
                  <a:cubicBezTo>
                    <a:pt x="720" y="825"/>
                    <a:pt x="516" y="1029"/>
                    <a:pt x="409" y="1234"/>
                  </a:cubicBezTo>
                  <a:lnTo>
                    <a:pt x="311" y="1332"/>
                  </a:lnTo>
                  <a:lnTo>
                    <a:pt x="311" y="1438"/>
                  </a:lnTo>
                  <a:cubicBezTo>
                    <a:pt x="205" y="1536"/>
                    <a:pt x="205" y="1536"/>
                    <a:pt x="205" y="1642"/>
                  </a:cubicBezTo>
                  <a:cubicBezTo>
                    <a:pt x="205" y="1740"/>
                    <a:pt x="107" y="1847"/>
                    <a:pt x="107" y="1847"/>
                  </a:cubicBezTo>
                  <a:lnTo>
                    <a:pt x="107" y="1945"/>
                  </a:lnTo>
                  <a:lnTo>
                    <a:pt x="107" y="2051"/>
                  </a:lnTo>
                  <a:cubicBezTo>
                    <a:pt x="107" y="2149"/>
                    <a:pt x="1" y="2149"/>
                    <a:pt x="1" y="2149"/>
                  </a:cubicBezTo>
                  <a:lnTo>
                    <a:pt x="1" y="2353"/>
                  </a:lnTo>
                  <a:lnTo>
                    <a:pt x="1" y="2664"/>
                  </a:lnTo>
                  <a:lnTo>
                    <a:pt x="1" y="2868"/>
                  </a:lnTo>
                  <a:lnTo>
                    <a:pt x="1" y="3073"/>
                  </a:lnTo>
                  <a:cubicBezTo>
                    <a:pt x="107" y="3073"/>
                    <a:pt x="107" y="3073"/>
                    <a:pt x="107" y="3171"/>
                  </a:cubicBezTo>
                  <a:lnTo>
                    <a:pt x="107" y="3375"/>
                  </a:lnTo>
                  <a:cubicBezTo>
                    <a:pt x="107" y="3481"/>
                    <a:pt x="205" y="3481"/>
                    <a:pt x="205" y="3580"/>
                  </a:cubicBezTo>
                  <a:lnTo>
                    <a:pt x="205" y="3686"/>
                  </a:lnTo>
                  <a:lnTo>
                    <a:pt x="311" y="3784"/>
                  </a:lnTo>
                  <a:lnTo>
                    <a:pt x="311" y="3890"/>
                  </a:lnTo>
                  <a:cubicBezTo>
                    <a:pt x="409" y="3890"/>
                    <a:pt x="409" y="3988"/>
                    <a:pt x="409" y="4094"/>
                  </a:cubicBezTo>
                  <a:cubicBezTo>
                    <a:pt x="720" y="4397"/>
                    <a:pt x="1022" y="4707"/>
                    <a:pt x="1431" y="4912"/>
                  </a:cubicBezTo>
                  <a:cubicBezTo>
                    <a:pt x="1537" y="4912"/>
                    <a:pt x="1537" y="5010"/>
                    <a:pt x="1635" y="5010"/>
                  </a:cubicBezTo>
                  <a:cubicBezTo>
                    <a:pt x="1742" y="5010"/>
                    <a:pt x="1840" y="5116"/>
                    <a:pt x="1840" y="5116"/>
                  </a:cubicBezTo>
                  <a:lnTo>
                    <a:pt x="2150" y="5116"/>
                  </a:lnTo>
                  <a:cubicBezTo>
                    <a:pt x="2248" y="5214"/>
                    <a:pt x="2453" y="5214"/>
                    <a:pt x="2657" y="5214"/>
                  </a:cubicBezTo>
                  <a:cubicBezTo>
                    <a:pt x="3066" y="5214"/>
                    <a:pt x="3376" y="5116"/>
                    <a:pt x="3785" y="4912"/>
                  </a:cubicBezTo>
                  <a:cubicBezTo>
                    <a:pt x="3883" y="4912"/>
                    <a:pt x="3883" y="4912"/>
                    <a:pt x="3883" y="4806"/>
                  </a:cubicBezTo>
                  <a:lnTo>
                    <a:pt x="3989" y="4806"/>
                  </a:lnTo>
                  <a:cubicBezTo>
                    <a:pt x="3989" y="4806"/>
                    <a:pt x="4087" y="4806"/>
                    <a:pt x="4087" y="4707"/>
                  </a:cubicBezTo>
                  <a:cubicBezTo>
                    <a:pt x="4087" y="4707"/>
                    <a:pt x="4194" y="4707"/>
                    <a:pt x="4194" y="4601"/>
                  </a:cubicBezTo>
                  <a:lnTo>
                    <a:pt x="4292" y="4601"/>
                  </a:lnTo>
                  <a:lnTo>
                    <a:pt x="4496" y="4397"/>
                  </a:lnTo>
                  <a:cubicBezTo>
                    <a:pt x="4496" y="4299"/>
                    <a:pt x="4602" y="4299"/>
                    <a:pt x="4602" y="4299"/>
                  </a:cubicBezTo>
                  <a:cubicBezTo>
                    <a:pt x="4602" y="4299"/>
                    <a:pt x="4602" y="4193"/>
                    <a:pt x="4700" y="4193"/>
                  </a:cubicBezTo>
                  <a:cubicBezTo>
                    <a:pt x="4700" y="4193"/>
                    <a:pt x="4700" y="4094"/>
                    <a:pt x="4807" y="3988"/>
                  </a:cubicBezTo>
                  <a:cubicBezTo>
                    <a:pt x="4905" y="3890"/>
                    <a:pt x="4905" y="3890"/>
                    <a:pt x="4905" y="3784"/>
                  </a:cubicBezTo>
                  <a:cubicBezTo>
                    <a:pt x="5011" y="3686"/>
                    <a:pt x="5011" y="3686"/>
                    <a:pt x="5011" y="3580"/>
                  </a:cubicBezTo>
                  <a:lnTo>
                    <a:pt x="5011" y="3481"/>
                  </a:lnTo>
                  <a:cubicBezTo>
                    <a:pt x="5313" y="2762"/>
                    <a:pt x="5215" y="1847"/>
                    <a:pt x="4807" y="1127"/>
                  </a:cubicBezTo>
                  <a:cubicBezTo>
                    <a:pt x="4266" y="387"/>
                    <a:pt x="3412" y="1"/>
                    <a:pt x="2571"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57" name="Google Shape;1393;p27"/>
            <p:cNvSpPr/>
            <p:nvPr/>
          </p:nvSpPr>
          <p:spPr>
            <a:xfrm>
              <a:off x="1775725" y="1031225"/>
              <a:ext cx="148175" cy="129025"/>
            </a:xfrm>
            <a:custGeom>
              <a:avLst/>
              <a:ahLst/>
              <a:rect l="l" t="t" r="r" b="b"/>
              <a:pathLst>
                <a:path w="5927" h="5161" extrusionOk="0">
                  <a:moveTo>
                    <a:pt x="3027" y="0"/>
                  </a:moveTo>
                  <a:cubicBezTo>
                    <a:pt x="1991" y="0"/>
                    <a:pt x="1007" y="597"/>
                    <a:pt x="614" y="1607"/>
                  </a:cubicBezTo>
                  <a:cubicBezTo>
                    <a:pt x="1" y="2940"/>
                    <a:pt x="614" y="4468"/>
                    <a:pt x="1946" y="4983"/>
                  </a:cubicBezTo>
                  <a:cubicBezTo>
                    <a:pt x="2259" y="5103"/>
                    <a:pt x="2584" y="5160"/>
                    <a:pt x="2906" y="5160"/>
                  </a:cubicBezTo>
                  <a:cubicBezTo>
                    <a:pt x="3945" y="5160"/>
                    <a:pt x="4952" y="4564"/>
                    <a:pt x="5420" y="3553"/>
                  </a:cubicBezTo>
                  <a:cubicBezTo>
                    <a:pt x="5926" y="2220"/>
                    <a:pt x="5313" y="692"/>
                    <a:pt x="3989" y="177"/>
                  </a:cubicBezTo>
                  <a:cubicBezTo>
                    <a:pt x="3674" y="57"/>
                    <a:pt x="3348" y="0"/>
                    <a:pt x="3027"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58" name="Google Shape;1394;p27"/>
            <p:cNvSpPr/>
            <p:nvPr/>
          </p:nvSpPr>
          <p:spPr>
            <a:xfrm>
              <a:off x="1785950" y="1081625"/>
              <a:ext cx="130400" cy="78625"/>
            </a:xfrm>
            <a:custGeom>
              <a:avLst/>
              <a:ahLst/>
              <a:rect l="l" t="t" r="r" b="b"/>
              <a:pathLst>
                <a:path w="5216" h="3145" extrusionOk="0">
                  <a:moveTo>
                    <a:pt x="5109" y="0"/>
                  </a:moveTo>
                  <a:cubicBezTo>
                    <a:pt x="5109" y="311"/>
                    <a:pt x="5011" y="719"/>
                    <a:pt x="4904" y="1022"/>
                  </a:cubicBezTo>
                  <a:cubicBezTo>
                    <a:pt x="4454" y="2002"/>
                    <a:pt x="3507" y="2593"/>
                    <a:pt x="2551" y="2593"/>
                  </a:cubicBezTo>
                  <a:cubicBezTo>
                    <a:pt x="2207" y="2593"/>
                    <a:pt x="1861" y="2516"/>
                    <a:pt x="1537" y="2354"/>
                  </a:cubicBezTo>
                  <a:cubicBezTo>
                    <a:pt x="720" y="2044"/>
                    <a:pt x="107" y="1332"/>
                    <a:pt x="0" y="613"/>
                  </a:cubicBezTo>
                  <a:lnTo>
                    <a:pt x="0" y="613"/>
                  </a:lnTo>
                  <a:cubicBezTo>
                    <a:pt x="0" y="1537"/>
                    <a:pt x="515" y="2558"/>
                    <a:pt x="1537" y="2967"/>
                  </a:cubicBezTo>
                  <a:cubicBezTo>
                    <a:pt x="1850" y="3087"/>
                    <a:pt x="2175" y="3144"/>
                    <a:pt x="2497" y="3144"/>
                  </a:cubicBezTo>
                  <a:cubicBezTo>
                    <a:pt x="3536" y="3144"/>
                    <a:pt x="4543" y="2548"/>
                    <a:pt x="5011" y="1537"/>
                  </a:cubicBezTo>
                  <a:cubicBezTo>
                    <a:pt x="5215" y="1022"/>
                    <a:pt x="5215" y="515"/>
                    <a:pt x="5109" y="0"/>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59" name="Google Shape;1395;p27"/>
            <p:cNvSpPr/>
            <p:nvPr/>
          </p:nvSpPr>
          <p:spPr>
            <a:xfrm>
              <a:off x="1785950" y="1071400"/>
              <a:ext cx="122625" cy="56225"/>
            </a:xfrm>
            <a:custGeom>
              <a:avLst/>
              <a:ahLst/>
              <a:rect l="l" t="t" r="r" b="b"/>
              <a:pathLst>
                <a:path w="4905" h="2249" extrusionOk="0">
                  <a:moveTo>
                    <a:pt x="205" y="0"/>
                  </a:moveTo>
                  <a:cubicBezTo>
                    <a:pt x="107" y="0"/>
                    <a:pt x="107" y="0"/>
                    <a:pt x="107" y="107"/>
                  </a:cubicBezTo>
                  <a:cubicBezTo>
                    <a:pt x="107" y="107"/>
                    <a:pt x="107" y="205"/>
                    <a:pt x="0" y="311"/>
                  </a:cubicBezTo>
                  <a:lnTo>
                    <a:pt x="4806" y="2248"/>
                  </a:lnTo>
                  <a:cubicBezTo>
                    <a:pt x="4806" y="2248"/>
                    <a:pt x="4904" y="2150"/>
                    <a:pt x="4904" y="2044"/>
                  </a:cubicBezTo>
                  <a:lnTo>
                    <a:pt x="4904" y="1946"/>
                  </a:lnTo>
                  <a:lnTo>
                    <a:pt x="205"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60" name="Google Shape;1396;p27"/>
            <p:cNvSpPr/>
            <p:nvPr/>
          </p:nvSpPr>
          <p:spPr>
            <a:xfrm>
              <a:off x="1788600" y="1066300"/>
              <a:ext cx="122625" cy="58875"/>
            </a:xfrm>
            <a:custGeom>
              <a:avLst/>
              <a:ahLst/>
              <a:rect l="l" t="t" r="r" b="b"/>
              <a:pathLst>
                <a:path w="4905" h="2355" extrusionOk="0">
                  <a:moveTo>
                    <a:pt x="99" y="0"/>
                  </a:moveTo>
                  <a:lnTo>
                    <a:pt x="99" y="204"/>
                  </a:lnTo>
                  <a:cubicBezTo>
                    <a:pt x="1" y="204"/>
                    <a:pt x="1" y="311"/>
                    <a:pt x="1" y="311"/>
                  </a:cubicBezTo>
                  <a:lnTo>
                    <a:pt x="4798" y="2354"/>
                  </a:lnTo>
                  <a:cubicBezTo>
                    <a:pt x="4798" y="2248"/>
                    <a:pt x="4798" y="2248"/>
                    <a:pt x="4905" y="2150"/>
                  </a:cubicBezTo>
                  <a:lnTo>
                    <a:pt x="4905" y="2044"/>
                  </a:lnTo>
                  <a:lnTo>
                    <a:pt x="99"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61" name="Google Shape;1397;p27"/>
            <p:cNvSpPr/>
            <p:nvPr/>
          </p:nvSpPr>
          <p:spPr>
            <a:xfrm>
              <a:off x="1952075" y="1110375"/>
              <a:ext cx="135300" cy="129625"/>
            </a:xfrm>
            <a:custGeom>
              <a:avLst/>
              <a:ahLst/>
              <a:rect l="l" t="t" r="r" b="b"/>
              <a:pathLst>
                <a:path w="5412" h="5185" extrusionOk="0">
                  <a:moveTo>
                    <a:pt x="2659" y="0"/>
                  </a:moveTo>
                  <a:cubicBezTo>
                    <a:pt x="2197" y="0"/>
                    <a:pt x="1734" y="125"/>
                    <a:pt x="1325" y="387"/>
                  </a:cubicBezTo>
                  <a:cubicBezTo>
                    <a:pt x="1226" y="387"/>
                    <a:pt x="1226" y="387"/>
                    <a:pt x="1226" y="485"/>
                  </a:cubicBezTo>
                  <a:lnTo>
                    <a:pt x="1120" y="485"/>
                  </a:lnTo>
                  <a:cubicBezTo>
                    <a:pt x="1022" y="485"/>
                    <a:pt x="1022" y="485"/>
                    <a:pt x="1022" y="591"/>
                  </a:cubicBezTo>
                  <a:lnTo>
                    <a:pt x="916" y="591"/>
                  </a:lnTo>
                  <a:lnTo>
                    <a:pt x="916" y="689"/>
                  </a:lnTo>
                  <a:cubicBezTo>
                    <a:pt x="712" y="795"/>
                    <a:pt x="613" y="1000"/>
                    <a:pt x="507" y="1204"/>
                  </a:cubicBezTo>
                  <a:lnTo>
                    <a:pt x="409" y="1204"/>
                  </a:lnTo>
                  <a:cubicBezTo>
                    <a:pt x="409" y="1302"/>
                    <a:pt x="409" y="1302"/>
                    <a:pt x="303" y="1408"/>
                  </a:cubicBezTo>
                  <a:cubicBezTo>
                    <a:pt x="303" y="1507"/>
                    <a:pt x="303" y="1507"/>
                    <a:pt x="205" y="1613"/>
                  </a:cubicBezTo>
                  <a:cubicBezTo>
                    <a:pt x="205" y="1711"/>
                    <a:pt x="205" y="1817"/>
                    <a:pt x="99" y="1817"/>
                  </a:cubicBezTo>
                  <a:lnTo>
                    <a:pt x="99" y="1915"/>
                  </a:lnTo>
                  <a:lnTo>
                    <a:pt x="99" y="2120"/>
                  </a:lnTo>
                  <a:lnTo>
                    <a:pt x="99" y="2324"/>
                  </a:lnTo>
                  <a:lnTo>
                    <a:pt x="99" y="2430"/>
                  </a:lnTo>
                  <a:cubicBezTo>
                    <a:pt x="0" y="2430"/>
                    <a:pt x="0" y="2528"/>
                    <a:pt x="0" y="2634"/>
                  </a:cubicBezTo>
                  <a:cubicBezTo>
                    <a:pt x="0" y="2733"/>
                    <a:pt x="0" y="2733"/>
                    <a:pt x="99" y="2839"/>
                  </a:cubicBezTo>
                  <a:lnTo>
                    <a:pt x="99" y="2937"/>
                  </a:lnTo>
                  <a:lnTo>
                    <a:pt x="99" y="3043"/>
                  </a:lnTo>
                  <a:lnTo>
                    <a:pt x="99" y="3141"/>
                  </a:lnTo>
                  <a:cubicBezTo>
                    <a:pt x="99" y="3247"/>
                    <a:pt x="99" y="3247"/>
                    <a:pt x="205" y="3346"/>
                  </a:cubicBezTo>
                  <a:lnTo>
                    <a:pt x="205" y="3550"/>
                  </a:lnTo>
                  <a:cubicBezTo>
                    <a:pt x="205" y="3550"/>
                    <a:pt x="205" y="3656"/>
                    <a:pt x="303" y="3656"/>
                  </a:cubicBezTo>
                  <a:lnTo>
                    <a:pt x="303" y="3754"/>
                  </a:lnTo>
                  <a:cubicBezTo>
                    <a:pt x="303" y="3860"/>
                    <a:pt x="409" y="3860"/>
                    <a:pt x="409" y="3860"/>
                  </a:cubicBezTo>
                  <a:cubicBezTo>
                    <a:pt x="409" y="3959"/>
                    <a:pt x="409" y="3959"/>
                    <a:pt x="507" y="4065"/>
                  </a:cubicBezTo>
                  <a:cubicBezTo>
                    <a:pt x="712" y="4473"/>
                    <a:pt x="1120" y="4678"/>
                    <a:pt x="1431" y="4882"/>
                  </a:cubicBezTo>
                  <a:cubicBezTo>
                    <a:pt x="1529" y="4980"/>
                    <a:pt x="1635" y="4980"/>
                    <a:pt x="1635" y="4980"/>
                  </a:cubicBezTo>
                  <a:cubicBezTo>
                    <a:pt x="1733" y="5086"/>
                    <a:pt x="1839" y="5086"/>
                    <a:pt x="1938" y="5086"/>
                  </a:cubicBezTo>
                  <a:cubicBezTo>
                    <a:pt x="2044" y="5086"/>
                    <a:pt x="2044" y="5185"/>
                    <a:pt x="2142" y="5185"/>
                  </a:cubicBezTo>
                  <a:lnTo>
                    <a:pt x="2657" y="5185"/>
                  </a:lnTo>
                  <a:cubicBezTo>
                    <a:pt x="3065" y="5185"/>
                    <a:pt x="3474" y="5086"/>
                    <a:pt x="3777" y="4882"/>
                  </a:cubicBezTo>
                  <a:lnTo>
                    <a:pt x="3981" y="4882"/>
                  </a:lnTo>
                  <a:lnTo>
                    <a:pt x="3981" y="4776"/>
                  </a:lnTo>
                  <a:lnTo>
                    <a:pt x="4087" y="4776"/>
                  </a:lnTo>
                  <a:cubicBezTo>
                    <a:pt x="4185" y="4678"/>
                    <a:pt x="4185" y="4678"/>
                    <a:pt x="4291" y="4678"/>
                  </a:cubicBezTo>
                  <a:lnTo>
                    <a:pt x="4291" y="4572"/>
                  </a:lnTo>
                  <a:lnTo>
                    <a:pt x="4390" y="4572"/>
                  </a:lnTo>
                  <a:cubicBezTo>
                    <a:pt x="4390" y="4473"/>
                    <a:pt x="4390" y="4473"/>
                    <a:pt x="4496" y="4473"/>
                  </a:cubicBezTo>
                  <a:lnTo>
                    <a:pt x="4496" y="4367"/>
                  </a:lnTo>
                  <a:cubicBezTo>
                    <a:pt x="4594" y="4367"/>
                    <a:pt x="4594" y="4269"/>
                    <a:pt x="4594" y="4269"/>
                  </a:cubicBezTo>
                  <a:cubicBezTo>
                    <a:pt x="4700" y="4269"/>
                    <a:pt x="4700" y="4269"/>
                    <a:pt x="4700" y="4163"/>
                  </a:cubicBezTo>
                  <a:lnTo>
                    <a:pt x="4798" y="4065"/>
                  </a:lnTo>
                  <a:cubicBezTo>
                    <a:pt x="4798" y="3959"/>
                    <a:pt x="4904" y="3959"/>
                    <a:pt x="4904" y="3959"/>
                  </a:cubicBezTo>
                  <a:lnTo>
                    <a:pt x="4904" y="3860"/>
                  </a:lnTo>
                  <a:lnTo>
                    <a:pt x="5003" y="3754"/>
                  </a:lnTo>
                  <a:lnTo>
                    <a:pt x="5003" y="3656"/>
                  </a:lnTo>
                  <a:cubicBezTo>
                    <a:pt x="5003" y="3550"/>
                    <a:pt x="5109" y="3550"/>
                    <a:pt x="5109" y="3550"/>
                  </a:cubicBezTo>
                  <a:lnTo>
                    <a:pt x="5109" y="3452"/>
                  </a:lnTo>
                  <a:cubicBezTo>
                    <a:pt x="5411" y="2733"/>
                    <a:pt x="5313" y="1817"/>
                    <a:pt x="4798" y="1098"/>
                  </a:cubicBezTo>
                  <a:cubicBezTo>
                    <a:pt x="4278" y="385"/>
                    <a:pt x="3469" y="0"/>
                    <a:pt x="2659"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62" name="Google Shape;1398;p27"/>
            <p:cNvSpPr/>
            <p:nvPr/>
          </p:nvSpPr>
          <p:spPr>
            <a:xfrm>
              <a:off x="1936750" y="1097625"/>
              <a:ext cx="148175" cy="130550"/>
            </a:xfrm>
            <a:custGeom>
              <a:avLst/>
              <a:ahLst/>
              <a:rect l="l" t="t" r="r" b="b"/>
              <a:pathLst>
                <a:path w="5927" h="5222" extrusionOk="0">
                  <a:moveTo>
                    <a:pt x="3022" y="0"/>
                  </a:moveTo>
                  <a:cubicBezTo>
                    <a:pt x="1988" y="0"/>
                    <a:pt x="1000" y="597"/>
                    <a:pt x="613" y="1608"/>
                  </a:cubicBezTo>
                  <a:cubicBezTo>
                    <a:pt x="0" y="2940"/>
                    <a:pt x="712" y="4469"/>
                    <a:pt x="1938" y="4983"/>
                  </a:cubicBezTo>
                  <a:cubicBezTo>
                    <a:pt x="2290" y="5146"/>
                    <a:pt x="2656" y="5222"/>
                    <a:pt x="3015" y="5222"/>
                  </a:cubicBezTo>
                  <a:cubicBezTo>
                    <a:pt x="4014" y="5222"/>
                    <a:pt x="4960" y="4631"/>
                    <a:pt x="5411" y="3651"/>
                  </a:cubicBezTo>
                  <a:cubicBezTo>
                    <a:pt x="5926" y="2327"/>
                    <a:pt x="5313" y="791"/>
                    <a:pt x="3981" y="177"/>
                  </a:cubicBezTo>
                  <a:cubicBezTo>
                    <a:pt x="3668" y="58"/>
                    <a:pt x="3343" y="0"/>
                    <a:pt x="3022" y="0"/>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63" name="Google Shape;1399;p27"/>
            <p:cNvSpPr/>
            <p:nvPr/>
          </p:nvSpPr>
          <p:spPr>
            <a:xfrm>
              <a:off x="1946975" y="1148025"/>
              <a:ext cx="130175" cy="80150"/>
            </a:xfrm>
            <a:custGeom>
              <a:avLst/>
              <a:ahLst/>
              <a:rect l="l" t="t" r="r" b="b"/>
              <a:pathLst>
                <a:path w="5207" h="3206" extrusionOk="0">
                  <a:moveTo>
                    <a:pt x="5108" y="1"/>
                  </a:moveTo>
                  <a:cubicBezTo>
                    <a:pt x="5108" y="311"/>
                    <a:pt x="5108" y="720"/>
                    <a:pt x="4904" y="1022"/>
                  </a:cubicBezTo>
                  <a:cubicBezTo>
                    <a:pt x="4512" y="2037"/>
                    <a:pt x="3532" y="2634"/>
                    <a:pt x="2499" y="2634"/>
                  </a:cubicBezTo>
                  <a:cubicBezTo>
                    <a:pt x="2175" y="2634"/>
                    <a:pt x="1846" y="2575"/>
                    <a:pt x="1529" y="2453"/>
                  </a:cubicBezTo>
                  <a:cubicBezTo>
                    <a:pt x="711" y="2044"/>
                    <a:pt x="204" y="1333"/>
                    <a:pt x="0" y="614"/>
                  </a:cubicBezTo>
                  <a:lnTo>
                    <a:pt x="0" y="614"/>
                  </a:lnTo>
                  <a:cubicBezTo>
                    <a:pt x="0" y="1635"/>
                    <a:pt x="613" y="2559"/>
                    <a:pt x="1529" y="2967"/>
                  </a:cubicBezTo>
                  <a:cubicBezTo>
                    <a:pt x="1881" y="3130"/>
                    <a:pt x="2247" y="3206"/>
                    <a:pt x="2606" y="3206"/>
                  </a:cubicBezTo>
                  <a:cubicBezTo>
                    <a:pt x="3605" y="3206"/>
                    <a:pt x="4551" y="2615"/>
                    <a:pt x="5002" y="1635"/>
                  </a:cubicBezTo>
                  <a:cubicBezTo>
                    <a:pt x="5207" y="1128"/>
                    <a:pt x="5207" y="515"/>
                    <a:pt x="5108"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64" name="Google Shape;1400;p27"/>
            <p:cNvSpPr/>
            <p:nvPr/>
          </p:nvSpPr>
          <p:spPr>
            <a:xfrm>
              <a:off x="1949425" y="1137800"/>
              <a:ext cx="122625" cy="58875"/>
            </a:xfrm>
            <a:custGeom>
              <a:avLst/>
              <a:ahLst/>
              <a:rect l="l" t="t" r="r" b="b"/>
              <a:pathLst>
                <a:path w="4905" h="2355" extrusionOk="0">
                  <a:moveTo>
                    <a:pt x="106" y="1"/>
                  </a:moveTo>
                  <a:lnTo>
                    <a:pt x="106" y="107"/>
                  </a:lnTo>
                  <a:cubicBezTo>
                    <a:pt x="0" y="205"/>
                    <a:pt x="0" y="205"/>
                    <a:pt x="0" y="311"/>
                  </a:cubicBezTo>
                  <a:lnTo>
                    <a:pt x="4700" y="2355"/>
                  </a:lnTo>
                  <a:cubicBezTo>
                    <a:pt x="4806" y="2249"/>
                    <a:pt x="4806" y="2150"/>
                    <a:pt x="4806" y="2044"/>
                  </a:cubicBezTo>
                  <a:lnTo>
                    <a:pt x="4904" y="2044"/>
                  </a:lnTo>
                  <a:lnTo>
                    <a:pt x="106" y="1"/>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65" name="Google Shape;1401;p27"/>
            <p:cNvSpPr/>
            <p:nvPr/>
          </p:nvSpPr>
          <p:spPr>
            <a:xfrm>
              <a:off x="1949425" y="1132700"/>
              <a:ext cx="122625" cy="58875"/>
            </a:xfrm>
            <a:custGeom>
              <a:avLst/>
              <a:ahLst/>
              <a:rect l="l" t="t" r="r" b="b"/>
              <a:pathLst>
                <a:path w="4905" h="2355" extrusionOk="0">
                  <a:moveTo>
                    <a:pt x="205" y="1"/>
                  </a:moveTo>
                  <a:cubicBezTo>
                    <a:pt x="106" y="107"/>
                    <a:pt x="106" y="107"/>
                    <a:pt x="106" y="205"/>
                  </a:cubicBezTo>
                  <a:lnTo>
                    <a:pt x="0" y="311"/>
                  </a:lnTo>
                  <a:lnTo>
                    <a:pt x="4806" y="2354"/>
                  </a:lnTo>
                  <a:lnTo>
                    <a:pt x="4904" y="2248"/>
                  </a:lnTo>
                  <a:lnTo>
                    <a:pt x="4904" y="2044"/>
                  </a:lnTo>
                  <a:lnTo>
                    <a:pt x="205" y="1"/>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66" name="Google Shape;1402;p27"/>
            <p:cNvSpPr/>
            <p:nvPr/>
          </p:nvSpPr>
          <p:spPr>
            <a:xfrm>
              <a:off x="2115550" y="1176775"/>
              <a:ext cx="132825" cy="129625"/>
            </a:xfrm>
            <a:custGeom>
              <a:avLst/>
              <a:ahLst/>
              <a:rect l="l" t="t" r="r" b="b"/>
              <a:pathLst>
                <a:path w="5313" h="5185" extrusionOk="0">
                  <a:moveTo>
                    <a:pt x="2629" y="0"/>
                  </a:moveTo>
                  <a:cubicBezTo>
                    <a:pt x="2157" y="0"/>
                    <a:pt x="1672" y="126"/>
                    <a:pt x="1226" y="387"/>
                  </a:cubicBezTo>
                  <a:cubicBezTo>
                    <a:pt x="1226" y="387"/>
                    <a:pt x="1120" y="387"/>
                    <a:pt x="1120" y="485"/>
                  </a:cubicBezTo>
                  <a:lnTo>
                    <a:pt x="1022" y="485"/>
                  </a:lnTo>
                  <a:lnTo>
                    <a:pt x="1022" y="591"/>
                  </a:lnTo>
                  <a:cubicBezTo>
                    <a:pt x="916" y="591"/>
                    <a:pt x="916" y="591"/>
                    <a:pt x="916" y="690"/>
                  </a:cubicBezTo>
                  <a:lnTo>
                    <a:pt x="817" y="690"/>
                  </a:lnTo>
                  <a:cubicBezTo>
                    <a:pt x="711" y="796"/>
                    <a:pt x="507" y="1000"/>
                    <a:pt x="409" y="1204"/>
                  </a:cubicBezTo>
                  <a:cubicBezTo>
                    <a:pt x="303" y="1303"/>
                    <a:pt x="303" y="1303"/>
                    <a:pt x="303" y="1409"/>
                  </a:cubicBezTo>
                  <a:lnTo>
                    <a:pt x="204" y="1507"/>
                  </a:lnTo>
                  <a:lnTo>
                    <a:pt x="204" y="1613"/>
                  </a:lnTo>
                  <a:lnTo>
                    <a:pt x="204" y="1711"/>
                  </a:lnTo>
                  <a:cubicBezTo>
                    <a:pt x="98" y="1711"/>
                    <a:pt x="98" y="1817"/>
                    <a:pt x="98" y="1916"/>
                  </a:cubicBezTo>
                  <a:cubicBezTo>
                    <a:pt x="98" y="2022"/>
                    <a:pt x="0" y="2022"/>
                    <a:pt x="0" y="2120"/>
                  </a:cubicBezTo>
                  <a:lnTo>
                    <a:pt x="0" y="2226"/>
                  </a:lnTo>
                  <a:lnTo>
                    <a:pt x="0" y="2324"/>
                  </a:lnTo>
                  <a:lnTo>
                    <a:pt x="0" y="2430"/>
                  </a:lnTo>
                  <a:lnTo>
                    <a:pt x="0" y="2635"/>
                  </a:lnTo>
                  <a:lnTo>
                    <a:pt x="0" y="2839"/>
                  </a:lnTo>
                  <a:lnTo>
                    <a:pt x="0" y="2937"/>
                  </a:lnTo>
                  <a:lnTo>
                    <a:pt x="0" y="3043"/>
                  </a:lnTo>
                  <a:lnTo>
                    <a:pt x="0" y="3142"/>
                  </a:lnTo>
                  <a:cubicBezTo>
                    <a:pt x="0" y="3248"/>
                    <a:pt x="98" y="3346"/>
                    <a:pt x="98" y="3346"/>
                  </a:cubicBezTo>
                  <a:cubicBezTo>
                    <a:pt x="98" y="3452"/>
                    <a:pt x="98" y="3550"/>
                    <a:pt x="204" y="3550"/>
                  </a:cubicBezTo>
                  <a:lnTo>
                    <a:pt x="204" y="3656"/>
                  </a:lnTo>
                  <a:cubicBezTo>
                    <a:pt x="204" y="3755"/>
                    <a:pt x="204" y="3755"/>
                    <a:pt x="303" y="3861"/>
                  </a:cubicBezTo>
                  <a:cubicBezTo>
                    <a:pt x="303" y="3959"/>
                    <a:pt x="409" y="4065"/>
                    <a:pt x="409" y="4065"/>
                  </a:cubicBezTo>
                  <a:cubicBezTo>
                    <a:pt x="711" y="4474"/>
                    <a:pt x="1022" y="4776"/>
                    <a:pt x="1430" y="4882"/>
                  </a:cubicBezTo>
                  <a:cubicBezTo>
                    <a:pt x="1430" y="4981"/>
                    <a:pt x="1529" y="4981"/>
                    <a:pt x="1635" y="4981"/>
                  </a:cubicBezTo>
                  <a:cubicBezTo>
                    <a:pt x="1733" y="5087"/>
                    <a:pt x="1733" y="5087"/>
                    <a:pt x="1839" y="5087"/>
                  </a:cubicBezTo>
                  <a:cubicBezTo>
                    <a:pt x="1937" y="5185"/>
                    <a:pt x="2043" y="5185"/>
                    <a:pt x="2142" y="5185"/>
                  </a:cubicBezTo>
                  <a:lnTo>
                    <a:pt x="2550" y="5185"/>
                  </a:lnTo>
                  <a:cubicBezTo>
                    <a:pt x="2959" y="5185"/>
                    <a:pt x="3368" y="5087"/>
                    <a:pt x="3776" y="4981"/>
                  </a:cubicBezTo>
                  <a:lnTo>
                    <a:pt x="3776" y="4882"/>
                  </a:lnTo>
                  <a:lnTo>
                    <a:pt x="3981" y="4882"/>
                  </a:lnTo>
                  <a:lnTo>
                    <a:pt x="3981" y="4776"/>
                  </a:lnTo>
                  <a:lnTo>
                    <a:pt x="4087" y="4776"/>
                  </a:lnTo>
                  <a:lnTo>
                    <a:pt x="4185" y="4678"/>
                  </a:lnTo>
                  <a:lnTo>
                    <a:pt x="4185" y="4572"/>
                  </a:lnTo>
                  <a:lnTo>
                    <a:pt x="4291" y="4572"/>
                  </a:lnTo>
                  <a:lnTo>
                    <a:pt x="4389" y="4474"/>
                  </a:lnTo>
                  <a:lnTo>
                    <a:pt x="4496" y="4368"/>
                  </a:lnTo>
                  <a:cubicBezTo>
                    <a:pt x="4496" y="4368"/>
                    <a:pt x="4594" y="4368"/>
                    <a:pt x="4594" y="4269"/>
                  </a:cubicBezTo>
                  <a:cubicBezTo>
                    <a:pt x="4700" y="4163"/>
                    <a:pt x="4700" y="4065"/>
                    <a:pt x="4798" y="4065"/>
                  </a:cubicBezTo>
                  <a:lnTo>
                    <a:pt x="4798" y="3959"/>
                  </a:lnTo>
                  <a:cubicBezTo>
                    <a:pt x="4798" y="3959"/>
                    <a:pt x="4798" y="3861"/>
                    <a:pt x="4904" y="3861"/>
                  </a:cubicBezTo>
                  <a:lnTo>
                    <a:pt x="4904" y="3755"/>
                  </a:lnTo>
                  <a:lnTo>
                    <a:pt x="5002" y="3656"/>
                  </a:lnTo>
                  <a:lnTo>
                    <a:pt x="5002" y="3550"/>
                  </a:lnTo>
                  <a:cubicBezTo>
                    <a:pt x="5313" y="2733"/>
                    <a:pt x="5207" y="1916"/>
                    <a:pt x="4700" y="1098"/>
                  </a:cubicBezTo>
                  <a:cubicBezTo>
                    <a:pt x="4242" y="385"/>
                    <a:pt x="3456" y="0"/>
                    <a:pt x="2629"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67" name="Google Shape;1403;p27"/>
            <p:cNvSpPr/>
            <p:nvPr/>
          </p:nvSpPr>
          <p:spPr>
            <a:xfrm>
              <a:off x="2100225" y="1164025"/>
              <a:ext cx="148150" cy="130575"/>
            </a:xfrm>
            <a:custGeom>
              <a:avLst/>
              <a:ahLst/>
              <a:rect l="l" t="t" r="r" b="b"/>
              <a:pathLst>
                <a:path w="5926" h="5223" extrusionOk="0">
                  <a:moveTo>
                    <a:pt x="3021" y="1"/>
                  </a:moveTo>
                  <a:cubicBezTo>
                    <a:pt x="1981" y="1"/>
                    <a:pt x="975" y="597"/>
                    <a:pt x="507" y="1608"/>
                  </a:cubicBezTo>
                  <a:cubicBezTo>
                    <a:pt x="0" y="2940"/>
                    <a:pt x="613" y="4469"/>
                    <a:pt x="1937" y="4984"/>
                  </a:cubicBezTo>
                  <a:cubicBezTo>
                    <a:pt x="2290" y="5146"/>
                    <a:pt x="2656" y="5222"/>
                    <a:pt x="3013" y="5222"/>
                  </a:cubicBezTo>
                  <a:cubicBezTo>
                    <a:pt x="4007" y="5222"/>
                    <a:pt x="4934" y="4631"/>
                    <a:pt x="5313" y="3652"/>
                  </a:cubicBezTo>
                  <a:cubicBezTo>
                    <a:pt x="5926" y="2327"/>
                    <a:pt x="5313" y="791"/>
                    <a:pt x="3981" y="178"/>
                  </a:cubicBezTo>
                  <a:cubicBezTo>
                    <a:pt x="3667" y="58"/>
                    <a:pt x="3342" y="1"/>
                    <a:pt x="3021" y="1"/>
                  </a:cubicBez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68" name="Google Shape;1404;p27"/>
            <p:cNvSpPr/>
            <p:nvPr/>
          </p:nvSpPr>
          <p:spPr>
            <a:xfrm>
              <a:off x="2107775" y="1214425"/>
              <a:ext cx="132850" cy="80175"/>
            </a:xfrm>
            <a:custGeom>
              <a:avLst/>
              <a:ahLst/>
              <a:rect l="l" t="t" r="r" b="b"/>
              <a:pathLst>
                <a:path w="5314" h="3207" extrusionOk="0">
                  <a:moveTo>
                    <a:pt x="5215" y="1"/>
                  </a:moveTo>
                  <a:cubicBezTo>
                    <a:pt x="5215" y="410"/>
                    <a:pt x="5109" y="720"/>
                    <a:pt x="5011" y="1023"/>
                  </a:cubicBezTo>
                  <a:cubicBezTo>
                    <a:pt x="4544" y="2037"/>
                    <a:pt x="3542" y="2634"/>
                    <a:pt x="2506" y="2634"/>
                  </a:cubicBezTo>
                  <a:cubicBezTo>
                    <a:pt x="2181" y="2634"/>
                    <a:pt x="1853" y="2576"/>
                    <a:pt x="1537" y="2453"/>
                  </a:cubicBezTo>
                  <a:cubicBezTo>
                    <a:pt x="720" y="2044"/>
                    <a:pt x="205" y="1431"/>
                    <a:pt x="1" y="614"/>
                  </a:cubicBezTo>
                  <a:lnTo>
                    <a:pt x="1" y="614"/>
                  </a:lnTo>
                  <a:cubicBezTo>
                    <a:pt x="1" y="1636"/>
                    <a:pt x="614" y="2559"/>
                    <a:pt x="1635" y="2968"/>
                  </a:cubicBezTo>
                  <a:cubicBezTo>
                    <a:pt x="1988" y="3130"/>
                    <a:pt x="2354" y="3206"/>
                    <a:pt x="2711" y="3206"/>
                  </a:cubicBezTo>
                  <a:cubicBezTo>
                    <a:pt x="3705" y="3206"/>
                    <a:pt x="4632" y="2615"/>
                    <a:pt x="5011" y="1636"/>
                  </a:cubicBezTo>
                  <a:cubicBezTo>
                    <a:pt x="5215" y="1129"/>
                    <a:pt x="5313" y="516"/>
                    <a:pt x="5215"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69" name="Google Shape;1405;p27"/>
            <p:cNvSpPr/>
            <p:nvPr/>
          </p:nvSpPr>
          <p:spPr>
            <a:xfrm>
              <a:off x="2110425" y="1204225"/>
              <a:ext cx="122625" cy="58875"/>
            </a:xfrm>
            <a:custGeom>
              <a:avLst/>
              <a:ahLst/>
              <a:rect l="l" t="t" r="r" b="b"/>
              <a:pathLst>
                <a:path w="4905" h="2355" extrusionOk="0">
                  <a:moveTo>
                    <a:pt x="99" y="0"/>
                  </a:moveTo>
                  <a:lnTo>
                    <a:pt x="99" y="106"/>
                  </a:lnTo>
                  <a:cubicBezTo>
                    <a:pt x="99" y="205"/>
                    <a:pt x="1" y="205"/>
                    <a:pt x="1" y="311"/>
                  </a:cubicBezTo>
                  <a:lnTo>
                    <a:pt x="4799" y="2354"/>
                  </a:lnTo>
                  <a:cubicBezTo>
                    <a:pt x="4799" y="2248"/>
                    <a:pt x="4799" y="2150"/>
                    <a:pt x="4905" y="2150"/>
                  </a:cubicBezTo>
                  <a:lnTo>
                    <a:pt x="4905" y="2044"/>
                  </a:lnTo>
                  <a:lnTo>
                    <a:pt x="99"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70" name="Google Shape;1406;p27"/>
            <p:cNvSpPr/>
            <p:nvPr/>
          </p:nvSpPr>
          <p:spPr>
            <a:xfrm>
              <a:off x="2112875" y="1201775"/>
              <a:ext cx="122625" cy="56200"/>
            </a:xfrm>
            <a:custGeom>
              <a:avLst/>
              <a:ahLst/>
              <a:rect l="l" t="t" r="r" b="b"/>
              <a:pathLst>
                <a:path w="4905" h="2248" extrusionOk="0">
                  <a:moveTo>
                    <a:pt x="107" y="0"/>
                  </a:moveTo>
                  <a:lnTo>
                    <a:pt x="1" y="98"/>
                  </a:lnTo>
                  <a:lnTo>
                    <a:pt x="1" y="303"/>
                  </a:lnTo>
                  <a:lnTo>
                    <a:pt x="4807" y="2248"/>
                  </a:lnTo>
                  <a:lnTo>
                    <a:pt x="4807" y="2142"/>
                  </a:lnTo>
                  <a:cubicBezTo>
                    <a:pt x="4807" y="2043"/>
                    <a:pt x="4905" y="2043"/>
                    <a:pt x="4905" y="1937"/>
                  </a:cubicBezTo>
                  <a:lnTo>
                    <a:pt x="107" y="0"/>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nvGrpSpPr>
          <p:cNvPr id="127" name="Google Shape;1407;p27"/>
          <p:cNvGrpSpPr/>
          <p:nvPr/>
        </p:nvGrpSpPr>
        <p:grpSpPr>
          <a:xfrm flipH="1">
            <a:off x="8541303" y="2390750"/>
            <a:ext cx="480225" cy="615300"/>
            <a:chOff x="912850" y="4743425"/>
            <a:chExt cx="480225" cy="615300"/>
          </a:xfrm>
        </p:grpSpPr>
        <p:sp>
          <p:nvSpPr>
            <p:cNvPr id="1049571" name="Google Shape;1408;p27"/>
            <p:cNvSpPr/>
            <p:nvPr/>
          </p:nvSpPr>
          <p:spPr>
            <a:xfrm>
              <a:off x="912850" y="4825175"/>
              <a:ext cx="480225" cy="533550"/>
            </a:xfrm>
            <a:custGeom>
              <a:avLst/>
              <a:ah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72" name="Google Shape;1409;p27"/>
            <p:cNvSpPr/>
            <p:nvPr/>
          </p:nvSpPr>
          <p:spPr>
            <a:xfrm>
              <a:off x="1055900" y="4825175"/>
              <a:ext cx="291200" cy="71525"/>
            </a:xfrm>
            <a:custGeom>
              <a:avLst/>
              <a:ah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73" name="Google Shape;1410;p27"/>
            <p:cNvSpPr/>
            <p:nvPr/>
          </p:nvSpPr>
          <p:spPr>
            <a:xfrm>
              <a:off x="1038125" y="4743425"/>
              <a:ext cx="344725" cy="143075"/>
            </a:xfrm>
            <a:custGeom>
              <a:avLst/>
              <a:ah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74" name="Google Shape;1411;p27"/>
            <p:cNvSpPr/>
            <p:nvPr/>
          </p:nvSpPr>
          <p:spPr>
            <a:xfrm>
              <a:off x="1050775" y="4745900"/>
              <a:ext cx="28225" cy="79300"/>
            </a:xfrm>
            <a:custGeom>
              <a:avLst/>
              <a:ah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75" name="Google Shape;1412;p27"/>
            <p:cNvSpPr/>
            <p:nvPr/>
          </p:nvSpPr>
          <p:spPr>
            <a:xfrm>
              <a:off x="1078975" y="4751000"/>
              <a:ext cx="30675" cy="81750"/>
            </a:xfrm>
            <a:custGeom>
              <a:avLst/>
              <a:ah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76" name="Google Shape;1413;p27"/>
            <p:cNvSpPr/>
            <p:nvPr/>
          </p:nvSpPr>
          <p:spPr>
            <a:xfrm>
              <a:off x="1109625" y="4756100"/>
              <a:ext cx="28025" cy="81775"/>
            </a:xfrm>
            <a:custGeom>
              <a:avLst/>
              <a:ah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77" name="Google Shape;1414;p27"/>
            <p:cNvSpPr/>
            <p:nvPr/>
          </p:nvSpPr>
          <p:spPr>
            <a:xfrm>
              <a:off x="1137625" y="4763875"/>
              <a:ext cx="30675" cy="79100"/>
            </a:xfrm>
            <a:custGeom>
              <a:avLst/>
              <a:ah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78" name="Google Shape;1415;p27"/>
            <p:cNvSpPr/>
            <p:nvPr/>
          </p:nvSpPr>
          <p:spPr>
            <a:xfrm>
              <a:off x="1165825" y="4768975"/>
              <a:ext cx="30675" cy="79100"/>
            </a:xfrm>
            <a:custGeom>
              <a:avLst/>
              <a:ah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79" name="Google Shape;1416;p27"/>
            <p:cNvSpPr/>
            <p:nvPr/>
          </p:nvSpPr>
          <p:spPr>
            <a:xfrm>
              <a:off x="1196475" y="4774075"/>
              <a:ext cx="28025" cy="81775"/>
            </a:xfrm>
            <a:custGeom>
              <a:avLst/>
              <a:ah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80" name="Google Shape;1417;p27"/>
            <p:cNvSpPr/>
            <p:nvPr/>
          </p:nvSpPr>
          <p:spPr>
            <a:xfrm>
              <a:off x="1224475" y="4779200"/>
              <a:ext cx="30675" cy="81750"/>
            </a:xfrm>
            <a:custGeom>
              <a:avLst/>
              <a:ah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81" name="Google Shape;1418;p27"/>
            <p:cNvSpPr/>
            <p:nvPr/>
          </p:nvSpPr>
          <p:spPr>
            <a:xfrm>
              <a:off x="1255125" y="4786750"/>
              <a:ext cx="28225" cy="79300"/>
            </a:xfrm>
            <a:custGeom>
              <a:avLst/>
              <a:ah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82" name="Google Shape;1419;p27"/>
            <p:cNvSpPr/>
            <p:nvPr/>
          </p:nvSpPr>
          <p:spPr>
            <a:xfrm>
              <a:off x="1283325" y="4791875"/>
              <a:ext cx="30675" cy="81750"/>
            </a:xfrm>
            <a:custGeom>
              <a:avLst/>
              <a:ah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83" name="Google Shape;1420;p27"/>
            <p:cNvSpPr/>
            <p:nvPr/>
          </p:nvSpPr>
          <p:spPr>
            <a:xfrm>
              <a:off x="1313975" y="4796975"/>
              <a:ext cx="28000" cy="81750"/>
            </a:xfrm>
            <a:custGeom>
              <a:avLst/>
              <a:ah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84" name="Google Shape;1421;p27"/>
            <p:cNvSpPr/>
            <p:nvPr/>
          </p:nvSpPr>
          <p:spPr>
            <a:xfrm>
              <a:off x="1341950" y="4804725"/>
              <a:ext cx="30675" cy="79125"/>
            </a:xfrm>
            <a:custGeom>
              <a:avLst/>
              <a:ah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85" name="Google Shape;1422;p27"/>
            <p:cNvSpPr/>
            <p:nvPr/>
          </p:nvSpPr>
          <p:spPr>
            <a:xfrm>
              <a:off x="935950" y="4963100"/>
              <a:ext cx="441800" cy="260550"/>
            </a:xfrm>
            <a:custGeom>
              <a:avLst/>
              <a:ah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86" name="Google Shape;1423;p27"/>
            <p:cNvSpPr/>
            <p:nvPr/>
          </p:nvSpPr>
          <p:spPr>
            <a:xfrm>
              <a:off x="912850" y="5169875"/>
              <a:ext cx="424025" cy="188850"/>
            </a:xfrm>
            <a:custGeom>
              <a:avLst/>
              <a:ah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87" name="Google Shape;1424;p27"/>
            <p:cNvSpPr/>
            <p:nvPr/>
          </p:nvSpPr>
          <p:spPr>
            <a:xfrm>
              <a:off x="963950" y="4963100"/>
              <a:ext cx="413800" cy="112400"/>
            </a:xfrm>
            <a:custGeom>
              <a:avLst/>
              <a:ah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88" name="Google Shape;1425;p27"/>
            <p:cNvSpPr/>
            <p:nvPr/>
          </p:nvSpPr>
          <p:spPr>
            <a:xfrm>
              <a:off x="984375" y="5034625"/>
              <a:ext cx="94625" cy="94425"/>
            </a:xfrm>
            <a:custGeom>
              <a:avLst/>
              <a:ah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89" name="Google Shape;1426;p27"/>
            <p:cNvSpPr/>
            <p:nvPr/>
          </p:nvSpPr>
          <p:spPr>
            <a:xfrm>
              <a:off x="1178500" y="5075475"/>
              <a:ext cx="145700" cy="43350"/>
            </a:xfrm>
            <a:custGeom>
              <a:avLst/>
              <a:ah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90" name="Google Shape;1427;p27"/>
            <p:cNvSpPr/>
            <p:nvPr/>
          </p:nvSpPr>
          <p:spPr>
            <a:xfrm>
              <a:off x="1170925" y="5113700"/>
              <a:ext cx="145525" cy="43550"/>
            </a:xfrm>
            <a:custGeom>
              <a:avLst/>
              <a:ah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9591" name="Google Shape;1428;p27"/>
          <p:cNvSpPr/>
          <p:nvPr/>
        </p:nvSpPr>
        <p:spPr>
          <a:xfrm>
            <a:off x="8764217" y="3242216"/>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92" name="Google Shape;1429;p27"/>
          <p:cNvSpPr/>
          <p:nvPr/>
        </p:nvSpPr>
        <p:spPr>
          <a:xfrm>
            <a:off x="8541304" y="924920"/>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93" name="Google Shape;1430;p27"/>
          <p:cNvSpPr/>
          <p:nvPr/>
        </p:nvSpPr>
        <p:spPr>
          <a:xfrm>
            <a:off x="8946564" y="1274488"/>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94" name="Google Shape;1431;p27"/>
          <p:cNvSpPr/>
          <p:nvPr/>
        </p:nvSpPr>
        <p:spPr>
          <a:xfrm>
            <a:off x="8484800" y="576451"/>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95" name="Google Shape;1432;p27"/>
          <p:cNvSpPr/>
          <p:nvPr/>
        </p:nvSpPr>
        <p:spPr>
          <a:xfrm>
            <a:off x="8386109" y="160402"/>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96" name="Google Shape;1433;p27"/>
          <p:cNvSpPr/>
          <p:nvPr/>
        </p:nvSpPr>
        <p:spPr>
          <a:xfrm>
            <a:off x="6732284" y="269841"/>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97" name="Google Shape;1434;p27"/>
          <p:cNvSpPr/>
          <p:nvPr/>
        </p:nvSpPr>
        <p:spPr>
          <a:xfrm flipH="1">
            <a:off x="486165" y="367974"/>
            <a:ext cx="261014" cy="257301"/>
          </a:xfrm>
          <a:custGeom>
            <a:avLst/>
            <a:ah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98" name="Google Shape;1435;p27"/>
          <p:cNvSpPr/>
          <p:nvPr/>
        </p:nvSpPr>
        <p:spPr>
          <a:xfrm flipH="1">
            <a:off x="556668" y="82293"/>
            <a:ext cx="60199" cy="60130"/>
          </a:xfrm>
          <a:custGeom>
            <a:avLst/>
            <a:ah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99" name="Google Shape;1436;p27"/>
          <p:cNvSpPr/>
          <p:nvPr/>
        </p:nvSpPr>
        <p:spPr>
          <a:xfrm flipH="1">
            <a:off x="398167" y="1016702"/>
            <a:ext cx="59875" cy="59871"/>
          </a:xfrm>
          <a:custGeom>
            <a:avLst/>
            <a:ah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00" name="Google Shape;1437;p27"/>
          <p:cNvSpPr/>
          <p:nvPr/>
        </p:nvSpPr>
        <p:spPr>
          <a:xfrm flipH="1">
            <a:off x="157915" y="417069"/>
            <a:ext cx="60134" cy="60130"/>
          </a:xfrm>
          <a:custGeom>
            <a:avLst/>
            <a:ah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01" name="Google Shape;1438;p27"/>
          <p:cNvSpPr/>
          <p:nvPr/>
        </p:nvSpPr>
        <p:spPr>
          <a:xfrm rot="10800000" flipH="1">
            <a:off x="7459953" y="36"/>
            <a:ext cx="1695422" cy="2497239"/>
          </a:xfrm>
          <a:custGeom>
            <a:avLst/>
            <a:ah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p:cSld name="CUSTOM_1_1_1_1_1_1_1_1_2">
    <p:spTree>
      <p:nvGrpSpPr>
        <p:cNvPr id="132" name="Shape 2288"/>
        <p:cNvGrpSpPr/>
        <p:nvPr/>
      </p:nvGrpSpPr>
      <p:grpSpPr>
        <a:xfrm>
          <a:off x="0" y="0"/>
          <a:ext cx="0" cy="0"/>
          <a:chOff x="0" y="0"/>
          <a:chExt cx="0" cy="0"/>
        </a:xfrm>
      </p:grpSpPr>
      <p:sp>
        <p:nvSpPr>
          <p:cNvPr id="1049612" name="Google Shape;2289;p51"/>
          <p:cNvSpPr txBox="1">
            <a:spLocks noGrp="1"/>
          </p:cNvSpPr>
          <p:nvPr>
            <p:ph type="title"/>
          </p:nvPr>
        </p:nvSpPr>
        <p:spPr>
          <a:xfrm>
            <a:off x="2488075" y="920500"/>
            <a:ext cx="4167900" cy="478200"/>
          </a:xfrm>
          <a:prstGeom prst="rect"/>
        </p:spPr>
        <p:txBody>
          <a:bodyPr anchor="ctr" anchorCtr="0" bIns="91425" lIns="91425" rIns="91425" spcFirstLastPara="1" tIns="91425" wrap="square">
            <a:noAutofit/>
          </a:bodyPr>
          <a:lstStyle>
            <a:lvl1pPr algn="ctr" lvl="0" rtl="0">
              <a:spcBef>
                <a:spcPts val="0"/>
              </a:spcBef>
              <a:spcAft>
                <a:spcPts val="0"/>
              </a:spcAft>
              <a:buSzPts val="2800"/>
              <a:buNone/>
              <a:defRPr sz="55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p:txBody>
      </p:sp>
      <p:grpSp>
        <p:nvGrpSpPr>
          <p:cNvPr id="133" name="Google Shape;2290;p51"/>
          <p:cNvGrpSpPr/>
          <p:nvPr/>
        </p:nvGrpSpPr>
        <p:grpSpPr>
          <a:xfrm flipH="1">
            <a:off x="190497" y="65920"/>
            <a:ext cx="2270722" cy="1349163"/>
            <a:chOff x="5158247" y="5691845"/>
            <a:chExt cx="2270722" cy="1349163"/>
          </a:xfrm>
        </p:grpSpPr>
        <p:sp>
          <p:nvSpPr>
            <p:cNvPr id="1049613" name="Google Shape;2291;p51"/>
            <p:cNvSpPr/>
            <p:nvPr/>
          </p:nvSpPr>
          <p:spPr>
            <a:xfrm>
              <a:off x="7002455" y="6557766"/>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14" name="Google Shape;2292;p51"/>
            <p:cNvSpPr/>
            <p:nvPr/>
          </p:nvSpPr>
          <p:spPr>
            <a:xfrm>
              <a:off x="5332967" y="5691845"/>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15" name="Google Shape;2293;p51"/>
            <p:cNvSpPr/>
            <p:nvPr/>
          </p:nvSpPr>
          <p:spPr>
            <a:xfrm>
              <a:off x="7372528" y="6980813"/>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16" name="Google Shape;2294;p51"/>
            <p:cNvSpPr/>
            <p:nvPr/>
          </p:nvSpPr>
          <p:spPr>
            <a:xfrm>
              <a:off x="6910763" y="6282776"/>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17" name="Google Shape;2295;p51"/>
            <p:cNvSpPr/>
            <p:nvPr/>
          </p:nvSpPr>
          <p:spPr>
            <a:xfrm>
              <a:off x="6812073" y="5866727"/>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18" name="Google Shape;2296;p51"/>
            <p:cNvSpPr/>
            <p:nvPr/>
          </p:nvSpPr>
          <p:spPr>
            <a:xfrm>
              <a:off x="5158247" y="5976166"/>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nvGrpSpPr>
          <p:cNvPr id="134" name="Google Shape;2297;p51"/>
          <p:cNvGrpSpPr/>
          <p:nvPr/>
        </p:nvGrpSpPr>
        <p:grpSpPr>
          <a:xfrm>
            <a:off x="8554648" y="1707199"/>
            <a:ext cx="589312" cy="962674"/>
            <a:chOff x="3236798" y="7844724"/>
            <a:chExt cx="589312" cy="962674"/>
          </a:xfrm>
        </p:grpSpPr>
        <p:sp>
          <p:nvSpPr>
            <p:cNvPr id="1049619" name="Google Shape;2298;p51"/>
            <p:cNvSpPr/>
            <p:nvPr/>
          </p:nvSpPr>
          <p:spPr>
            <a:xfrm>
              <a:off x="3236798" y="7844724"/>
              <a:ext cx="261014" cy="257301"/>
            </a:xfrm>
            <a:custGeom>
              <a:avLst/>
              <a:ah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20" name="Google Shape;2299;p51"/>
            <p:cNvSpPr/>
            <p:nvPr/>
          </p:nvSpPr>
          <p:spPr>
            <a:xfrm>
              <a:off x="3765911" y="8747268"/>
              <a:ext cx="60199" cy="60130"/>
            </a:xfrm>
            <a:custGeom>
              <a:avLst/>
              <a:ah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21" name="Google Shape;2300;p51"/>
            <p:cNvSpPr/>
            <p:nvPr/>
          </p:nvSpPr>
          <p:spPr>
            <a:xfrm>
              <a:off x="3525935" y="8493452"/>
              <a:ext cx="59875" cy="59871"/>
            </a:xfrm>
            <a:custGeom>
              <a:avLst/>
              <a:ah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22" name="Google Shape;2301;p51"/>
            <p:cNvSpPr/>
            <p:nvPr/>
          </p:nvSpPr>
          <p:spPr>
            <a:xfrm>
              <a:off x="3765928" y="7893819"/>
              <a:ext cx="60134" cy="60130"/>
            </a:xfrm>
            <a:custGeom>
              <a:avLst/>
              <a:ah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nvGrpSpPr>
          <p:cNvPr id="135" name="Google Shape;2302;p51"/>
          <p:cNvGrpSpPr/>
          <p:nvPr/>
        </p:nvGrpSpPr>
        <p:grpSpPr>
          <a:xfrm>
            <a:off x="5123308" y="4675623"/>
            <a:ext cx="987293" cy="324364"/>
            <a:chOff x="5694208" y="9209048"/>
            <a:chExt cx="987293" cy="324364"/>
          </a:xfrm>
        </p:grpSpPr>
        <p:sp>
          <p:nvSpPr>
            <p:cNvPr id="1049623" name="Google Shape;2303;p51"/>
            <p:cNvSpPr/>
            <p:nvPr/>
          </p:nvSpPr>
          <p:spPr>
            <a:xfrm>
              <a:off x="6064540" y="9325484"/>
              <a:ext cx="207943" cy="207927"/>
            </a:xfrm>
            <a:custGeom>
              <a:avLst/>
              <a:ah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24" name="Google Shape;2304;p51"/>
            <p:cNvSpPr/>
            <p:nvPr/>
          </p:nvSpPr>
          <p:spPr>
            <a:xfrm>
              <a:off x="5694208" y="9448789"/>
              <a:ext cx="60134" cy="60130"/>
            </a:xfrm>
            <a:custGeom>
              <a:avLst/>
              <a:ah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25" name="Google Shape;2305;p51"/>
            <p:cNvSpPr/>
            <p:nvPr/>
          </p:nvSpPr>
          <p:spPr>
            <a:xfrm>
              <a:off x="6621626" y="9209048"/>
              <a:ext cx="59875" cy="56436"/>
            </a:xfrm>
            <a:custGeom>
              <a:avLst/>
              <a:ah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9626" name="Google Shape;2306;p51"/>
          <p:cNvSpPr/>
          <p:nvPr/>
        </p:nvSpPr>
        <p:spPr>
          <a:xfrm rot="-5400000">
            <a:off x="7033096" y="-403711"/>
            <a:ext cx="1707214" cy="2514607"/>
          </a:xfrm>
          <a:custGeom>
            <a:avLst/>
            <a:ah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27" name="Google Shape;2307;p51"/>
          <p:cNvSpPr/>
          <p:nvPr/>
        </p:nvSpPr>
        <p:spPr>
          <a:xfrm>
            <a:off x="0" y="0"/>
            <a:ext cx="1943143" cy="2722018"/>
          </a:xfrm>
          <a:custGeom>
            <a:avLst/>
            <a:ah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28" name="Google Shape;2308;p51"/>
          <p:cNvSpPr/>
          <p:nvPr/>
        </p:nvSpPr>
        <p:spPr>
          <a:xfrm flipH="1">
            <a:off x="34" y="3181350"/>
            <a:ext cx="1332091" cy="1962258"/>
          </a:xfrm>
          <a:custGeom>
            <a:avLst/>
            <a:ah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29" name="Google Shape;2309;p51"/>
          <p:cNvSpPr txBox="1">
            <a:spLocks noGrp="1"/>
          </p:cNvSpPr>
          <p:nvPr>
            <p:ph type="subTitle" idx="1"/>
          </p:nvPr>
        </p:nvSpPr>
        <p:spPr>
          <a:xfrm>
            <a:off x="2488075" y="1500375"/>
            <a:ext cx="4167900" cy="872400"/>
          </a:xfrm>
          <a:prstGeom prst="rect"/>
        </p:spPr>
        <p:txBody>
          <a:bodyPr anchor="ctr" anchorCtr="0" bIns="91425" lIns="91425" rIns="91425" spcFirstLastPara="1" tIns="91425" wrap="square">
            <a:noAutofit/>
          </a:bodyPr>
          <a:lstStyle>
            <a:lvl1pPr algn="ctr" lvl="0" rtl="0">
              <a:lnSpc>
                <a:spcPct val="100000"/>
              </a:lnSpc>
              <a:spcBef>
                <a:spcPts val="0"/>
              </a:spcBef>
              <a:spcAft>
                <a:spcPts val="0"/>
              </a:spcAft>
              <a:buSzPts val="1800"/>
              <a:buNone/>
              <a:defRPr sz="1300"/>
            </a:lvl1pPr>
            <a:lvl2pPr lvl="1" rtl="0">
              <a:spcBef>
                <a:spcPts val="0"/>
              </a:spcBef>
              <a:spcAft>
                <a:spcPts val="0"/>
              </a:spcAft>
              <a:buSzPts val="1400"/>
              <a:buNone/>
            </a:lvl2pPr>
            <a:lvl3pPr lvl="2" rtl="0">
              <a:spcBef>
                <a:spcPts val="1600"/>
              </a:spcBef>
              <a:spcAft>
                <a:spcPts val="0"/>
              </a:spcAft>
              <a:buSzPts val="1400"/>
              <a:buNone/>
            </a:lvl3pPr>
            <a:lvl4pPr lvl="3" rtl="0">
              <a:spcBef>
                <a:spcPts val="1600"/>
              </a:spcBef>
              <a:spcAft>
                <a:spcPts val="0"/>
              </a:spcAft>
              <a:buSzPts val="1400"/>
              <a:buNone/>
            </a:lvl4pPr>
            <a:lvl5pPr lvl="4" rtl="0">
              <a:spcBef>
                <a:spcPts val="1600"/>
              </a:spcBef>
              <a:spcAft>
                <a:spcPts val="0"/>
              </a:spcAft>
              <a:buSzPts val="1400"/>
              <a:buNone/>
            </a:lvl5pPr>
            <a:lvl6pPr lvl="5" rtl="0">
              <a:spcBef>
                <a:spcPts val="1600"/>
              </a:spcBef>
              <a:spcAft>
                <a:spcPts val="0"/>
              </a:spcAft>
              <a:buSzPts val="1400"/>
              <a:buNone/>
            </a:lvl6pPr>
            <a:lvl7pPr lvl="6" rtl="0">
              <a:spcBef>
                <a:spcPts val="1600"/>
              </a:spcBef>
              <a:spcAft>
                <a:spcPts val="0"/>
              </a:spcAft>
              <a:buSzPts val="1400"/>
              <a:buNone/>
            </a:lvl7pPr>
            <a:lvl8pPr lvl="7" rtl="0">
              <a:spcBef>
                <a:spcPts val="1600"/>
              </a:spcBef>
              <a:spcAft>
                <a:spcPts val="0"/>
              </a:spcAft>
              <a:buSzPts val="1400"/>
              <a:buNone/>
            </a:lvl8pPr>
            <a:lvl9pPr lvl="8" rtl="0">
              <a:spcBef>
                <a:spcPts val="1600"/>
              </a:spcBef>
              <a:spcAft>
                <a:spcPts val="1600"/>
              </a:spcAft>
              <a:buSzPts val="1400"/>
              <a:buNone/>
            </a:lvl9pPr>
          </a:lstStyle>
          <a:p/>
        </p:txBody>
      </p:sp>
      <p:sp>
        <p:nvSpPr>
          <p:cNvPr id="1049630" name="Google Shape;2310;p51"/>
          <p:cNvSpPr txBox="1"/>
          <p:nvPr/>
        </p:nvSpPr>
        <p:spPr>
          <a:xfrm>
            <a:off x="2209625" y="3289175"/>
            <a:ext cx="4724700" cy="646500"/>
          </a:xfrm>
          <a:prstGeom prst="rect"/>
          <a:noFill/>
          <a:ln>
            <a:noFill/>
          </a:ln>
        </p:spPr>
        <p:txBody>
          <a:bodyPr anchor="ctr" anchorCtr="0" bIns="91425" lIns="91425" rIns="91425" spcFirstLastPara="1" tIns="91425" wrap="square">
            <a:noAutofit/>
          </a:bodyPr>
          <a:p>
            <a:pPr algn="ctr" indent="0" lvl="0" marL="0" rtl="0">
              <a:spcBef>
                <a:spcPts val="0"/>
              </a:spcBef>
              <a:spcAft>
                <a:spcPts val="0"/>
              </a:spcAft>
              <a:buNone/>
            </a:pPr>
            <a:r>
              <a:rPr b="1" sz="1200" lang="en">
                <a:solidFill>
                  <a:schemeClr val="lt2"/>
                </a:solidFill>
                <a:latin typeface="Nunito"/>
                <a:ea typeface="Nunito"/>
                <a:cs typeface="Nunito"/>
                <a:sym typeface="Nunito"/>
              </a:rPr>
              <a:t>CREDITS: </a:t>
            </a:r>
            <a:r>
              <a:rPr sz="1200" lang="en">
                <a:solidFill>
                  <a:schemeClr val="lt2"/>
                </a:solidFill>
                <a:latin typeface="Nunito"/>
                <a:ea typeface="Nunito"/>
                <a:cs typeface="Nunito"/>
                <a:sym typeface="Nunito"/>
              </a:rPr>
              <a:t>This presentation template was created by </a:t>
            </a:r>
            <a:r>
              <a:rPr b="1" sz="1200" lang="en">
                <a:solidFill>
                  <a:schemeClr val="lt2"/>
                </a:solidFill>
                <a:uFill>
                  <a:noFill/>
                </a:uFill>
                <a:latin typeface="Nunito"/>
                <a:ea typeface="Nunito"/>
                <a:cs typeface="Nunito"/>
                <a:sym typeface="Nunito"/>
                <a:hlinkClick r:id="rId1"/>
              </a:rPr>
              <a:t>Slidesgo</a:t>
            </a:r>
            <a:r>
              <a:rPr sz="1200" lang="en">
                <a:solidFill>
                  <a:schemeClr val="lt2"/>
                </a:solidFill>
                <a:latin typeface="Nunito"/>
                <a:ea typeface="Nunito"/>
                <a:cs typeface="Nunito"/>
                <a:sym typeface="Nunito"/>
              </a:rPr>
              <a:t>, including icons by</a:t>
            </a:r>
            <a:r>
              <a:rPr b="1" sz="1200" lang="en">
                <a:solidFill>
                  <a:schemeClr val="lt2"/>
                </a:solidFill>
                <a:latin typeface="Nunito"/>
                <a:ea typeface="Nunito"/>
                <a:cs typeface="Nunito"/>
                <a:sym typeface="Nunito"/>
              </a:rPr>
              <a:t> </a:t>
            </a:r>
            <a:r>
              <a:rPr b="1" sz="1200" lang="en">
                <a:solidFill>
                  <a:schemeClr val="lt2"/>
                </a:solidFill>
                <a:uFill>
                  <a:noFill/>
                </a:uFill>
                <a:latin typeface="Nunito"/>
                <a:ea typeface="Nunito"/>
                <a:cs typeface="Nunito"/>
                <a:sym typeface="Nunito"/>
                <a:hlinkClick r:id="rId2"/>
              </a:rPr>
              <a:t>Flaticon</a:t>
            </a:r>
            <a:r>
              <a:rPr sz="1200" lang="en">
                <a:solidFill>
                  <a:schemeClr val="lt2"/>
                </a:solidFill>
                <a:latin typeface="Nunito"/>
                <a:ea typeface="Nunito"/>
                <a:cs typeface="Nunito"/>
                <a:sym typeface="Nunito"/>
              </a:rPr>
              <a:t>, and infographics &amp; images by </a:t>
            </a:r>
            <a:r>
              <a:rPr b="1" sz="1200" lang="en">
                <a:solidFill>
                  <a:schemeClr val="lt2"/>
                </a:solidFill>
                <a:uFill>
                  <a:noFill/>
                </a:uFill>
                <a:latin typeface="Nunito"/>
                <a:ea typeface="Nunito"/>
                <a:cs typeface="Nunito"/>
                <a:sym typeface="Nunito"/>
                <a:hlinkClick r:id="rId3"/>
              </a:rPr>
              <a:t>Freepik</a:t>
            </a:r>
            <a:endParaRPr b="1" sz="1200">
              <a:solidFill>
                <a:schemeClr val="lt2"/>
              </a:solidFill>
              <a:latin typeface="Nunito"/>
              <a:ea typeface="Nunito"/>
              <a:cs typeface="Nunito"/>
              <a:sym typeface="Nunito"/>
            </a:endParaRPr>
          </a:p>
        </p:txBody>
      </p:sp>
      <p:grpSp>
        <p:nvGrpSpPr>
          <p:cNvPr id="136" name="Google Shape;2311;p51"/>
          <p:cNvGrpSpPr/>
          <p:nvPr/>
        </p:nvGrpSpPr>
        <p:grpSpPr>
          <a:xfrm>
            <a:off x="7127363" y="2515738"/>
            <a:ext cx="1795725" cy="2292400"/>
            <a:chOff x="3962225" y="1536275"/>
            <a:chExt cx="1795725" cy="2292400"/>
          </a:xfrm>
        </p:grpSpPr>
        <p:sp>
          <p:nvSpPr>
            <p:cNvPr id="1049631" name="Google Shape;2312;p51"/>
            <p:cNvSpPr/>
            <p:nvPr/>
          </p:nvSpPr>
          <p:spPr>
            <a:xfrm>
              <a:off x="3962225" y="1655850"/>
              <a:ext cx="985925" cy="744150"/>
            </a:xfrm>
            <a:custGeom>
              <a:avLst/>
              <a:ah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32" name="Google Shape;2313;p51"/>
            <p:cNvSpPr/>
            <p:nvPr/>
          </p:nvSpPr>
          <p:spPr>
            <a:xfrm>
              <a:off x="4054175" y="2052025"/>
              <a:ext cx="130375" cy="130375"/>
            </a:xfrm>
            <a:custGeom>
              <a:avLst/>
              <a:ah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33" name="Google Shape;2314;p51"/>
            <p:cNvSpPr/>
            <p:nvPr/>
          </p:nvSpPr>
          <p:spPr>
            <a:xfrm>
              <a:off x="4031275" y="2049175"/>
              <a:ext cx="148175" cy="131150"/>
            </a:xfrm>
            <a:custGeom>
              <a:avLst/>
              <a:ah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34" name="Google Shape;2315;p51"/>
            <p:cNvSpPr/>
            <p:nvPr/>
          </p:nvSpPr>
          <p:spPr>
            <a:xfrm>
              <a:off x="4061925" y="2057325"/>
              <a:ext cx="117525" cy="122175"/>
            </a:xfrm>
            <a:custGeom>
              <a:avLst/>
              <a:ah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35" name="Google Shape;2316;p51"/>
            <p:cNvSpPr/>
            <p:nvPr/>
          </p:nvSpPr>
          <p:spPr>
            <a:xfrm>
              <a:off x="4046600" y="2085325"/>
              <a:ext cx="119975" cy="66425"/>
            </a:xfrm>
            <a:custGeom>
              <a:avLst/>
              <a:ah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36" name="Google Shape;2317;p51"/>
            <p:cNvSpPr/>
            <p:nvPr/>
          </p:nvSpPr>
          <p:spPr>
            <a:xfrm>
              <a:off x="4043950" y="2080225"/>
              <a:ext cx="120175" cy="69075"/>
            </a:xfrm>
            <a:custGeom>
              <a:avLst/>
              <a:ah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37" name="Google Shape;2318;p51"/>
            <p:cNvSpPr/>
            <p:nvPr/>
          </p:nvSpPr>
          <p:spPr>
            <a:xfrm>
              <a:off x="4207425" y="1970275"/>
              <a:ext cx="130375" cy="130400"/>
            </a:xfrm>
            <a:custGeom>
              <a:avLst/>
              <a:ah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38" name="Google Shape;2319;p51"/>
            <p:cNvSpPr/>
            <p:nvPr/>
          </p:nvSpPr>
          <p:spPr>
            <a:xfrm>
              <a:off x="4184525" y="1967450"/>
              <a:ext cx="148175" cy="129975"/>
            </a:xfrm>
            <a:custGeom>
              <a:avLst/>
              <a:ah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39" name="Google Shape;2320;p51"/>
            <p:cNvSpPr/>
            <p:nvPr/>
          </p:nvSpPr>
          <p:spPr>
            <a:xfrm>
              <a:off x="4217650" y="1975600"/>
              <a:ext cx="115050" cy="122175"/>
            </a:xfrm>
            <a:custGeom>
              <a:avLst/>
              <a:ah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40" name="Google Shape;2321;p51"/>
            <p:cNvSpPr/>
            <p:nvPr/>
          </p:nvSpPr>
          <p:spPr>
            <a:xfrm>
              <a:off x="4202325" y="2003600"/>
              <a:ext cx="117500" cy="66425"/>
            </a:xfrm>
            <a:custGeom>
              <a:avLst/>
              <a:ah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41" name="Google Shape;2322;p51"/>
            <p:cNvSpPr/>
            <p:nvPr/>
          </p:nvSpPr>
          <p:spPr>
            <a:xfrm>
              <a:off x="4199850" y="1998475"/>
              <a:ext cx="119975" cy="69100"/>
            </a:xfrm>
            <a:custGeom>
              <a:avLst/>
              <a:ah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42" name="Google Shape;2323;p51"/>
            <p:cNvSpPr/>
            <p:nvPr/>
          </p:nvSpPr>
          <p:spPr>
            <a:xfrm>
              <a:off x="4363325" y="1888550"/>
              <a:ext cx="130200" cy="130400"/>
            </a:xfrm>
            <a:custGeom>
              <a:avLst/>
              <a:ah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43" name="Google Shape;2324;p51"/>
            <p:cNvSpPr/>
            <p:nvPr/>
          </p:nvSpPr>
          <p:spPr>
            <a:xfrm>
              <a:off x="4340250" y="1885725"/>
              <a:ext cx="148150" cy="129975"/>
            </a:xfrm>
            <a:custGeom>
              <a:avLst/>
              <a:ah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44" name="Google Shape;2325;p51"/>
            <p:cNvSpPr/>
            <p:nvPr/>
          </p:nvSpPr>
          <p:spPr>
            <a:xfrm>
              <a:off x="4373550" y="1893875"/>
              <a:ext cx="114850" cy="122175"/>
            </a:xfrm>
            <a:custGeom>
              <a:avLst/>
              <a:ah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45" name="Google Shape;2326;p51"/>
            <p:cNvSpPr/>
            <p:nvPr/>
          </p:nvSpPr>
          <p:spPr>
            <a:xfrm>
              <a:off x="4355575" y="1921850"/>
              <a:ext cx="120175" cy="66450"/>
            </a:xfrm>
            <a:custGeom>
              <a:avLst/>
              <a:ah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46" name="Google Shape;2327;p51"/>
            <p:cNvSpPr/>
            <p:nvPr/>
          </p:nvSpPr>
          <p:spPr>
            <a:xfrm>
              <a:off x="4355575" y="1916750"/>
              <a:ext cx="117500" cy="69100"/>
            </a:xfrm>
            <a:custGeom>
              <a:avLst/>
              <a:ah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47" name="Google Shape;2328;p51"/>
            <p:cNvSpPr/>
            <p:nvPr/>
          </p:nvSpPr>
          <p:spPr>
            <a:xfrm>
              <a:off x="4516575" y="1806825"/>
              <a:ext cx="130200" cy="130375"/>
            </a:xfrm>
            <a:custGeom>
              <a:avLst/>
              <a:ah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48" name="Google Shape;2329;p51"/>
            <p:cNvSpPr/>
            <p:nvPr/>
          </p:nvSpPr>
          <p:spPr>
            <a:xfrm>
              <a:off x="4493500" y="1803975"/>
              <a:ext cx="150825" cy="129975"/>
            </a:xfrm>
            <a:custGeom>
              <a:avLst/>
              <a:ah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49" name="Google Shape;2330;p51"/>
            <p:cNvSpPr/>
            <p:nvPr/>
          </p:nvSpPr>
          <p:spPr>
            <a:xfrm>
              <a:off x="4526800" y="1812125"/>
              <a:ext cx="117525" cy="122175"/>
            </a:xfrm>
            <a:custGeom>
              <a:avLst/>
              <a:ah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50" name="Google Shape;2331;p51"/>
            <p:cNvSpPr/>
            <p:nvPr/>
          </p:nvSpPr>
          <p:spPr>
            <a:xfrm>
              <a:off x="4511475" y="1840125"/>
              <a:ext cx="117525" cy="66425"/>
            </a:xfrm>
            <a:custGeom>
              <a:avLst/>
              <a:ah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51" name="Google Shape;2332;p51"/>
            <p:cNvSpPr/>
            <p:nvPr/>
          </p:nvSpPr>
          <p:spPr>
            <a:xfrm>
              <a:off x="4508825" y="1835025"/>
              <a:ext cx="120175" cy="69075"/>
            </a:xfrm>
            <a:custGeom>
              <a:avLst/>
              <a:ah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52" name="Google Shape;2333;p51"/>
            <p:cNvSpPr/>
            <p:nvPr/>
          </p:nvSpPr>
          <p:spPr>
            <a:xfrm>
              <a:off x="4672275" y="1725075"/>
              <a:ext cx="130400" cy="130400"/>
            </a:xfrm>
            <a:custGeom>
              <a:avLst/>
              <a:ah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53" name="Google Shape;2334;p51"/>
            <p:cNvSpPr/>
            <p:nvPr/>
          </p:nvSpPr>
          <p:spPr>
            <a:xfrm>
              <a:off x="4649400" y="1722175"/>
              <a:ext cx="148175" cy="130050"/>
            </a:xfrm>
            <a:custGeom>
              <a:avLst/>
              <a:ah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54" name="Google Shape;2335;p51"/>
            <p:cNvSpPr/>
            <p:nvPr/>
          </p:nvSpPr>
          <p:spPr>
            <a:xfrm>
              <a:off x="4682500" y="1730400"/>
              <a:ext cx="115075" cy="122175"/>
            </a:xfrm>
            <a:custGeom>
              <a:avLst/>
              <a:ah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55" name="Google Shape;2336;p51"/>
            <p:cNvSpPr/>
            <p:nvPr/>
          </p:nvSpPr>
          <p:spPr>
            <a:xfrm>
              <a:off x="4667175" y="1758400"/>
              <a:ext cx="117525" cy="66425"/>
            </a:xfrm>
            <a:custGeom>
              <a:avLst/>
              <a:ah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56" name="Google Shape;2337;p51"/>
            <p:cNvSpPr/>
            <p:nvPr/>
          </p:nvSpPr>
          <p:spPr>
            <a:xfrm>
              <a:off x="4664725" y="1753275"/>
              <a:ext cx="117525" cy="69100"/>
            </a:xfrm>
            <a:custGeom>
              <a:avLst/>
              <a:ah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57" name="Google Shape;2338;p51"/>
            <p:cNvSpPr/>
            <p:nvPr/>
          </p:nvSpPr>
          <p:spPr>
            <a:xfrm>
              <a:off x="4128350" y="2195050"/>
              <a:ext cx="130175" cy="130400"/>
            </a:xfrm>
            <a:custGeom>
              <a:avLst/>
              <a:ah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58" name="Google Shape;2339;p51"/>
            <p:cNvSpPr/>
            <p:nvPr/>
          </p:nvSpPr>
          <p:spPr>
            <a:xfrm>
              <a:off x="4105250" y="2192225"/>
              <a:ext cx="148175" cy="129975"/>
            </a:xfrm>
            <a:custGeom>
              <a:avLst/>
              <a:ah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59" name="Google Shape;2340;p51"/>
            <p:cNvSpPr/>
            <p:nvPr/>
          </p:nvSpPr>
          <p:spPr>
            <a:xfrm>
              <a:off x="4138550" y="2200375"/>
              <a:ext cx="114875" cy="122175"/>
            </a:xfrm>
            <a:custGeom>
              <a:avLst/>
              <a:ah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60" name="Google Shape;2341;p51"/>
            <p:cNvSpPr/>
            <p:nvPr/>
          </p:nvSpPr>
          <p:spPr>
            <a:xfrm>
              <a:off x="4123225" y="2228350"/>
              <a:ext cx="117525" cy="66450"/>
            </a:xfrm>
            <a:custGeom>
              <a:avLst/>
              <a:ah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61" name="Google Shape;2342;p51"/>
            <p:cNvSpPr/>
            <p:nvPr/>
          </p:nvSpPr>
          <p:spPr>
            <a:xfrm>
              <a:off x="4120575" y="2223250"/>
              <a:ext cx="120175" cy="69100"/>
            </a:xfrm>
            <a:custGeom>
              <a:avLst/>
              <a:ah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62" name="Google Shape;2343;p51"/>
            <p:cNvSpPr/>
            <p:nvPr/>
          </p:nvSpPr>
          <p:spPr>
            <a:xfrm>
              <a:off x="4284050" y="2113325"/>
              <a:ext cx="130400" cy="130375"/>
            </a:xfrm>
            <a:custGeom>
              <a:avLst/>
              <a:ah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63" name="Google Shape;2344;p51"/>
            <p:cNvSpPr/>
            <p:nvPr/>
          </p:nvSpPr>
          <p:spPr>
            <a:xfrm>
              <a:off x="4261150" y="2110475"/>
              <a:ext cx="148175" cy="129975"/>
            </a:xfrm>
            <a:custGeom>
              <a:avLst/>
              <a:ah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64" name="Google Shape;2345;p51"/>
            <p:cNvSpPr/>
            <p:nvPr/>
          </p:nvSpPr>
          <p:spPr>
            <a:xfrm>
              <a:off x="4294275" y="2118625"/>
              <a:ext cx="115050" cy="122175"/>
            </a:xfrm>
            <a:custGeom>
              <a:avLst/>
              <a:ah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65" name="Google Shape;2346;p51"/>
            <p:cNvSpPr/>
            <p:nvPr/>
          </p:nvSpPr>
          <p:spPr>
            <a:xfrm>
              <a:off x="4276475" y="2146625"/>
              <a:ext cx="119975" cy="66425"/>
            </a:xfrm>
            <a:custGeom>
              <a:avLst/>
              <a:ah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66" name="Google Shape;2347;p51"/>
            <p:cNvSpPr/>
            <p:nvPr/>
          </p:nvSpPr>
          <p:spPr>
            <a:xfrm>
              <a:off x="4276475" y="2141525"/>
              <a:ext cx="117525" cy="69075"/>
            </a:xfrm>
            <a:custGeom>
              <a:avLst/>
              <a:ah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67" name="Google Shape;2348;p51"/>
            <p:cNvSpPr/>
            <p:nvPr/>
          </p:nvSpPr>
          <p:spPr>
            <a:xfrm>
              <a:off x="4437300" y="2031575"/>
              <a:ext cx="130400" cy="130400"/>
            </a:xfrm>
            <a:custGeom>
              <a:avLst/>
              <a:ah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68" name="Google Shape;2349;p51"/>
            <p:cNvSpPr/>
            <p:nvPr/>
          </p:nvSpPr>
          <p:spPr>
            <a:xfrm>
              <a:off x="4414425" y="2028675"/>
              <a:ext cx="150600" cy="130050"/>
            </a:xfrm>
            <a:custGeom>
              <a:avLst/>
              <a:ah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69" name="Google Shape;2350;p51"/>
            <p:cNvSpPr/>
            <p:nvPr/>
          </p:nvSpPr>
          <p:spPr>
            <a:xfrm>
              <a:off x="4447525" y="2036900"/>
              <a:ext cx="117500" cy="122175"/>
            </a:xfrm>
            <a:custGeom>
              <a:avLst/>
              <a:ah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70" name="Google Shape;2351;p51"/>
            <p:cNvSpPr/>
            <p:nvPr/>
          </p:nvSpPr>
          <p:spPr>
            <a:xfrm>
              <a:off x="4432200" y="2064900"/>
              <a:ext cx="117500" cy="66425"/>
            </a:xfrm>
            <a:custGeom>
              <a:avLst/>
              <a:ah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71" name="Google Shape;2352;p51"/>
            <p:cNvSpPr/>
            <p:nvPr/>
          </p:nvSpPr>
          <p:spPr>
            <a:xfrm>
              <a:off x="4429750" y="2059775"/>
              <a:ext cx="119950" cy="66450"/>
            </a:xfrm>
            <a:custGeom>
              <a:avLst/>
              <a:ah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72" name="Google Shape;2353;p51"/>
            <p:cNvSpPr/>
            <p:nvPr/>
          </p:nvSpPr>
          <p:spPr>
            <a:xfrm>
              <a:off x="4593200" y="1949850"/>
              <a:ext cx="130200" cy="130400"/>
            </a:xfrm>
            <a:custGeom>
              <a:avLst/>
              <a:ah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73" name="Google Shape;2354;p51"/>
            <p:cNvSpPr/>
            <p:nvPr/>
          </p:nvSpPr>
          <p:spPr>
            <a:xfrm>
              <a:off x="4570125" y="1946950"/>
              <a:ext cx="148150" cy="129600"/>
            </a:xfrm>
            <a:custGeom>
              <a:avLst/>
              <a:ah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74" name="Google Shape;2355;p51"/>
            <p:cNvSpPr/>
            <p:nvPr/>
          </p:nvSpPr>
          <p:spPr>
            <a:xfrm>
              <a:off x="4603425" y="1955175"/>
              <a:ext cx="114850" cy="122175"/>
            </a:xfrm>
            <a:custGeom>
              <a:avLst/>
              <a:ah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75" name="Google Shape;2356;p51"/>
            <p:cNvSpPr/>
            <p:nvPr/>
          </p:nvSpPr>
          <p:spPr>
            <a:xfrm>
              <a:off x="4588100" y="1980700"/>
              <a:ext cx="117525" cy="68900"/>
            </a:xfrm>
            <a:custGeom>
              <a:avLst/>
              <a:ah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76" name="Google Shape;2357;p51"/>
            <p:cNvSpPr/>
            <p:nvPr/>
          </p:nvSpPr>
          <p:spPr>
            <a:xfrm>
              <a:off x="4585450" y="1978050"/>
              <a:ext cx="117500" cy="66425"/>
            </a:xfrm>
            <a:custGeom>
              <a:avLst/>
              <a:ah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77" name="Google Shape;2358;p51"/>
            <p:cNvSpPr/>
            <p:nvPr/>
          </p:nvSpPr>
          <p:spPr>
            <a:xfrm>
              <a:off x="4748900" y="1868125"/>
              <a:ext cx="130400" cy="130375"/>
            </a:xfrm>
            <a:custGeom>
              <a:avLst/>
              <a:ah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78" name="Google Shape;2359;p51"/>
            <p:cNvSpPr/>
            <p:nvPr/>
          </p:nvSpPr>
          <p:spPr>
            <a:xfrm>
              <a:off x="4726025" y="1865200"/>
              <a:ext cx="148175" cy="129600"/>
            </a:xfrm>
            <a:custGeom>
              <a:avLst/>
              <a:ah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79" name="Google Shape;2360;p51"/>
            <p:cNvSpPr/>
            <p:nvPr/>
          </p:nvSpPr>
          <p:spPr>
            <a:xfrm>
              <a:off x="4756675" y="1870775"/>
              <a:ext cx="117525" cy="124825"/>
            </a:xfrm>
            <a:custGeom>
              <a:avLst/>
              <a:ah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80" name="Google Shape;2361;p51"/>
            <p:cNvSpPr/>
            <p:nvPr/>
          </p:nvSpPr>
          <p:spPr>
            <a:xfrm>
              <a:off x="4741350" y="1898975"/>
              <a:ext cx="119975" cy="68875"/>
            </a:xfrm>
            <a:custGeom>
              <a:avLst/>
              <a:ah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81" name="Google Shape;2362;p51"/>
            <p:cNvSpPr/>
            <p:nvPr/>
          </p:nvSpPr>
          <p:spPr>
            <a:xfrm>
              <a:off x="4738700" y="1896325"/>
              <a:ext cx="120175" cy="66425"/>
            </a:xfrm>
            <a:custGeom>
              <a:avLst/>
              <a:ah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82" name="Google Shape;2363;p51"/>
            <p:cNvSpPr/>
            <p:nvPr/>
          </p:nvSpPr>
          <p:spPr>
            <a:xfrm>
              <a:off x="4830650" y="2448025"/>
              <a:ext cx="482850" cy="533550"/>
            </a:xfrm>
            <a:custGeom>
              <a:avLst/>
              <a:ahLst/>
              <a:rect l="l" t="t" r="r" b="b"/>
              <a:pathLst>
                <a:path w="19314" h="21342" extrusionOk="0">
                  <a:moveTo>
                    <a:pt x="5926" y="0"/>
                  </a:moveTo>
                  <a:lnTo>
                    <a:pt x="5722" y="1022"/>
                  </a:lnTo>
                  <a:cubicBezTo>
                    <a:pt x="4291" y="1128"/>
                    <a:pt x="3065" y="1945"/>
                    <a:pt x="2763" y="3270"/>
                  </a:cubicBezTo>
                  <a:lnTo>
                    <a:pt x="311" y="15840"/>
                  </a:lnTo>
                  <a:cubicBezTo>
                    <a:pt x="0" y="17475"/>
                    <a:pt x="1332" y="19003"/>
                    <a:pt x="3172" y="19412"/>
                  </a:cubicBezTo>
                  <a:lnTo>
                    <a:pt x="12571" y="21251"/>
                  </a:lnTo>
                  <a:cubicBezTo>
                    <a:pt x="12860" y="21312"/>
                    <a:pt x="13145" y="21341"/>
                    <a:pt x="13421" y="21341"/>
                  </a:cubicBezTo>
                  <a:cubicBezTo>
                    <a:pt x="14996" y="21341"/>
                    <a:pt x="16294" y="20394"/>
                    <a:pt x="16551" y="19003"/>
                  </a:cubicBezTo>
                  <a:lnTo>
                    <a:pt x="19003" y="6539"/>
                  </a:lnTo>
                  <a:cubicBezTo>
                    <a:pt x="19314" y="5215"/>
                    <a:pt x="18497" y="3883"/>
                    <a:pt x="17164" y="3270"/>
                  </a:cubicBezTo>
                  <a:lnTo>
                    <a:pt x="17369" y="2248"/>
                  </a:lnTo>
                  <a:lnTo>
                    <a:pt x="5926"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83" name="Google Shape;2364;p51"/>
            <p:cNvSpPr/>
            <p:nvPr/>
          </p:nvSpPr>
          <p:spPr>
            <a:xfrm>
              <a:off x="4976325" y="2448025"/>
              <a:ext cx="288550" cy="71525"/>
            </a:xfrm>
            <a:custGeom>
              <a:avLst/>
              <a:ahLst/>
              <a:rect l="l" t="t" r="r" b="b"/>
              <a:pathLst>
                <a:path w="11542" h="2861" extrusionOk="0">
                  <a:moveTo>
                    <a:pt x="99" y="0"/>
                  </a:moveTo>
                  <a:lnTo>
                    <a:pt x="1" y="613"/>
                  </a:lnTo>
                  <a:lnTo>
                    <a:pt x="11444" y="2861"/>
                  </a:lnTo>
                  <a:lnTo>
                    <a:pt x="11542" y="2248"/>
                  </a:lnTo>
                  <a:lnTo>
                    <a:pt x="99" y="0"/>
                  </a:ln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84" name="Google Shape;2365;p51"/>
            <p:cNvSpPr/>
            <p:nvPr/>
          </p:nvSpPr>
          <p:spPr>
            <a:xfrm>
              <a:off x="4958350" y="2366275"/>
              <a:ext cx="344950" cy="143075"/>
            </a:xfrm>
            <a:custGeom>
              <a:avLst/>
              <a:ahLst/>
              <a:rect l="l" t="t" r="r" b="b"/>
              <a:pathLst>
                <a:path w="13798" h="5723" extrusionOk="0">
                  <a:moveTo>
                    <a:pt x="614" y="1"/>
                  </a:moveTo>
                  <a:lnTo>
                    <a:pt x="1" y="3066"/>
                  </a:lnTo>
                  <a:lnTo>
                    <a:pt x="13184" y="5722"/>
                  </a:lnTo>
                  <a:lnTo>
                    <a:pt x="13797" y="2559"/>
                  </a:lnTo>
                  <a:lnTo>
                    <a:pt x="614"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85" name="Google Shape;2366;p51"/>
            <p:cNvSpPr/>
            <p:nvPr/>
          </p:nvSpPr>
          <p:spPr>
            <a:xfrm>
              <a:off x="4968575" y="2366275"/>
              <a:ext cx="30675" cy="81775"/>
            </a:xfrm>
            <a:custGeom>
              <a:avLst/>
              <a:ahLst/>
              <a:rect l="l" t="t" r="r" b="b"/>
              <a:pathLst>
                <a:path w="1227" h="3271" extrusionOk="0">
                  <a:moveTo>
                    <a:pt x="613" y="1"/>
                  </a:moveTo>
                  <a:lnTo>
                    <a:pt x="0" y="3172"/>
                  </a:lnTo>
                  <a:lnTo>
                    <a:pt x="613" y="3270"/>
                  </a:lnTo>
                  <a:lnTo>
                    <a:pt x="1226" y="205"/>
                  </a:lnTo>
                  <a:lnTo>
                    <a:pt x="613"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86" name="Google Shape;2367;p51"/>
            <p:cNvSpPr/>
            <p:nvPr/>
          </p:nvSpPr>
          <p:spPr>
            <a:xfrm>
              <a:off x="4999225" y="2374050"/>
              <a:ext cx="28225" cy="79100"/>
            </a:xfrm>
            <a:custGeom>
              <a:avLst/>
              <a:ahLst/>
              <a:rect l="l" t="t" r="r" b="b"/>
              <a:pathLst>
                <a:path w="1129" h="3164" extrusionOk="0">
                  <a:moveTo>
                    <a:pt x="613" y="0"/>
                  </a:moveTo>
                  <a:lnTo>
                    <a:pt x="0" y="3065"/>
                  </a:lnTo>
                  <a:lnTo>
                    <a:pt x="515" y="3164"/>
                  </a:lnTo>
                  <a:lnTo>
                    <a:pt x="1128" y="99"/>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87" name="Google Shape;2368;p51"/>
            <p:cNvSpPr/>
            <p:nvPr/>
          </p:nvSpPr>
          <p:spPr>
            <a:xfrm>
              <a:off x="5027425" y="2379150"/>
              <a:ext cx="30675" cy="81775"/>
            </a:xfrm>
            <a:custGeom>
              <a:avLst/>
              <a:ahLst/>
              <a:rect l="l" t="t" r="r" b="b"/>
              <a:pathLst>
                <a:path w="1227" h="3271" extrusionOk="0">
                  <a:moveTo>
                    <a:pt x="613" y="1"/>
                  </a:moveTo>
                  <a:lnTo>
                    <a:pt x="0" y="3164"/>
                  </a:lnTo>
                  <a:lnTo>
                    <a:pt x="613" y="3270"/>
                  </a:lnTo>
                  <a:lnTo>
                    <a:pt x="1226" y="99"/>
                  </a:lnTo>
                  <a:lnTo>
                    <a:pt x="613"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88" name="Google Shape;2369;p51"/>
            <p:cNvSpPr/>
            <p:nvPr/>
          </p:nvSpPr>
          <p:spPr>
            <a:xfrm>
              <a:off x="5058075" y="2384275"/>
              <a:ext cx="28000" cy="81750"/>
            </a:xfrm>
            <a:custGeom>
              <a:avLst/>
              <a:ahLst/>
              <a:rect l="l" t="t" r="r" b="b"/>
              <a:pathLst>
                <a:path w="1120" h="3270" extrusionOk="0">
                  <a:moveTo>
                    <a:pt x="613" y="0"/>
                  </a:moveTo>
                  <a:lnTo>
                    <a:pt x="0" y="3163"/>
                  </a:lnTo>
                  <a:lnTo>
                    <a:pt x="507" y="3269"/>
                  </a:lnTo>
                  <a:lnTo>
                    <a:pt x="1120" y="98"/>
                  </a:lnTo>
                  <a:lnTo>
                    <a:pt x="613"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89" name="Google Shape;2370;p51"/>
            <p:cNvSpPr/>
            <p:nvPr/>
          </p:nvSpPr>
          <p:spPr>
            <a:xfrm>
              <a:off x="5086050" y="2391825"/>
              <a:ext cx="30675" cy="79300"/>
            </a:xfrm>
            <a:custGeom>
              <a:avLst/>
              <a:ahLst/>
              <a:rect l="l" t="t" r="r" b="b"/>
              <a:pathLst>
                <a:path w="1227" h="3172" extrusionOk="0">
                  <a:moveTo>
                    <a:pt x="614" y="1"/>
                  </a:moveTo>
                  <a:lnTo>
                    <a:pt x="1" y="3066"/>
                  </a:lnTo>
                  <a:lnTo>
                    <a:pt x="516" y="3172"/>
                  </a:lnTo>
                  <a:lnTo>
                    <a:pt x="1227" y="107"/>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90" name="Google Shape;2371;p51"/>
            <p:cNvSpPr/>
            <p:nvPr/>
          </p:nvSpPr>
          <p:spPr>
            <a:xfrm>
              <a:off x="5114250" y="2396925"/>
              <a:ext cx="30675" cy="81775"/>
            </a:xfrm>
            <a:custGeom>
              <a:avLst/>
              <a:ahLst/>
              <a:rect l="l" t="t" r="r" b="b"/>
              <a:pathLst>
                <a:path w="1227" h="3271" extrusionOk="0">
                  <a:moveTo>
                    <a:pt x="712" y="1"/>
                  </a:moveTo>
                  <a:lnTo>
                    <a:pt x="1" y="3066"/>
                  </a:lnTo>
                  <a:lnTo>
                    <a:pt x="614" y="3270"/>
                  </a:lnTo>
                  <a:lnTo>
                    <a:pt x="1227" y="107"/>
                  </a:lnTo>
                  <a:lnTo>
                    <a:pt x="712"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91" name="Google Shape;2372;p51"/>
            <p:cNvSpPr/>
            <p:nvPr/>
          </p:nvSpPr>
          <p:spPr>
            <a:xfrm>
              <a:off x="5144900" y="2402050"/>
              <a:ext cx="28025" cy="81750"/>
            </a:xfrm>
            <a:custGeom>
              <a:avLst/>
              <a:ahLst/>
              <a:rect l="l" t="t" r="r" b="b"/>
              <a:pathLst>
                <a:path w="1121" h="3270" extrusionOk="0">
                  <a:moveTo>
                    <a:pt x="614" y="0"/>
                  </a:moveTo>
                  <a:lnTo>
                    <a:pt x="1" y="3171"/>
                  </a:lnTo>
                  <a:lnTo>
                    <a:pt x="508" y="3270"/>
                  </a:lnTo>
                  <a:lnTo>
                    <a:pt x="1121" y="106"/>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92" name="Google Shape;2373;p51"/>
            <p:cNvSpPr/>
            <p:nvPr/>
          </p:nvSpPr>
          <p:spPr>
            <a:xfrm>
              <a:off x="5172900" y="2407150"/>
              <a:ext cx="30675" cy="81750"/>
            </a:xfrm>
            <a:custGeom>
              <a:avLst/>
              <a:ahLst/>
              <a:rect l="l" t="t" r="r" b="b"/>
              <a:pathLst>
                <a:path w="1227" h="3270" extrusionOk="0">
                  <a:moveTo>
                    <a:pt x="614" y="1"/>
                  </a:moveTo>
                  <a:lnTo>
                    <a:pt x="1" y="3172"/>
                  </a:lnTo>
                  <a:lnTo>
                    <a:pt x="614" y="3270"/>
                  </a:lnTo>
                  <a:lnTo>
                    <a:pt x="1227" y="205"/>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93" name="Google Shape;2374;p51"/>
            <p:cNvSpPr/>
            <p:nvPr/>
          </p:nvSpPr>
          <p:spPr>
            <a:xfrm>
              <a:off x="5203550" y="2414925"/>
              <a:ext cx="28225" cy="79100"/>
            </a:xfrm>
            <a:custGeom>
              <a:avLst/>
              <a:ahLst/>
              <a:rect l="l" t="t" r="r" b="b"/>
              <a:pathLst>
                <a:path w="1129" h="3164" extrusionOk="0">
                  <a:moveTo>
                    <a:pt x="614" y="0"/>
                  </a:moveTo>
                  <a:lnTo>
                    <a:pt x="1" y="3065"/>
                  </a:lnTo>
                  <a:lnTo>
                    <a:pt x="516" y="3163"/>
                  </a:lnTo>
                  <a:lnTo>
                    <a:pt x="1129" y="98"/>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94" name="Google Shape;2375;p51"/>
            <p:cNvSpPr/>
            <p:nvPr/>
          </p:nvSpPr>
          <p:spPr>
            <a:xfrm>
              <a:off x="5231750" y="2420025"/>
              <a:ext cx="30675" cy="81750"/>
            </a:xfrm>
            <a:custGeom>
              <a:avLst/>
              <a:ahLst/>
              <a:rect l="l" t="t" r="r" b="b"/>
              <a:pathLst>
                <a:path w="1227" h="3270" extrusionOk="0">
                  <a:moveTo>
                    <a:pt x="614" y="0"/>
                  </a:moveTo>
                  <a:lnTo>
                    <a:pt x="1" y="3164"/>
                  </a:lnTo>
                  <a:lnTo>
                    <a:pt x="614" y="3270"/>
                  </a:lnTo>
                  <a:lnTo>
                    <a:pt x="1227" y="99"/>
                  </a:lnTo>
                  <a:lnTo>
                    <a:pt x="614"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95" name="Google Shape;2376;p51"/>
            <p:cNvSpPr/>
            <p:nvPr/>
          </p:nvSpPr>
          <p:spPr>
            <a:xfrm>
              <a:off x="5262400" y="2425125"/>
              <a:ext cx="28025" cy="81775"/>
            </a:xfrm>
            <a:custGeom>
              <a:avLst/>
              <a:ah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96" name="Google Shape;2377;p51"/>
            <p:cNvSpPr/>
            <p:nvPr/>
          </p:nvSpPr>
          <p:spPr>
            <a:xfrm>
              <a:off x="4853725" y="2585950"/>
              <a:ext cx="441800" cy="260550"/>
            </a:xfrm>
            <a:custGeom>
              <a:avLst/>
              <a:ahLst/>
              <a:rect l="l" t="t" r="r" b="b"/>
              <a:pathLst>
                <a:path w="17672" h="10422" extrusionOk="0">
                  <a:moveTo>
                    <a:pt x="1431" y="0"/>
                  </a:moveTo>
                  <a:lnTo>
                    <a:pt x="1" y="7152"/>
                  </a:lnTo>
                  <a:lnTo>
                    <a:pt x="16241" y="10421"/>
                  </a:lnTo>
                  <a:lnTo>
                    <a:pt x="17672" y="3172"/>
                  </a:lnTo>
                  <a:lnTo>
                    <a:pt x="1431" y="0"/>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97" name="Google Shape;2378;p51"/>
            <p:cNvSpPr/>
            <p:nvPr/>
          </p:nvSpPr>
          <p:spPr>
            <a:xfrm>
              <a:off x="4830650" y="2792925"/>
              <a:ext cx="424025" cy="188650"/>
            </a:xfrm>
            <a:custGeom>
              <a:avLst/>
              <a:ahLst/>
              <a:rect l="l" t="t" r="r" b="b"/>
              <a:pathLst>
                <a:path w="16961" h="7546" extrusionOk="0">
                  <a:moveTo>
                    <a:pt x="16960" y="3164"/>
                  </a:moveTo>
                  <a:lnTo>
                    <a:pt x="16945" y="3241"/>
                  </a:lnTo>
                  <a:lnTo>
                    <a:pt x="16945" y="3241"/>
                  </a:lnTo>
                  <a:cubicBezTo>
                    <a:pt x="16950" y="3215"/>
                    <a:pt x="16955" y="3190"/>
                    <a:pt x="16960" y="3164"/>
                  </a:cubicBezTo>
                  <a:close/>
                  <a:moveTo>
                    <a:pt x="719" y="1"/>
                  </a:moveTo>
                  <a:lnTo>
                    <a:pt x="311" y="2044"/>
                  </a:lnTo>
                  <a:cubicBezTo>
                    <a:pt x="0" y="3679"/>
                    <a:pt x="1332" y="5207"/>
                    <a:pt x="3172" y="5616"/>
                  </a:cubicBezTo>
                  <a:lnTo>
                    <a:pt x="12571" y="7455"/>
                  </a:lnTo>
                  <a:cubicBezTo>
                    <a:pt x="12860" y="7516"/>
                    <a:pt x="13145" y="7545"/>
                    <a:pt x="13421" y="7545"/>
                  </a:cubicBezTo>
                  <a:cubicBezTo>
                    <a:pt x="14996" y="7545"/>
                    <a:pt x="16294" y="6598"/>
                    <a:pt x="16551" y="5207"/>
                  </a:cubicBezTo>
                  <a:lnTo>
                    <a:pt x="16945" y="3241"/>
                  </a:lnTo>
                  <a:lnTo>
                    <a:pt x="16945" y="3241"/>
                  </a:lnTo>
                  <a:cubicBezTo>
                    <a:pt x="16655" y="4590"/>
                    <a:pt x="15375" y="5502"/>
                    <a:pt x="13829" y="5502"/>
                  </a:cubicBezTo>
                  <a:cubicBezTo>
                    <a:pt x="13553" y="5502"/>
                    <a:pt x="13269" y="5473"/>
                    <a:pt x="12980" y="5412"/>
                  </a:cubicBezTo>
                  <a:lnTo>
                    <a:pt x="3580" y="3573"/>
                  </a:lnTo>
                  <a:cubicBezTo>
                    <a:pt x="1741" y="3164"/>
                    <a:pt x="409" y="1636"/>
                    <a:pt x="719" y="1"/>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98" name="Google Shape;2379;p51"/>
            <p:cNvSpPr/>
            <p:nvPr/>
          </p:nvSpPr>
          <p:spPr>
            <a:xfrm>
              <a:off x="4884375" y="2585950"/>
              <a:ext cx="411150" cy="112400"/>
            </a:xfrm>
            <a:custGeom>
              <a:avLst/>
              <a:ahLst/>
              <a:rect l="l" t="t" r="r" b="b"/>
              <a:pathLst>
                <a:path w="16446" h="4496" extrusionOk="0">
                  <a:moveTo>
                    <a:pt x="205" y="0"/>
                  </a:moveTo>
                  <a:lnTo>
                    <a:pt x="1" y="1333"/>
                  </a:lnTo>
                  <a:lnTo>
                    <a:pt x="16241" y="4496"/>
                  </a:lnTo>
                  <a:lnTo>
                    <a:pt x="16446" y="3172"/>
                  </a:lnTo>
                  <a:lnTo>
                    <a:pt x="205"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699" name="Google Shape;2380;p51"/>
            <p:cNvSpPr/>
            <p:nvPr/>
          </p:nvSpPr>
          <p:spPr>
            <a:xfrm>
              <a:off x="4902150" y="2657450"/>
              <a:ext cx="97100" cy="94650"/>
            </a:xfrm>
            <a:custGeom>
              <a:avLst/>
              <a:ahLst/>
              <a:rect l="l" t="t" r="r" b="b"/>
              <a:pathLst>
                <a:path w="3884" h="3786" extrusionOk="0">
                  <a:moveTo>
                    <a:pt x="1538" y="1"/>
                  </a:moveTo>
                  <a:lnTo>
                    <a:pt x="1333" y="1023"/>
                  </a:lnTo>
                  <a:lnTo>
                    <a:pt x="312" y="818"/>
                  </a:lnTo>
                  <a:lnTo>
                    <a:pt x="1" y="2249"/>
                  </a:lnTo>
                  <a:lnTo>
                    <a:pt x="1129" y="2453"/>
                  </a:lnTo>
                  <a:lnTo>
                    <a:pt x="925" y="3475"/>
                  </a:lnTo>
                  <a:lnTo>
                    <a:pt x="2355" y="3785"/>
                  </a:lnTo>
                  <a:lnTo>
                    <a:pt x="2559" y="2764"/>
                  </a:lnTo>
                  <a:lnTo>
                    <a:pt x="3581" y="2968"/>
                  </a:lnTo>
                  <a:lnTo>
                    <a:pt x="3883" y="1538"/>
                  </a:lnTo>
                  <a:lnTo>
                    <a:pt x="2862" y="1333"/>
                  </a:lnTo>
                  <a:lnTo>
                    <a:pt x="3066" y="205"/>
                  </a:lnTo>
                  <a:lnTo>
                    <a:pt x="1538"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00" name="Google Shape;2381;p51"/>
            <p:cNvSpPr/>
            <p:nvPr/>
          </p:nvSpPr>
          <p:spPr>
            <a:xfrm>
              <a:off x="5098925" y="2698325"/>
              <a:ext cx="145525" cy="43550"/>
            </a:xfrm>
            <a:custGeom>
              <a:avLst/>
              <a:ahLst/>
              <a:rect l="l" t="t" r="r" b="b"/>
              <a:pathLst>
                <a:path w="5821" h="1742" extrusionOk="0">
                  <a:moveTo>
                    <a:pt x="99" y="1"/>
                  </a:moveTo>
                  <a:lnTo>
                    <a:pt x="1" y="614"/>
                  </a:lnTo>
                  <a:lnTo>
                    <a:pt x="5722" y="1742"/>
                  </a:lnTo>
                  <a:lnTo>
                    <a:pt x="5820" y="1129"/>
                  </a:lnTo>
                  <a:lnTo>
                    <a:pt x="99" y="1"/>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01" name="Google Shape;2382;p51"/>
            <p:cNvSpPr/>
            <p:nvPr/>
          </p:nvSpPr>
          <p:spPr>
            <a:xfrm>
              <a:off x="5091175" y="2736750"/>
              <a:ext cx="145700" cy="43325"/>
            </a:xfrm>
            <a:custGeom>
              <a:avLst/>
              <a:ahLst/>
              <a:rect l="l" t="t" r="r" b="b"/>
              <a:pathLst>
                <a:path w="5828" h="1733" extrusionOk="0">
                  <a:moveTo>
                    <a:pt x="107" y="0"/>
                  </a:moveTo>
                  <a:lnTo>
                    <a:pt x="0" y="613"/>
                  </a:lnTo>
                  <a:lnTo>
                    <a:pt x="5722" y="1733"/>
                  </a:lnTo>
                  <a:lnTo>
                    <a:pt x="5828" y="1120"/>
                  </a:lnTo>
                  <a:lnTo>
                    <a:pt x="107" y="0"/>
                  </a:lnTo>
                  <a:close/>
                </a:path>
              </a:pathLst>
            </a:custGeom>
            <a:solidFill>
              <a:srgbClr val="D2D3C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02" name="Google Shape;2383;p51"/>
            <p:cNvSpPr/>
            <p:nvPr/>
          </p:nvSpPr>
          <p:spPr>
            <a:xfrm>
              <a:off x="4754025" y="3193850"/>
              <a:ext cx="186575" cy="194125"/>
            </a:xfrm>
            <a:custGeom>
              <a:avLst/>
              <a:ahLst/>
              <a:rect l="l" t="t" r="r" b="b"/>
              <a:pathLst>
                <a:path w="7463" h="7765" extrusionOk="0">
                  <a:moveTo>
                    <a:pt x="2044" y="0"/>
                  </a:moveTo>
                  <a:lnTo>
                    <a:pt x="0" y="1945"/>
                  </a:lnTo>
                  <a:lnTo>
                    <a:pt x="5419" y="7765"/>
                  </a:lnTo>
                  <a:lnTo>
                    <a:pt x="7463" y="5828"/>
                  </a:lnTo>
                  <a:lnTo>
                    <a:pt x="2044" y="0"/>
                  </a:lnTo>
                  <a:close/>
                </a:path>
              </a:pathLst>
            </a:custGeom>
            <a:solidFill>
              <a:srgbClr val="285470"/>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03" name="Google Shape;2384;p51"/>
            <p:cNvSpPr/>
            <p:nvPr/>
          </p:nvSpPr>
          <p:spPr>
            <a:xfrm>
              <a:off x="4759125" y="3201600"/>
              <a:ext cx="58875" cy="53575"/>
            </a:xfrm>
            <a:custGeom>
              <a:avLst/>
              <a:ahLst/>
              <a:rect l="l" t="t" r="r" b="b"/>
              <a:pathLst>
                <a:path w="2355" h="2143" extrusionOk="0">
                  <a:moveTo>
                    <a:pt x="2044" y="1"/>
                  </a:moveTo>
                  <a:lnTo>
                    <a:pt x="1" y="1840"/>
                  </a:lnTo>
                  <a:lnTo>
                    <a:pt x="311" y="2142"/>
                  </a:lnTo>
                  <a:lnTo>
                    <a:pt x="2354" y="205"/>
                  </a:lnTo>
                  <a:lnTo>
                    <a:pt x="2044" y="1"/>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04" name="Google Shape;2385;p51"/>
            <p:cNvSpPr/>
            <p:nvPr/>
          </p:nvSpPr>
          <p:spPr>
            <a:xfrm>
              <a:off x="4774450" y="3214275"/>
              <a:ext cx="56225" cy="56225"/>
            </a:xfrm>
            <a:custGeom>
              <a:avLst/>
              <a:ahLst/>
              <a:rect l="l" t="t" r="r" b="b"/>
              <a:pathLst>
                <a:path w="2249" h="2249" extrusionOk="0">
                  <a:moveTo>
                    <a:pt x="2044" y="0"/>
                  </a:moveTo>
                  <a:lnTo>
                    <a:pt x="1" y="1946"/>
                  </a:lnTo>
                  <a:lnTo>
                    <a:pt x="205" y="2248"/>
                  </a:lnTo>
                  <a:lnTo>
                    <a:pt x="2248" y="311"/>
                  </a:lnTo>
                  <a:lnTo>
                    <a:pt x="2044"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05" name="Google Shape;2386;p51"/>
            <p:cNvSpPr/>
            <p:nvPr/>
          </p:nvSpPr>
          <p:spPr>
            <a:xfrm>
              <a:off x="4787325" y="3229600"/>
              <a:ext cx="56225" cy="53750"/>
            </a:xfrm>
            <a:custGeom>
              <a:avLst/>
              <a:ahLst/>
              <a:rect l="l" t="t" r="r" b="b"/>
              <a:pathLst>
                <a:path w="2249" h="2150" extrusionOk="0">
                  <a:moveTo>
                    <a:pt x="2044" y="0"/>
                  </a:moveTo>
                  <a:lnTo>
                    <a:pt x="0" y="1839"/>
                  </a:lnTo>
                  <a:lnTo>
                    <a:pt x="205" y="2150"/>
                  </a:lnTo>
                  <a:lnTo>
                    <a:pt x="2248" y="311"/>
                  </a:lnTo>
                  <a:lnTo>
                    <a:pt x="2044"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06" name="Google Shape;2387;p51"/>
            <p:cNvSpPr/>
            <p:nvPr/>
          </p:nvSpPr>
          <p:spPr>
            <a:xfrm>
              <a:off x="4800000" y="3242475"/>
              <a:ext cx="58875" cy="56200"/>
            </a:xfrm>
            <a:custGeom>
              <a:avLst/>
              <a:ahLst/>
              <a:rect l="l" t="t" r="r" b="b"/>
              <a:pathLst>
                <a:path w="2355" h="2248" extrusionOk="0">
                  <a:moveTo>
                    <a:pt x="2044" y="0"/>
                  </a:moveTo>
                  <a:lnTo>
                    <a:pt x="0" y="1937"/>
                  </a:lnTo>
                  <a:lnTo>
                    <a:pt x="311" y="2248"/>
                  </a:lnTo>
                  <a:lnTo>
                    <a:pt x="2354" y="303"/>
                  </a:lnTo>
                  <a:lnTo>
                    <a:pt x="2044"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07" name="Google Shape;2388;p51"/>
            <p:cNvSpPr/>
            <p:nvPr/>
          </p:nvSpPr>
          <p:spPr>
            <a:xfrm>
              <a:off x="4812875" y="3257800"/>
              <a:ext cx="58650" cy="53550"/>
            </a:xfrm>
            <a:custGeom>
              <a:avLst/>
              <a:ahLst/>
              <a:rect l="l" t="t" r="r" b="b"/>
              <a:pathLst>
                <a:path w="2346" h="2142" extrusionOk="0">
                  <a:moveTo>
                    <a:pt x="2043" y="0"/>
                  </a:moveTo>
                  <a:lnTo>
                    <a:pt x="0" y="1937"/>
                  </a:lnTo>
                  <a:lnTo>
                    <a:pt x="303" y="2142"/>
                  </a:lnTo>
                  <a:lnTo>
                    <a:pt x="2346" y="303"/>
                  </a:lnTo>
                  <a:lnTo>
                    <a:pt x="2043"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08" name="Google Shape;2389;p51"/>
            <p:cNvSpPr/>
            <p:nvPr/>
          </p:nvSpPr>
          <p:spPr>
            <a:xfrm>
              <a:off x="4825525" y="3273125"/>
              <a:ext cx="58875" cy="53550"/>
            </a:xfrm>
            <a:custGeom>
              <a:avLst/>
              <a:ahLst/>
              <a:rect l="l" t="t" r="r" b="b"/>
              <a:pathLst>
                <a:path w="2355" h="2142" extrusionOk="0">
                  <a:moveTo>
                    <a:pt x="2044" y="0"/>
                  </a:moveTo>
                  <a:lnTo>
                    <a:pt x="1" y="1839"/>
                  </a:lnTo>
                  <a:lnTo>
                    <a:pt x="311" y="2142"/>
                  </a:lnTo>
                  <a:lnTo>
                    <a:pt x="2355" y="205"/>
                  </a:lnTo>
                  <a:lnTo>
                    <a:pt x="2044"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09" name="Google Shape;2390;p51"/>
            <p:cNvSpPr/>
            <p:nvPr/>
          </p:nvSpPr>
          <p:spPr>
            <a:xfrm>
              <a:off x="4840850" y="3285800"/>
              <a:ext cx="56225" cy="56200"/>
            </a:xfrm>
            <a:custGeom>
              <a:avLst/>
              <a:ahLst/>
              <a:rect l="l" t="t" r="r" b="b"/>
              <a:pathLst>
                <a:path w="2249" h="2248" extrusionOk="0">
                  <a:moveTo>
                    <a:pt x="2044" y="0"/>
                  </a:moveTo>
                  <a:lnTo>
                    <a:pt x="1" y="1945"/>
                  </a:lnTo>
                  <a:lnTo>
                    <a:pt x="205" y="2248"/>
                  </a:lnTo>
                  <a:lnTo>
                    <a:pt x="2249" y="311"/>
                  </a:lnTo>
                  <a:lnTo>
                    <a:pt x="2044"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10" name="Google Shape;2391;p51"/>
            <p:cNvSpPr/>
            <p:nvPr/>
          </p:nvSpPr>
          <p:spPr>
            <a:xfrm>
              <a:off x="4853725" y="3301125"/>
              <a:ext cx="56225" cy="53750"/>
            </a:xfrm>
            <a:custGeom>
              <a:avLst/>
              <a:ahLst/>
              <a:rect l="l" t="t" r="r" b="b"/>
              <a:pathLst>
                <a:path w="2249" h="2150" extrusionOk="0">
                  <a:moveTo>
                    <a:pt x="2044" y="0"/>
                  </a:moveTo>
                  <a:lnTo>
                    <a:pt x="1" y="1839"/>
                  </a:lnTo>
                  <a:lnTo>
                    <a:pt x="205" y="2150"/>
                  </a:lnTo>
                  <a:lnTo>
                    <a:pt x="2249" y="204"/>
                  </a:lnTo>
                  <a:lnTo>
                    <a:pt x="2044"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11" name="Google Shape;2392;p51"/>
            <p:cNvSpPr/>
            <p:nvPr/>
          </p:nvSpPr>
          <p:spPr>
            <a:xfrm>
              <a:off x="4866400" y="3314000"/>
              <a:ext cx="58875" cy="56200"/>
            </a:xfrm>
            <a:custGeom>
              <a:avLst/>
              <a:ahLst/>
              <a:rect l="l" t="t" r="r" b="b"/>
              <a:pathLst>
                <a:path w="2355" h="2248" extrusionOk="0">
                  <a:moveTo>
                    <a:pt x="2044" y="0"/>
                  </a:moveTo>
                  <a:lnTo>
                    <a:pt x="1" y="1937"/>
                  </a:lnTo>
                  <a:lnTo>
                    <a:pt x="311" y="2248"/>
                  </a:lnTo>
                  <a:lnTo>
                    <a:pt x="2355" y="302"/>
                  </a:lnTo>
                  <a:lnTo>
                    <a:pt x="2044"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12" name="Google Shape;2393;p51"/>
            <p:cNvSpPr/>
            <p:nvPr/>
          </p:nvSpPr>
          <p:spPr>
            <a:xfrm>
              <a:off x="4879275" y="3329325"/>
              <a:ext cx="58675" cy="53550"/>
            </a:xfrm>
            <a:custGeom>
              <a:avLst/>
              <a:ahLst/>
              <a:rect l="l" t="t" r="r" b="b"/>
              <a:pathLst>
                <a:path w="2347" h="2142" extrusionOk="0">
                  <a:moveTo>
                    <a:pt x="2044" y="0"/>
                  </a:moveTo>
                  <a:lnTo>
                    <a:pt x="0" y="1937"/>
                  </a:lnTo>
                  <a:lnTo>
                    <a:pt x="303" y="2141"/>
                  </a:lnTo>
                  <a:lnTo>
                    <a:pt x="2346" y="302"/>
                  </a:lnTo>
                  <a:lnTo>
                    <a:pt x="2044"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13" name="Google Shape;2394;p51"/>
            <p:cNvSpPr/>
            <p:nvPr/>
          </p:nvSpPr>
          <p:spPr>
            <a:xfrm>
              <a:off x="4266275" y="3268000"/>
              <a:ext cx="597700" cy="560675"/>
            </a:xfrm>
            <a:custGeom>
              <a:avLst/>
              <a:ahLst/>
              <a:rect l="l" t="t" r="r" b="b"/>
              <a:pathLst>
                <a:path w="23908" h="22427" extrusionOk="0">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14" name="Google Shape;2395;p51"/>
            <p:cNvSpPr/>
            <p:nvPr/>
          </p:nvSpPr>
          <p:spPr>
            <a:xfrm>
              <a:off x="4294275" y="3400825"/>
              <a:ext cx="429125" cy="403000"/>
            </a:xfrm>
            <a:custGeom>
              <a:avLst/>
              <a:ahLst/>
              <a:rect l="l" t="t" r="r" b="b"/>
              <a:pathLst>
                <a:path w="17165" h="16120" extrusionOk="0">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15" name="Google Shape;2396;p51"/>
            <p:cNvSpPr/>
            <p:nvPr/>
          </p:nvSpPr>
          <p:spPr>
            <a:xfrm>
              <a:off x="4736250" y="3239825"/>
              <a:ext cx="155725" cy="166150"/>
            </a:xfrm>
            <a:custGeom>
              <a:avLst/>
              <a:ahLst/>
              <a:rect l="l" t="t" r="r" b="b"/>
              <a:pathLst>
                <a:path w="6229" h="6646" extrusionOk="0">
                  <a:moveTo>
                    <a:pt x="817" y="0"/>
                  </a:moveTo>
                  <a:lnTo>
                    <a:pt x="0" y="817"/>
                  </a:lnTo>
                  <a:lnTo>
                    <a:pt x="5313" y="6645"/>
                  </a:lnTo>
                  <a:lnTo>
                    <a:pt x="6228" y="5828"/>
                  </a:lnTo>
                  <a:lnTo>
                    <a:pt x="817" y="0"/>
                  </a:lnTo>
                  <a:close/>
                </a:path>
              </a:pathLst>
            </a:custGeom>
            <a:solidFill>
              <a:srgbClr val="E8E8E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16" name="Google Shape;2397;p51"/>
            <p:cNvSpPr/>
            <p:nvPr/>
          </p:nvSpPr>
          <p:spPr>
            <a:xfrm>
              <a:off x="4294275" y="3666475"/>
              <a:ext cx="143050" cy="137350"/>
            </a:xfrm>
            <a:custGeom>
              <a:avLst/>
              <a:ahLst/>
              <a:rect l="l" t="t" r="r" b="b"/>
              <a:pathLst>
                <a:path w="5722" h="5494" extrusionOk="0">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17" name="Google Shape;2398;p51"/>
            <p:cNvSpPr/>
            <p:nvPr/>
          </p:nvSpPr>
          <p:spPr>
            <a:xfrm>
              <a:off x="4891950" y="3559200"/>
              <a:ext cx="201900" cy="178800"/>
            </a:xfrm>
            <a:custGeom>
              <a:avLst/>
              <a:ah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18" name="Google Shape;2399;p51"/>
            <p:cNvSpPr/>
            <p:nvPr/>
          </p:nvSpPr>
          <p:spPr>
            <a:xfrm>
              <a:off x="5068275" y="3559200"/>
              <a:ext cx="25575" cy="22900"/>
            </a:xfrm>
            <a:custGeom>
              <a:avLst/>
              <a:ah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19" name="Google Shape;2400;p51"/>
            <p:cNvSpPr/>
            <p:nvPr/>
          </p:nvSpPr>
          <p:spPr>
            <a:xfrm>
              <a:off x="5065625" y="3119875"/>
              <a:ext cx="510875" cy="470000"/>
            </a:xfrm>
            <a:custGeom>
              <a:avLst/>
              <a:ah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20" name="Google Shape;2401;p51"/>
            <p:cNvSpPr/>
            <p:nvPr/>
          </p:nvSpPr>
          <p:spPr>
            <a:xfrm>
              <a:off x="5499850" y="3004825"/>
              <a:ext cx="217225" cy="207025"/>
            </a:xfrm>
            <a:custGeom>
              <a:avLst/>
              <a:ah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21" name="Google Shape;2402;p51"/>
            <p:cNvSpPr/>
            <p:nvPr/>
          </p:nvSpPr>
          <p:spPr>
            <a:xfrm>
              <a:off x="5499850" y="3127425"/>
              <a:ext cx="79300" cy="84425"/>
            </a:xfrm>
            <a:custGeom>
              <a:avLst/>
              <a:ah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22" name="Google Shape;2403;p51"/>
            <p:cNvSpPr/>
            <p:nvPr/>
          </p:nvSpPr>
          <p:spPr>
            <a:xfrm>
              <a:off x="5650650" y="2966625"/>
              <a:ext cx="107300" cy="114850"/>
            </a:xfrm>
            <a:custGeom>
              <a:avLst/>
              <a:ah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23" name="Google Shape;2404;p51"/>
            <p:cNvSpPr/>
            <p:nvPr/>
          </p:nvSpPr>
          <p:spPr>
            <a:xfrm>
              <a:off x="5425875" y="3099425"/>
              <a:ext cx="176150" cy="189050"/>
            </a:xfrm>
            <a:custGeom>
              <a:avLst/>
              <a:ah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24" name="Google Shape;2405;p51"/>
            <p:cNvSpPr/>
            <p:nvPr/>
          </p:nvSpPr>
          <p:spPr>
            <a:xfrm>
              <a:off x="5443650" y="3257800"/>
              <a:ext cx="69100" cy="74000"/>
            </a:xfrm>
            <a:custGeom>
              <a:avLst/>
              <a:ah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25" name="Google Shape;2406;p51"/>
            <p:cNvSpPr/>
            <p:nvPr/>
          </p:nvSpPr>
          <p:spPr>
            <a:xfrm>
              <a:off x="5395225" y="3301125"/>
              <a:ext cx="66425" cy="74200"/>
            </a:xfrm>
            <a:custGeom>
              <a:avLst/>
              <a:ah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26" name="Google Shape;2407;p51"/>
            <p:cNvSpPr/>
            <p:nvPr/>
          </p:nvSpPr>
          <p:spPr>
            <a:xfrm>
              <a:off x="5346600" y="3344650"/>
              <a:ext cx="66425" cy="73975"/>
            </a:xfrm>
            <a:custGeom>
              <a:avLst/>
              <a:ah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27" name="Google Shape;2408;p51"/>
            <p:cNvSpPr/>
            <p:nvPr/>
          </p:nvSpPr>
          <p:spPr>
            <a:xfrm>
              <a:off x="5088725" y="3316450"/>
              <a:ext cx="268100" cy="252975"/>
            </a:xfrm>
            <a:custGeom>
              <a:avLst/>
              <a:ah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28" name="Google Shape;2409;p51"/>
            <p:cNvSpPr/>
            <p:nvPr/>
          </p:nvSpPr>
          <p:spPr>
            <a:xfrm>
              <a:off x="5088725" y="3421275"/>
              <a:ext cx="268100" cy="148150"/>
            </a:xfrm>
            <a:custGeom>
              <a:avLst/>
              <a:ah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29" name="Google Shape;2410;p51"/>
            <p:cNvSpPr/>
            <p:nvPr/>
          </p:nvSpPr>
          <p:spPr>
            <a:xfrm>
              <a:off x="4577875" y="3329325"/>
              <a:ext cx="125075" cy="112400"/>
            </a:xfrm>
            <a:custGeom>
              <a:avLst/>
              <a:ahLst/>
              <a:rect l="l" t="t" r="r" b="b"/>
              <a:pathLst>
                <a:path w="5003" h="4496" extrusionOk="0">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30" name="Google Shape;2411;p51"/>
            <p:cNvSpPr/>
            <p:nvPr/>
          </p:nvSpPr>
          <p:spPr>
            <a:xfrm>
              <a:off x="4600775" y="3400825"/>
              <a:ext cx="66425" cy="43350"/>
            </a:xfrm>
            <a:custGeom>
              <a:avLst/>
              <a:ahLst/>
              <a:rect l="l" t="t" r="r" b="b"/>
              <a:pathLst>
                <a:path w="2657" h="1734" extrusionOk="0">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31" name="Google Shape;2412;p51"/>
            <p:cNvSpPr/>
            <p:nvPr/>
          </p:nvSpPr>
          <p:spPr>
            <a:xfrm>
              <a:off x="4268725" y="2655000"/>
              <a:ext cx="209475" cy="130200"/>
            </a:xfrm>
            <a:custGeom>
              <a:avLst/>
              <a:ahLst/>
              <a:rect l="l" t="t" r="r" b="b"/>
              <a:pathLst>
                <a:path w="8379" h="5208" extrusionOk="0">
                  <a:moveTo>
                    <a:pt x="7463" y="1"/>
                  </a:moveTo>
                  <a:lnTo>
                    <a:pt x="0" y="2551"/>
                  </a:lnTo>
                  <a:lnTo>
                    <a:pt x="924" y="5207"/>
                  </a:lnTo>
                  <a:lnTo>
                    <a:pt x="8378" y="2551"/>
                  </a:lnTo>
                  <a:lnTo>
                    <a:pt x="7463" y="1"/>
                  </a:lnTo>
                  <a:close/>
                </a:path>
              </a:pathLst>
            </a:custGeom>
            <a:solidFill>
              <a:srgbClr val="285470"/>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32" name="Google Shape;2413;p51"/>
            <p:cNvSpPr/>
            <p:nvPr/>
          </p:nvSpPr>
          <p:spPr>
            <a:xfrm>
              <a:off x="4276475" y="2713650"/>
              <a:ext cx="30675" cy="69100"/>
            </a:xfrm>
            <a:custGeom>
              <a:avLst/>
              <a:ahLst/>
              <a:rect l="l" t="t" r="r" b="b"/>
              <a:pathLst>
                <a:path w="1227" h="2764" extrusionOk="0">
                  <a:moveTo>
                    <a:pt x="303" y="1"/>
                  </a:moveTo>
                  <a:lnTo>
                    <a:pt x="1" y="107"/>
                  </a:lnTo>
                  <a:lnTo>
                    <a:pt x="916" y="2763"/>
                  </a:lnTo>
                  <a:lnTo>
                    <a:pt x="1227" y="2657"/>
                  </a:lnTo>
                  <a:lnTo>
                    <a:pt x="303" y="1"/>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33" name="Google Shape;2414;p51"/>
            <p:cNvSpPr/>
            <p:nvPr/>
          </p:nvSpPr>
          <p:spPr>
            <a:xfrm>
              <a:off x="4294275" y="2706100"/>
              <a:ext cx="30675" cy="68875"/>
            </a:xfrm>
            <a:custGeom>
              <a:avLst/>
              <a:ahLst/>
              <a:rect l="l" t="t" r="r" b="b"/>
              <a:pathLst>
                <a:path w="1227" h="2755" extrusionOk="0">
                  <a:moveTo>
                    <a:pt x="311" y="0"/>
                  </a:moveTo>
                  <a:lnTo>
                    <a:pt x="0" y="205"/>
                  </a:lnTo>
                  <a:lnTo>
                    <a:pt x="924" y="2755"/>
                  </a:lnTo>
                  <a:lnTo>
                    <a:pt x="1226" y="2657"/>
                  </a:lnTo>
                  <a:lnTo>
                    <a:pt x="311"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34" name="Google Shape;2415;p51"/>
            <p:cNvSpPr/>
            <p:nvPr/>
          </p:nvSpPr>
          <p:spPr>
            <a:xfrm>
              <a:off x="4312250" y="2700975"/>
              <a:ext cx="30675" cy="68900"/>
            </a:xfrm>
            <a:custGeom>
              <a:avLst/>
              <a:ahLst/>
              <a:rect l="l" t="t" r="r" b="b"/>
              <a:pathLst>
                <a:path w="1227" h="2756" extrusionOk="0">
                  <a:moveTo>
                    <a:pt x="303" y="1"/>
                  </a:moveTo>
                  <a:lnTo>
                    <a:pt x="0" y="99"/>
                  </a:lnTo>
                  <a:lnTo>
                    <a:pt x="916" y="2755"/>
                  </a:lnTo>
                  <a:lnTo>
                    <a:pt x="1226" y="2657"/>
                  </a:lnTo>
                  <a:lnTo>
                    <a:pt x="303" y="1"/>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35" name="Google Shape;2416;p51"/>
            <p:cNvSpPr/>
            <p:nvPr/>
          </p:nvSpPr>
          <p:spPr>
            <a:xfrm>
              <a:off x="4330025" y="2693225"/>
              <a:ext cx="33325" cy="69075"/>
            </a:xfrm>
            <a:custGeom>
              <a:avLst/>
              <a:ahLst/>
              <a:rect l="l" t="t" r="r" b="b"/>
              <a:pathLst>
                <a:path w="1333" h="2763" extrusionOk="0">
                  <a:moveTo>
                    <a:pt x="409" y="0"/>
                  </a:moveTo>
                  <a:lnTo>
                    <a:pt x="0" y="205"/>
                  </a:lnTo>
                  <a:lnTo>
                    <a:pt x="924" y="2763"/>
                  </a:lnTo>
                  <a:lnTo>
                    <a:pt x="1333" y="2657"/>
                  </a:lnTo>
                  <a:lnTo>
                    <a:pt x="409"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36" name="Google Shape;2417;p51"/>
            <p:cNvSpPr/>
            <p:nvPr/>
          </p:nvSpPr>
          <p:spPr>
            <a:xfrm>
              <a:off x="4348000" y="2688100"/>
              <a:ext cx="33125" cy="69100"/>
            </a:xfrm>
            <a:custGeom>
              <a:avLst/>
              <a:ahLst/>
              <a:rect l="l" t="t" r="r" b="b"/>
              <a:pathLst>
                <a:path w="1325" h="2764" extrusionOk="0">
                  <a:moveTo>
                    <a:pt x="409" y="1"/>
                  </a:moveTo>
                  <a:lnTo>
                    <a:pt x="1" y="107"/>
                  </a:lnTo>
                  <a:lnTo>
                    <a:pt x="916" y="2764"/>
                  </a:lnTo>
                  <a:lnTo>
                    <a:pt x="1325" y="2657"/>
                  </a:lnTo>
                  <a:lnTo>
                    <a:pt x="409" y="1"/>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37" name="Google Shape;2418;p51"/>
            <p:cNvSpPr/>
            <p:nvPr/>
          </p:nvSpPr>
          <p:spPr>
            <a:xfrm>
              <a:off x="4368450" y="2680550"/>
              <a:ext cx="30675" cy="68875"/>
            </a:xfrm>
            <a:custGeom>
              <a:avLst/>
              <a:ahLst/>
              <a:rect l="l" t="t" r="r" b="b"/>
              <a:pathLst>
                <a:path w="1227" h="2755" extrusionOk="0">
                  <a:moveTo>
                    <a:pt x="302" y="1"/>
                  </a:moveTo>
                  <a:lnTo>
                    <a:pt x="0" y="205"/>
                  </a:lnTo>
                  <a:lnTo>
                    <a:pt x="915" y="2755"/>
                  </a:lnTo>
                  <a:lnTo>
                    <a:pt x="1226" y="2657"/>
                  </a:lnTo>
                  <a:lnTo>
                    <a:pt x="302" y="1"/>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38" name="Google Shape;2419;p51"/>
            <p:cNvSpPr/>
            <p:nvPr/>
          </p:nvSpPr>
          <p:spPr>
            <a:xfrm>
              <a:off x="4386225" y="2675450"/>
              <a:ext cx="30675" cy="68875"/>
            </a:xfrm>
            <a:custGeom>
              <a:avLst/>
              <a:ahLst/>
              <a:rect l="l" t="t" r="r" b="b"/>
              <a:pathLst>
                <a:path w="1227" h="2755" extrusionOk="0">
                  <a:moveTo>
                    <a:pt x="311" y="0"/>
                  </a:moveTo>
                  <a:lnTo>
                    <a:pt x="0" y="98"/>
                  </a:lnTo>
                  <a:lnTo>
                    <a:pt x="924" y="2755"/>
                  </a:lnTo>
                  <a:lnTo>
                    <a:pt x="1226" y="2657"/>
                  </a:lnTo>
                  <a:lnTo>
                    <a:pt x="311"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39" name="Google Shape;2420;p51"/>
            <p:cNvSpPr/>
            <p:nvPr/>
          </p:nvSpPr>
          <p:spPr>
            <a:xfrm>
              <a:off x="4404200" y="2667675"/>
              <a:ext cx="33125" cy="69100"/>
            </a:xfrm>
            <a:custGeom>
              <a:avLst/>
              <a:ahLst/>
              <a:rect l="l" t="t" r="r" b="b"/>
              <a:pathLst>
                <a:path w="1325" h="2764" extrusionOk="0">
                  <a:moveTo>
                    <a:pt x="409" y="1"/>
                  </a:moveTo>
                  <a:lnTo>
                    <a:pt x="0" y="205"/>
                  </a:lnTo>
                  <a:lnTo>
                    <a:pt x="916" y="2763"/>
                  </a:lnTo>
                  <a:lnTo>
                    <a:pt x="1324" y="2657"/>
                  </a:lnTo>
                  <a:lnTo>
                    <a:pt x="409" y="1"/>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40" name="Google Shape;2421;p51"/>
            <p:cNvSpPr/>
            <p:nvPr/>
          </p:nvSpPr>
          <p:spPr>
            <a:xfrm>
              <a:off x="4421975" y="2662575"/>
              <a:ext cx="33325" cy="69075"/>
            </a:xfrm>
            <a:custGeom>
              <a:avLst/>
              <a:ahLst/>
              <a:rect l="l" t="t" r="r" b="b"/>
              <a:pathLst>
                <a:path w="1333" h="2763" extrusionOk="0">
                  <a:moveTo>
                    <a:pt x="409" y="0"/>
                  </a:moveTo>
                  <a:lnTo>
                    <a:pt x="0" y="107"/>
                  </a:lnTo>
                  <a:lnTo>
                    <a:pt x="924" y="2763"/>
                  </a:lnTo>
                  <a:lnTo>
                    <a:pt x="1333" y="2657"/>
                  </a:lnTo>
                  <a:lnTo>
                    <a:pt x="409"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41" name="Google Shape;2422;p51"/>
            <p:cNvSpPr/>
            <p:nvPr/>
          </p:nvSpPr>
          <p:spPr>
            <a:xfrm>
              <a:off x="4439950" y="2655000"/>
              <a:ext cx="33125" cy="68900"/>
            </a:xfrm>
            <a:custGeom>
              <a:avLst/>
              <a:ahLst/>
              <a:rect l="l" t="t" r="r" b="b"/>
              <a:pathLst>
                <a:path w="1325" h="2756" extrusionOk="0">
                  <a:moveTo>
                    <a:pt x="409" y="1"/>
                  </a:moveTo>
                  <a:lnTo>
                    <a:pt x="1" y="99"/>
                  </a:lnTo>
                  <a:lnTo>
                    <a:pt x="1022" y="2755"/>
                  </a:lnTo>
                  <a:lnTo>
                    <a:pt x="1325" y="2657"/>
                  </a:lnTo>
                  <a:lnTo>
                    <a:pt x="409" y="1"/>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42" name="Google Shape;2423;p51"/>
            <p:cNvSpPr/>
            <p:nvPr/>
          </p:nvSpPr>
          <p:spPr>
            <a:xfrm>
              <a:off x="4314700" y="2741850"/>
              <a:ext cx="367825" cy="694425"/>
            </a:xfrm>
            <a:custGeom>
              <a:avLst/>
              <a:ahLst/>
              <a:rect l="l" t="t" r="r" b="b"/>
              <a:pathLst>
                <a:path w="14713" h="27777" extrusionOk="0">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43" name="Google Shape;2424;p51"/>
            <p:cNvSpPr/>
            <p:nvPr/>
          </p:nvSpPr>
          <p:spPr>
            <a:xfrm>
              <a:off x="4391325" y="2910425"/>
              <a:ext cx="265650" cy="498700"/>
            </a:xfrm>
            <a:custGeom>
              <a:avLst/>
              <a:ahLst/>
              <a:rect l="l" t="t" r="r" b="b"/>
              <a:pathLst>
                <a:path w="10626" h="19948" extrusionOk="0">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44" name="Google Shape;2425;p51"/>
            <p:cNvSpPr/>
            <p:nvPr/>
          </p:nvSpPr>
          <p:spPr>
            <a:xfrm>
              <a:off x="4289150" y="2718750"/>
              <a:ext cx="196800" cy="91975"/>
            </a:xfrm>
            <a:custGeom>
              <a:avLst/>
              <a:ahLst/>
              <a:rect l="l" t="t" r="r" b="b"/>
              <a:pathLst>
                <a:path w="7872" h="3679" extrusionOk="0">
                  <a:moveTo>
                    <a:pt x="7561" y="1"/>
                  </a:moveTo>
                  <a:lnTo>
                    <a:pt x="1" y="2559"/>
                  </a:lnTo>
                  <a:lnTo>
                    <a:pt x="409" y="3679"/>
                  </a:lnTo>
                  <a:lnTo>
                    <a:pt x="7872" y="1023"/>
                  </a:lnTo>
                  <a:lnTo>
                    <a:pt x="7561" y="1"/>
                  </a:lnTo>
                  <a:close/>
                </a:path>
              </a:pathLst>
            </a:custGeom>
            <a:solidFill>
              <a:srgbClr val="E8E8E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45" name="Google Shape;2426;p51"/>
            <p:cNvSpPr/>
            <p:nvPr/>
          </p:nvSpPr>
          <p:spPr>
            <a:xfrm>
              <a:off x="4519025" y="3280675"/>
              <a:ext cx="137950" cy="128450"/>
            </a:xfrm>
            <a:custGeom>
              <a:avLst/>
              <a:ahLst/>
              <a:rect l="l" t="t" r="r" b="b"/>
              <a:pathLst>
                <a:path w="5518" h="5138" extrusionOk="0">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46" name="Google Shape;2427;p51"/>
            <p:cNvSpPr/>
            <p:nvPr/>
          </p:nvSpPr>
          <p:spPr>
            <a:xfrm>
              <a:off x="5469200" y="1536275"/>
              <a:ext cx="199250" cy="176175"/>
            </a:xfrm>
            <a:custGeom>
              <a:avLst/>
              <a:ahLst/>
              <a:rect l="l" t="t" r="r" b="b"/>
              <a:pathLst>
                <a:path w="7970" h="7047" extrusionOk="0">
                  <a:moveTo>
                    <a:pt x="1741" y="1"/>
                  </a:moveTo>
                  <a:lnTo>
                    <a:pt x="0" y="2248"/>
                  </a:lnTo>
                  <a:lnTo>
                    <a:pt x="6334" y="7046"/>
                  </a:lnTo>
                  <a:lnTo>
                    <a:pt x="7969" y="4798"/>
                  </a:lnTo>
                  <a:lnTo>
                    <a:pt x="1741" y="1"/>
                  </a:lnTo>
                  <a:close/>
                </a:path>
              </a:pathLst>
            </a:custGeom>
            <a:solidFill>
              <a:srgbClr val="285470"/>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47" name="Google Shape;2428;p51"/>
            <p:cNvSpPr/>
            <p:nvPr/>
          </p:nvSpPr>
          <p:spPr>
            <a:xfrm>
              <a:off x="5476950" y="1541375"/>
              <a:ext cx="48450" cy="61325"/>
            </a:xfrm>
            <a:custGeom>
              <a:avLst/>
              <a:ahLst/>
              <a:rect l="l" t="t" r="r" b="b"/>
              <a:pathLst>
                <a:path w="1938" h="2453" extrusionOk="0">
                  <a:moveTo>
                    <a:pt x="1635" y="1"/>
                  </a:moveTo>
                  <a:lnTo>
                    <a:pt x="1" y="2249"/>
                  </a:lnTo>
                  <a:lnTo>
                    <a:pt x="205" y="2453"/>
                  </a:lnTo>
                  <a:lnTo>
                    <a:pt x="1938" y="205"/>
                  </a:lnTo>
                  <a:lnTo>
                    <a:pt x="1635" y="1"/>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48" name="Google Shape;2429;p51"/>
            <p:cNvSpPr/>
            <p:nvPr/>
          </p:nvSpPr>
          <p:spPr>
            <a:xfrm>
              <a:off x="5492275" y="1554050"/>
              <a:ext cx="48450" cy="61325"/>
            </a:xfrm>
            <a:custGeom>
              <a:avLst/>
              <a:ahLst/>
              <a:rect l="l" t="t" r="r" b="b"/>
              <a:pathLst>
                <a:path w="1938" h="2453" extrusionOk="0">
                  <a:moveTo>
                    <a:pt x="1635" y="1"/>
                  </a:moveTo>
                  <a:lnTo>
                    <a:pt x="1" y="2150"/>
                  </a:lnTo>
                  <a:lnTo>
                    <a:pt x="303" y="2453"/>
                  </a:lnTo>
                  <a:lnTo>
                    <a:pt x="1938" y="205"/>
                  </a:lnTo>
                  <a:lnTo>
                    <a:pt x="1635" y="1"/>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49" name="Google Shape;2430;p51"/>
            <p:cNvSpPr/>
            <p:nvPr/>
          </p:nvSpPr>
          <p:spPr>
            <a:xfrm>
              <a:off x="5507600" y="1564275"/>
              <a:ext cx="48450" cy="61325"/>
            </a:xfrm>
            <a:custGeom>
              <a:avLst/>
              <a:ahLst/>
              <a:rect l="l" t="t" r="r" b="b"/>
              <a:pathLst>
                <a:path w="1938" h="2453" extrusionOk="0">
                  <a:moveTo>
                    <a:pt x="1635" y="0"/>
                  </a:moveTo>
                  <a:lnTo>
                    <a:pt x="1" y="2248"/>
                  </a:lnTo>
                  <a:lnTo>
                    <a:pt x="303" y="2452"/>
                  </a:lnTo>
                  <a:lnTo>
                    <a:pt x="1938" y="311"/>
                  </a:lnTo>
                  <a:lnTo>
                    <a:pt x="1635"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50" name="Google Shape;2431;p51"/>
            <p:cNvSpPr/>
            <p:nvPr/>
          </p:nvSpPr>
          <p:spPr>
            <a:xfrm>
              <a:off x="5522925" y="1577150"/>
              <a:ext cx="48450" cy="61325"/>
            </a:xfrm>
            <a:custGeom>
              <a:avLst/>
              <a:ahLst/>
              <a:rect l="l" t="t" r="r" b="b"/>
              <a:pathLst>
                <a:path w="1938" h="2453" extrusionOk="0">
                  <a:moveTo>
                    <a:pt x="1635" y="0"/>
                  </a:moveTo>
                  <a:lnTo>
                    <a:pt x="1" y="2248"/>
                  </a:lnTo>
                  <a:lnTo>
                    <a:pt x="303" y="2452"/>
                  </a:lnTo>
                  <a:lnTo>
                    <a:pt x="1938" y="205"/>
                  </a:lnTo>
                  <a:lnTo>
                    <a:pt x="1635"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51" name="Google Shape;2432;p51"/>
            <p:cNvSpPr/>
            <p:nvPr/>
          </p:nvSpPr>
          <p:spPr>
            <a:xfrm>
              <a:off x="5538250" y="1589825"/>
              <a:ext cx="48450" cy="61325"/>
            </a:xfrm>
            <a:custGeom>
              <a:avLst/>
              <a:ahLst/>
              <a:rect l="l" t="t" r="r" b="b"/>
              <a:pathLst>
                <a:path w="1938" h="2453" extrusionOk="0">
                  <a:moveTo>
                    <a:pt x="1635" y="0"/>
                  </a:moveTo>
                  <a:lnTo>
                    <a:pt x="1" y="2150"/>
                  </a:lnTo>
                  <a:lnTo>
                    <a:pt x="303" y="2452"/>
                  </a:lnTo>
                  <a:lnTo>
                    <a:pt x="1938" y="204"/>
                  </a:lnTo>
                  <a:lnTo>
                    <a:pt x="1635"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52" name="Google Shape;2433;p51"/>
            <p:cNvSpPr/>
            <p:nvPr/>
          </p:nvSpPr>
          <p:spPr>
            <a:xfrm>
              <a:off x="5553575" y="1600025"/>
              <a:ext cx="48450" cy="61325"/>
            </a:xfrm>
            <a:custGeom>
              <a:avLst/>
              <a:ahLst/>
              <a:rect l="l" t="t" r="r" b="b"/>
              <a:pathLst>
                <a:path w="1938" h="2453" extrusionOk="0">
                  <a:moveTo>
                    <a:pt x="1733" y="1"/>
                  </a:moveTo>
                  <a:lnTo>
                    <a:pt x="1" y="2248"/>
                  </a:lnTo>
                  <a:lnTo>
                    <a:pt x="303" y="2453"/>
                  </a:lnTo>
                  <a:lnTo>
                    <a:pt x="1938" y="311"/>
                  </a:lnTo>
                  <a:lnTo>
                    <a:pt x="1733" y="1"/>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53" name="Google Shape;2434;p51"/>
            <p:cNvSpPr/>
            <p:nvPr/>
          </p:nvSpPr>
          <p:spPr>
            <a:xfrm>
              <a:off x="5568900" y="1612900"/>
              <a:ext cx="51125" cy="61325"/>
            </a:xfrm>
            <a:custGeom>
              <a:avLst/>
              <a:ahLst/>
              <a:rect l="l" t="t" r="r" b="b"/>
              <a:pathLst>
                <a:path w="2045" h="2453" extrusionOk="0">
                  <a:moveTo>
                    <a:pt x="1733" y="1"/>
                  </a:moveTo>
                  <a:lnTo>
                    <a:pt x="1" y="2248"/>
                  </a:lnTo>
                  <a:lnTo>
                    <a:pt x="303" y="2453"/>
                  </a:lnTo>
                  <a:lnTo>
                    <a:pt x="2044" y="205"/>
                  </a:lnTo>
                  <a:lnTo>
                    <a:pt x="1733" y="1"/>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54" name="Google Shape;2435;p51"/>
            <p:cNvSpPr/>
            <p:nvPr/>
          </p:nvSpPr>
          <p:spPr>
            <a:xfrm>
              <a:off x="5584225" y="1625575"/>
              <a:ext cx="51125" cy="61325"/>
            </a:xfrm>
            <a:custGeom>
              <a:avLst/>
              <a:ahLst/>
              <a:rect l="l" t="t" r="r" b="b"/>
              <a:pathLst>
                <a:path w="2045" h="2453" extrusionOk="0">
                  <a:moveTo>
                    <a:pt x="1733" y="0"/>
                  </a:moveTo>
                  <a:lnTo>
                    <a:pt x="1" y="2150"/>
                  </a:lnTo>
                  <a:lnTo>
                    <a:pt x="303" y="2452"/>
                  </a:lnTo>
                  <a:lnTo>
                    <a:pt x="2044" y="205"/>
                  </a:lnTo>
                  <a:lnTo>
                    <a:pt x="1733"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55" name="Google Shape;2436;p51"/>
            <p:cNvSpPr/>
            <p:nvPr/>
          </p:nvSpPr>
          <p:spPr>
            <a:xfrm>
              <a:off x="5599550" y="1635800"/>
              <a:ext cx="51125" cy="61325"/>
            </a:xfrm>
            <a:custGeom>
              <a:avLst/>
              <a:ahLst/>
              <a:rect l="l" t="t" r="r" b="b"/>
              <a:pathLst>
                <a:path w="2045" h="2453" extrusionOk="0">
                  <a:moveTo>
                    <a:pt x="1733" y="0"/>
                  </a:moveTo>
                  <a:lnTo>
                    <a:pt x="1" y="2248"/>
                  </a:lnTo>
                  <a:lnTo>
                    <a:pt x="303" y="2452"/>
                  </a:lnTo>
                  <a:lnTo>
                    <a:pt x="2044" y="204"/>
                  </a:lnTo>
                  <a:lnTo>
                    <a:pt x="1733" y="0"/>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56" name="Google Shape;2437;p51"/>
            <p:cNvSpPr/>
            <p:nvPr/>
          </p:nvSpPr>
          <p:spPr>
            <a:xfrm>
              <a:off x="5614875" y="1648650"/>
              <a:ext cx="51125" cy="61325"/>
            </a:xfrm>
            <a:custGeom>
              <a:avLst/>
              <a:ahLst/>
              <a:rect l="l" t="t" r="r" b="b"/>
              <a:pathLst>
                <a:path w="2045" h="2453" extrusionOk="0">
                  <a:moveTo>
                    <a:pt x="1733" y="1"/>
                  </a:moveTo>
                  <a:lnTo>
                    <a:pt x="1" y="2249"/>
                  </a:lnTo>
                  <a:lnTo>
                    <a:pt x="303" y="2453"/>
                  </a:lnTo>
                  <a:lnTo>
                    <a:pt x="2044" y="205"/>
                  </a:lnTo>
                  <a:lnTo>
                    <a:pt x="1733" y="1"/>
                  </a:lnTo>
                  <a:close/>
                </a:path>
              </a:pathLst>
            </a:custGeom>
            <a:solidFill>
              <a:srgbClr val="306F9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57" name="Google Shape;2438;p51"/>
            <p:cNvSpPr/>
            <p:nvPr/>
          </p:nvSpPr>
          <p:spPr>
            <a:xfrm>
              <a:off x="5070725" y="1618000"/>
              <a:ext cx="531300" cy="621250"/>
            </a:xfrm>
            <a:custGeom>
              <a:avLst/>
              <a:ahLst/>
              <a:rect l="l" t="t" r="r" b="b"/>
              <a:pathLst>
                <a:path w="21252" h="24850" extrusionOk="0">
                  <a:moveTo>
                    <a:pt x="16143" y="1"/>
                  </a:moveTo>
                  <a:lnTo>
                    <a:pt x="1023" y="19715"/>
                  </a:lnTo>
                  <a:cubicBezTo>
                    <a:pt x="1" y="21047"/>
                    <a:pt x="205" y="23091"/>
                    <a:pt x="1636" y="24211"/>
                  </a:cubicBezTo>
                  <a:cubicBezTo>
                    <a:pt x="2232" y="24636"/>
                    <a:pt x="2917" y="24849"/>
                    <a:pt x="3595" y="24849"/>
                  </a:cubicBezTo>
                  <a:cubicBezTo>
                    <a:pt x="4544" y="24849"/>
                    <a:pt x="5478" y="24432"/>
                    <a:pt x="6131" y="23598"/>
                  </a:cubicBezTo>
                  <a:lnTo>
                    <a:pt x="21252" y="3883"/>
                  </a:lnTo>
                  <a:lnTo>
                    <a:pt x="16143"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58" name="Google Shape;2439;p51"/>
            <p:cNvSpPr/>
            <p:nvPr/>
          </p:nvSpPr>
          <p:spPr>
            <a:xfrm>
              <a:off x="5096275" y="1766150"/>
              <a:ext cx="383150" cy="446850"/>
            </a:xfrm>
            <a:custGeom>
              <a:avLst/>
              <a:ahLst/>
              <a:rect l="l" t="t" r="r" b="b"/>
              <a:pathLst>
                <a:path w="15326" h="17874" extrusionOk="0">
                  <a:moveTo>
                    <a:pt x="11648" y="1"/>
                  </a:moveTo>
                  <a:lnTo>
                    <a:pt x="818" y="14100"/>
                  </a:lnTo>
                  <a:cubicBezTo>
                    <a:pt x="1" y="15121"/>
                    <a:pt x="205" y="16650"/>
                    <a:pt x="1227" y="17369"/>
                  </a:cubicBezTo>
                  <a:cubicBezTo>
                    <a:pt x="1653" y="17710"/>
                    <a:pt x="2169" y="17873"/>
                    <a:pt x="2678" y="17873"/>
                  </a:cubicBezTo>
                  <a:cubicBezTo>
                    <a:pt x="3387" y="17873"/>
                    <a:pt x="4082" y="17556"/>
                    <a:pt x="4496" y="16960"/>
                  </a:cubicBezTo>
                  <a:lnTo>
                    <a:pt x="15326" y="2861"/>
                  </a:lnTo>
                  <a:lnTo>
                    <a:pt x="11648" y="1"/>
                  </a:ln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59" name="Google Shape;2440;p51"/>
            <p:cNvSpPr/>
            <p:nvPr/>
          </p:nvSpPr>
          <p:spPr>
            <a:xfrm>
              <a:off x="5453875" y="1589825"/>
              <a:ext cx="173700" cy="143050"/>
            </a:xfrm>
            <a:custGeom>
              <a:avLst/>
              <a:ahLst/>
              <a:rect l="l" t="t" r="r" b="b"/>
              <a:pathLst>
                <a:path w="6948" h="5722" extrusionOk="0">
                  <a:moveTo>
                    <a:pt x="719" y="0"/>
                  </a:moveTo>
                  <a:lnTo>
                    <a:pt x="0" y="924"/>
                  </a:lnTo>
                  <a:lnTo>
                    <a:pt x="6236" y="5721"/>
                  </a:lnTo>
                  <a:lnTo>
                    <a:pt x="6947" y="4806"/>
                  </a:lnTo>
                  <a:lnTo>
                    <a:pt x="719" y="0"/>
                  </a:lnTo>
                  <a:close/>
                </a:path>
              </a:pathLst>
            </a:custGeom>
            <a:solidFill>
              <a:srgbClr val="E8E8E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60" name="Google Shape;2441;p51"/>
            <p:cNvSpPr/>
            <p:nvPr/>
          </p:nvSpPr>
          <p:spPr>
            <a:xfrm>
              <a:off x="5096275" y="2075100"/>
              <a:ext cx="145725" cy="137900"/>
            </a:xfrm>
            <a:custGeom>
              <a:avLst/>
              <a:ahLst/>
              <a:rect l="l" t="t" r="r" b="b"/>
              <a:pathLst>
                <a:path w="5829" h="5516" extrusionOk="0">
                  <a:moveTo>
                    <a:pt x="2150" y="1"/>
                  </a:moveTo>
                  <a:lnTo>
                    <a:pt x="2150" y="1"/>
                  </a:lnTo>
                  <a:cubicBezTo>
                    <a:pt x="2130" y="27"/>
                    <a:pt x="2110" y="53"/>
                    <a:pt x="2090" y="79"/>
                  </a:cubicBezTo>
                  <a:lnTo>
                    <a:pt x="2090" y="79"/>
                  </a:lnTo>
                  <a:lnTo>
                    <a:pt x="2150" y="1"/>
                  </a:lnTo>
                  <a:close/>
                  <a:moveTo>
                    <a:pt x="5828" y="2861"/>
                  </a:moveTo>
                  <a:lnTo>
                    <a:pt x="5728" y="2992"/>
                  </a:lnTo>
                  <a:lnTo>
                    <a:pt x="5728" y="2992"/>
                  </a:lnTo>
                  <a:cubicBezTo>
                    <a:pt x="5763" y="2950"/>
                    <a:pt x="5797" y="2907"/>
                    <a:pt x="5828" y="2861"/>
                  </a:cubicBezTo>
                  <a:close/>
                  <a:moveTo>
                    <a:pt x="2090" y="79"/>
                  </a:moveTo>
                  <a:lnTo>
                    <a:pt x="818" y="1742"/>
                  </a:lnTo>
                  <a:cubicBezTo>
                    <a:pt x="1" y="2763"/>
                    <a:pt x="205" y="4292"/>
                    <a:pt x="1227" y="5011"/>
                  </a:cubicBezTo>
                  <a:cubicBezTo>
                    <a:pt x="1653" y="5352"/>
                    <a:pt x="2169" y="5515"/>
                    <a:pt x="2678" y="5515"/>
                  </a:cubicBezTo>
                  <a:cubicBezTo>
                    <a:pt x="3387" y="5515"/>
                    <a:pt x="4082" y="5198"/>
                    <a:pt x="4496" y="4602"/>
                  </a:cubicBezTo>
                  <a:lnTo>
                    <a:pt x="5728" y="2992"/>
                  </a:lnTo>
                  <a:lnTo>
                    <a:pt x="5728" y="2992"/>
                  </a:lnTo>
                  <a:cubicBezTo>
                    <a:pt x="5304" y="3503"/>
                    <a:pt x="4662" y="3774"/>
                    <a:pt x="4008" y="3774"/>
                  </a:cubicBezTo>
                  <a:cubicBezTo>
                    <a:pt x="3500" y="3774"/>
                    <a:pt x="2985" y="3611"/>
                    <a:pt x="2559" y="3270"/>
                  </a:cubicBezTo>
                  <a:cubicBezTo>
                    <a:pt x="1563" y="2577"/>
                    <a:pt x="1344" y="1100"/>
                    <a:pt x="2090" y="79"/>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 Background 1">
  <p:cSld name="CUSTOM_3">
    <p:spTree>
      <p:nvGrpSpPr>
        <p:cNvPr id="147" name="Shape 2442"/>
        <p:cNvGrpSpPr/>
        <p:nvPr/>
      </p:nvGrpSpPr>
      <p:grpSpPr>
        <a:xfrm>
          <a:off x="0" y="0"/>
          <a:ext cx="0" cy="0"/>
          <a:chOff x="0" y="0"/>
          <a:chExt cx="0" cy="0"/>
        </a:xfrm>
      </p:grpSpPr>
      <p:sp>
        <p:nvSpPr>
          <p:cNvPr id="1049918" name="Google Shape;2443;p52"/>
          <p:cNvSpPr/>
          <p:nvPr/>
        </p:nvSpPr>
        <p:spPr>
          <a:xfrm>
            <a:off x="6115050" y="3258175"/>
            <a:ext cx="3028907" cy="1885295"/>
          </a:xfrm>
          <a:custGeom>
            <a:avLst/>
            <a:ah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19" name="Google Shape;2444;p52"/>
          <p:cNvSpPr/>
          <p:nvPr/>
        </p:nvSpPr>
        <p:spPr>
          <a:xfrm>
            <a:off x="0" y="0"/>
            <a:ext cx="1943143" cy="2722018"/>
          </a:xfrm>
          <a:custGeom>
            <a:avLst/>
            <a:ah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148" name="Google Shape;2445;p52"/>
          <p:cNvGrpSpPr/>
          <p:nvPr/>
        </p:nvGrpSpPr>
        <p:grpSpPr>
          <a:xfrm>
            <a:off x="6873272" y="2960366"/>
            <a:ext cx="2214279" cy="2073916"/>
            <a:chOff x="5158247" y="4662291"/>
            <a:chExt cx="2214279" cy="2073916"/>
          </a:xfrm>
        </p:grpSpPr>
        <p:sp>
          <p:nvSpPr>
            <p:cNvPr id="1049920" name="Google Shape;2446;p52"/>
            <p:cNvSpPr/>
            <p:nvPr/>
          </p:nvSpPr>
          <p:spPr>
            <a:xfrm>
              <a:off x="7115205" y="4662291"/>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21" name="Google Shape;2447;p52"/>
            <p:cNvSpPr/>
            <p:nvPr/>
          </p:nvSpPr>
          <p:spPr>
            <a:xfrm>
              <a:off x="5637767" y="5768045"/>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22" name="Google Shape;2448;p52"/>
            <p:cNvSpPr/>
            <p:nvPr/>
          </p:nvSpPr>
          <p:spPr>
            <a:xfrm>
              <a:off x="6458128" y="6676013"/>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23" name="Google Shape;2449;p52"/>
            <p:cNvSpPr/>
            <p:nvPr/>
          </p:nvSpPr>
          <p:spPr>
            <a:xfrm>
              <a:off x="6910763" y="6282776"/>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24" name="Google Shape;2450;p52"/>
            <p:cNvSpPr/>
            <p:nvPr/>
          </p:nvSpPr>
          <p:spPr>
            <a:xfrm>
              <a:off x="6812073" y="5866727"/>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25" name="Google Shape;2451;p52"/>
            <p:cNvSpPr/>
            <p:nvPr/>
          </p:nvSpPr>
          <p:spPr>
            <a:xfrm>
              <a:off x="5158247" y="5976166"/>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nvGrpSpPr>
          <p:cNvPr id="149" name="Google Shape;2452;p52"/>
          <p:cNvGrpSpPr/>
          <p:nvPr/>
        </p:nvGrpSpPr>
        <p:grpSpPr>
          <a:xfrm flipH="1">
            <a:off x="6873272" y="-5"/>
            <a:ext cx="2270722" cy="1272963"/>
            <a:chOff x="5158247" y="5768045"/>
            <a:chExt cx="2270722" cy="1272963"/>
          </a:xfrm>
        </p:grpSpPr>
        <p:sp>
          <p:nvSpPr>
            <p:cNvPr id="1049926" name="Google Shape;2453;p52"/>
            <p:cNvSpPr/>
            <p:nvPr/>
          </p:nvSpPr>
          <p:spPr>
            <a:xfrm>
              <a:off x="5554655" y="6557766"/>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27" name="Google Shape;2454;p52"/>
            <p:cNvSpPr/>
            <p:nvPr/>
          </p:nvSpPr>
          <p:spPr>
            <a:xfrm>
              <a:off x="5637767" y="5768045"/>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28" name="Google Shape;2455;p52"/>
            <p:cNvSpPr/>
            <p:nvPr/>
          </p:nvSpPr>
          <p:spPr>
            <a:xfrm>
              <a:off x="7372528" y="6980813"/>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29" name="Google Shape;2456;p52"/>
            <p:cNvSpPr/>
            <p:nvPr/>
          </p:nvSpPr>
          <p:spPr>
            <a:xfrm>
              <a:off x="6910763" y="6282776"/>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30" name="Google Shape;2457;p52"/>
            <p:cNvSpPr/>
            <p:nvPr/>
          </p:nvSpPr>
          <p:spPr>
            <a:xfrm>
              <a:off x="6812073" y="5866727"/>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31" name="Google Shape;2458;p52"/>
            <p:cNvSpPr/>
            <p:nvPr/>
          </p:nvSpPr>
          <p:spPr>
            <a:xfrm>
              <a:off x="5158247" y="5976166"/>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 Background 2">
  <p:cSld name="CUSTOM_3_1">
    <p:spTree>
      <p:nvGrpSpPr>
        <p:cNvPr id="141" name="Shape 2459"/>
        <p:cNvGrpSpPr/>
        <p:nvPr/>
      </p:nvGrpSpPr>
      <p:grpSpPr>
        <a:xfrm>
          <a:off x="0" y="0"/>
          <a:ext cx="0" cy="0"/>
          <a:chOff x="0" y="0"/>
          <a:chExt cx="0" cy="0"/>
        </a:xfrm>
      </p:grpSpPr>
      <p:sp>
        <p:nvSpPr>
          <p:cNvPr id="1049818" name="Google Shape;2460;p53"/>
          <p:cNvSpPr/>
          <p:nvPr/>
        </p:nvSpPr>
        <p:spPr>
          <a:xfrm>
            <a:off x="5726630" y="4669766"/>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19" name="Google Shape;2461;p53"/>
          <p:cNvSpPr/>
          <p:nvPr/>
        </p:nvSpPr>
        <p:spPr>
          <a:xfrm>
            <a:off x="4285742" y="4718245"/>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20" name="Google Shape;2462;p53"/>
          <p:cNvSpPr/>
          <p:nvPr/>
        </p:nvSpPr>
        <p:spPr>
          <a:xfrm>
            <a:off x="6096703" y="5092813"/>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21" name="Google Shape;2463;p53"/>
          <p:cNvSpPr/>
          <p:nvPr/>
        </p:nvSpPr>
        <p:spPr>
          <a:xfrm>
            <a:off x="5634938" y="4394776"/>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22" name="Google Shape;2464;p53"/>
          <p:cNvSpPr/>
          <p:nvPr/>
        </p:nvSpPr>
        <p:spPr>
          <a:xfrm>
            <a:off x="5383848" y="4664527"/>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23" name="Google Shape;2465;p53"/>
          <p:cNvSpPr/>
          <p:nvPr/>
        </p:nvSpPr>
        <p:spPr>
          <a:xfrm>
            <a:off x="3882422" y="4088166"/>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24" name="Google Shape;2466;p53"/>
          <p:cNvSpPr/>
          <p:nvPr/>
        </p:nvSpPr>
        <p:spPr>
          <a:xfrm rot="-5400000">
            <a:off x="379925" y="2820412"/>
            <a:ext cx="1943143" cy="2722018"/>
          </a:xfrm>
          <a:custGeom>
            <a:avLst/>
            <a:ah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25" name="Google Shape;2467;p53"/>
          <p:cNvSpPr/>
          <p:nvPr/>
        </p:nvSpPr>
        <p:spPr>
          <a:xfrm rot="-5400000">
            <a:off x="6696375" y="562275"/>
            <a:ext cx="3028907" cy="1885295"/>
          </a:xfrm>
          <a:custGeom>
            <a:avLst/>
            <a:ah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26" name="Google Shape;2468;p53"/>
          <p:cNvSpPr/>
          <p:nvPr/>
        </p:nvSpPr>
        <p:spPr>
          <a:xfrm>
            <a:off x="-9525" y="-9525"/>
            <a:ext cx="1943143" cy="2722018"/>
          </a:xfrm>
          <a:custGeom>
            <a:avLst/>
            <a:ah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27" name="Google Shape;2469;p53"/>
          <p:cNvSpPr/>
          <p:nvPr/>
        </p:nvSpPr>
        <p:spPr>
          <a:xfrm rot="-5400000" flipH="1">
            <a:off x="7042571" y="3042089"/>
            <a:ext cx="1707214" cy="2514607"/>
          </a:xfrm>
          <a:custGeom>
            <a:avLst/>
            <a:ah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28" name="Google Shape;2470;p53"/>
          <p:cNvSpPr/>
          <p:nvPr/>
        </p:nvSpPr>
        <p:spPr>
          <a:xfrm flipH="1">
            <a:off x="6427115" y="310041"/>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29" name="Google Shape;2471;p53"/>
          <p:cNvSpPr/>
          <p:nvPr/>
        </p:nvSpPr>
        <p:spPr>
          <a:xfrm flipH="1">
            <a:off x="4810122" y="1114088"/>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30" name="Google Shape;2472;p53"/>
          <p:cNvSpPr/>
          <p:nvPr/>
        </p:nvSpPr>
        <p:spPr>
          <a:xfrm flipH="1">
            <a:off x="5271822" y="416051"/>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31" name="Google Shape;2473;p53"/>
          <p:cNvSpPr/>
          <p:nvPr/>
        </p:nvSpPr>
        <p:spPr>
          <a:xfrm flipH="1">
            <a:off x="5370578" y="2"/>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32" name="Google Shape;2474;p53"/>
          <p:cNvSpPr/>
          <p:nvPr/>
        </p:nvSpPr>
        <p:spPr>
          <a:xfrm flipH="1">
            <a:off x="7020645" y="109441"/>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 Background 3">
  <p:cSld name="CUSTOM_3_1_1">
    <p:spTree>
      <p:nvGrpSpPr>
        <p:cNvPr id="150" name="Shape 2475"/>
        <p:cNvGrpSpPr/>
        <p:nvPr/>
      </p:nvGrpSpPr>
      <p:grpSpPr>
        <a:xfrm>
          <a:off x="0" y="0"/>
          <a:ext cx="0" cy="0"/>
          <a:chOff x="0" y="0"/>
          <a:chExt cx="0" cy="0"/>
        </a:xfrm>
      </p:grpSpPr>
      <p:sp>
        <p:nvSpPr>
          <p:cNvPr id="1049932" name="Google Shape;2476;p54"/>
          <p:cNvSpPr/>
          <p:nvPr/>
        </p:nvSpPr>
        <p:spPr>
          <a:xfrm>
            <a:off x="8317430" y="4498316"/>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33" name="Google Shape;2477;p54"/>
          <p:cNvSpPr/>
          <p:nvPr/>
        </p:nvSpPr>
        <p:spPr>
          <a:xfrm>
            <a:off x="6876542" y="4546795"/>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34" name="Google Shape;2478;p54"/>
          <p:cNvSpPr/>
          <p:nvPr/>
        </p:nvSpPr>
        <p:spPr>
          <a:xfrm>
            <a:off x="8687503" y="4921363"/>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35" name="Google Shape;2479;p54"/>
          <p:cNvSpPr/>
          <p:nvPr/>
        </p:nvSpPr>
        <p:spPr>
          <a:xfrm>
            <a:off x="8225738" y="4223326"/>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36" name="Google Shape;2480;p54"/>
          <p:cNvSpPr/>
          <p:nvPr/>
        </p:nvSpPr>
        <p:spPr>
          <a:xfrm>
            <a:off x="7974648" y="4493077"/>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37" name="Google Shape;2481;p54"/>
          <p:cNvSpPr/>
          <p:nvPr/>
        </p:nvSpPr>
        <p:spPr>
          <a:xfrm>
            <a:off x="6473222" y="3916716"/>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38" name="Google Shape;2482;p54"/>
          <p:cNvSpPr/>
          <p:nvPr/>
        </p:nvSpPr>
        <p:spPr>
          <a:xfrm flipH="1">
            <a:off x="8490265" y="310041"/>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39" name="Google Shape;2483;p54"/>
          <p:cNvSpPr/>
          <p:nvPr/>
        </p:nvSpPr>
        <p:spPr>
          <a:xfrm flipH="1">
            <a:off x="6873272" y="1114088"/>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40" name="Google Shape;2484;p54"/>
          <p:cNvSpPr/>
          <p:nvPr/>
        </p:nvSpPr>
        <p:spPr>
          <a:xfrm flipH="1">
            <a:off x="7334972" y="416051"/>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41" name="Google Shape;2485;p54"/>
          <p:cNvSpPr/>
          <p:nvPr/>
        </p:nvSpPr>
        <p:spPr>
          <a:xfrm flipH="1">
            <a:off x="7433728" y="2"/>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42" name="Google Shape;2486;p54"/>
          <p:cNvSpPr/>
          <p:nvPr/>
        </p:nvSpPr>
        <p:spPr>
          <a:xfrm flipH="1">
            <a:off x="9083795" y="109441"/>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43" name="Google Shape;2487;p54"/>
          <p:cNvSpPr/>
          <p:nvPr/>
        </p:nvSpPr>
        <p:spPr>
          <a:xfrm rot="5400000">
            <a:off x="-571851" y="2686210"/>
            <a:ext cx="3029130" cy="1885434"/>
          </a:xfrm>
          <a:custGeom>
            <a:avLst/>
            <a:ah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44" name="Google Shape;2488;p54"/>
          <p:cNvSpPr/>
          <p:nvPr/>
        </p:nvSpPr>
        <p:spPr>
          <a:xfrm rot="-5400000" flipH="1">
            <a:off x="7042571" y="3042089"/>
            <a:ext cx="1707214" cy="2514607"/>
          </a:xfrm>
          <a:custGeom>
            <a:avLst/>
            <a:ah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45" name="Google Shape;2489;p54"/>
          <p:cNvSpPr/>
          <p:nvPr/>
        </p:nvSpPr>
        <p:spPr>
          <a:xfrm>
            <a:off x="0" y="-9525"/>
            <a:ext cx="4687105" cy="634373"/>
          </a:xfrm>
          <a:custGeom>
            <a:avLst/>
            <a:ah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 Background 4">
  <p:cSld name="CUSTOM_3_1_1_1">
    <p:spTree>
      <p:nvGrpSpPr>
        <p:cNvPr id="142" name="Shape 2490"/>
        <p:cNvGrpSpPr/>
        <p:nvPr/>
      </p:nvGrpSpPr>
      <p:grpSpPr>
        <a:xfrm>
          <a:off x="0" y="0"/>
          <a:ext cx="0" cy="0"/>
          <a:chOff x="0" y="0"/>
          <a:chExt cx="0" cy="0"/>
        </a:xfrm>
      </p:grpSpPr>
      <p:sp>
        <p:nvSpPr>
          <p:cNvPr id="1049833" name="Google Shape;2491;p55"/>
          <p:cNvSpPr/>
          <p:nvPr/>
        </p:nvSpPr>
        <p:spPr>
          <a:xfrm rot="10800000">
            <a:off x="0" y="0"/>
            <a:ext cx="2623950" cy="1957425"/>
          </a:xfrm>
          <a:custGeom>
            <a:avLst/>
            <a:ah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143" name="Google Shape;2492;p55"/>
          <p:cNvGrpSpPr/>
          <p:nvPr/>
        </p:nvGrpSpPr>
        <p:grpSpPr>
          <a:xfrm flipH="1">
            <a:off x="294513" y="168438"/>
            <a:ext cx="837425" cy="742113"/>
            <a:chOff x="6215925" y="6858088"/>
            <a:chExt cx="837425" cy="742113"/>
          </a:xfrm>
        </p:grpSpPr>
        <p:sp>
          <p:nvSpPr>
            <p:cNvPr id="1049834" name="Google Shape;2493;p55"/>
            <p:cNvSpPr/>
            <p:nvPr/>
          </p:nvSpPr>
          <p:spPr>
            <a:xfrm>
              <a:off x="6215925" y="7421400"/>
              <a:ext cx="201900" cy="178800"/>
            </a:xfrm>
            <a:custGeom>
              <a:avLst/>
              <a:ah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35" name="Google Shape;2494;p55"/>
            <p:cNvSpPr/>
            <p:nvPr/>
          </p:nvSpPr>
          <p:spPr>
            <a:xfrm>
              <a:off x="6401775" y="7430925"/>
              <a:ext cx="25575" cy="22900"/>
            </a:xfrm>
            <a:custGeom>
              <a:avLst/>
              <a:ah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144" name="Google Shape;2495;p55"/>
            <p:cNvGrpSpPr/>
            <p:nvPr/>
          </p:nvGrpSpPr>
          <p:grpSpPr>
            <a:xfrm>
              <a:off x="6361025" y="6858088"/>
              <a:ext cx="692325" cy="623250"/>
              <a:chOff x="6361025" y="6858088"/>
              <a:chExt cx="692325" cy="623250"/>
            </a:xfrm>
          </p:grpSpPr>
          <p:sp>
            <p:nvSpPr>
              <p:cNvPr id="1049836" name="Google Shape;2496;p55"/>
              <p:cNvSpPr/>
              <p:nvPr/>
            </p:nvSpPr>
            <p:spPr>
              <a:xfrm>
                <a:off x="6361025" y="7011338"/>
                <a:ext cx="510875" cy="470000"/>
              </a:xfrm>
              <a:custGeom>
                <a:avLst/>
                <a:ah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37" name="Google Shape;2497;p55"/>
              <p:cNvSpPr/>
              <p:nvPr/>
            </p:nvSpPr>
            <p:spPr>
              <a:xfrm>
                <a:off x="6795250" y="6896288"/>
                <a:ext cx="217225" cy="207025"/>
              </a:xfrm>
              <a:custGeom>
                <a:avLst/>
                <a:ah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38" name="Google Shape;2498;p55"/>
              <p:cNvSpPr/>
              <p:nvPr/>
            </p:nvSpPr>
            <p:spPr>
              <a:xfrm>
                <a:off x="6795250" y="7018888"/>
                <a:ext cx="79300" cy="84425"/>
              </a:xfrm>
              <a:custGeom>
                <a:avLst/>
                <a:ah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39" name="Google Shape;2499;p55"/>
              <p:cNvSpPr/>
              <p:nvPr/>
            </p:nvSpPr>
            <p:spPr>
              <a:xfrm>
                <a:off x="6946050" y="6858088"/>
                <a:ext cx="107300" cy="114850"/>
              </a:xfrm>
              <a:custGeom>
                <a:avLst/>
                <a:ah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40" name="Google Shape;2500;p55"/>
              <p:cNvSpPr/>
              <p:nvPr/>
            </p:nvSpPr>
            <p:spPr>
              <a:xfrm>
                <a:off x="6721275" y="6990888"/>
                <a:ext cx="176150" cy="189050"/>
              </a:xfrm>
              <a:custGeom>
                <a:avLst/>
                <a:ah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41" name="Google Shape;2501;p55"/>
              <p:cNvSpPr/>
              <p:nvPr/>
            </p:nvSpPr>
            <p:spPr>
              <a:xfrm>
                <a:off x="6739050" y="7149263"/>
                <a:ext cx="69100" cy="74000"/>
              </a:xfrm>
              <a:custGeom>
                <a:avLst/>
                <a:ah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42" name="Google Shape;2502;p55"/>
              <p:cNvSpPr/>
              <p:nvPr/>
            </p:nvSpPr>
            <p:spPr>
              <a:xfrm>
                <a:off x="6690625" y="7192588"/>
                <a:ext cx="66425" cy="74200"/>
              </a:xfrm>
              <a:custGeom>
                <a:avLst/>
                <a:ah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43" name="Google Shape;2503;p55"/>
              <p:cNvSpPr/>
              <p:nvPr/>
            </p:nvSpPr>
            <p:spPr>
              <a:xfrm>
                <a:off x="6642000" y="7236113"/>
                <a:ext cx="66425" cy="73975"/>
              </a:xfrm>
              <a:custGeom>
                <a:avLst/>
                <a:ah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44" name="Google Shape;2504;p55"/>
              <p:cNvSpPr/>
              <p:nvPr/>
            </p:nvSpPr>
            <p:spPr>
              <a:xfrm>
                <a:off x="6384125" y="7207913"/>
                <a:ext cx="268100" cy="252975"/>
              </a:xfrm>
              <a:custGeom>
                <a:avLst/>
                <a:ah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45" name="Google Shape;2505;p55"/>
              <p:cNvSpPr/>
              <p:nvPr/>
            </p:nvSpPr>
            <p:spPr>
              <a:xfrm>
                <a:off x="6384125" y="7312738"/>
                <a:ext cx="268100" cy="148150"/>
              </a:xfrm>
              <a:custGeom>
                <a:avLst/>
                <a:ah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sp>
        <p:nvSpPr>
          <p:cNvPr id="1049846" name="Google Shape;2506;p55"/>
          <p:cNvSpPr/>
          <p:nvPr/>
        </p:nvSpPr>
        <p:spPr>
          <a:xfrm flipH="1">
            <a:off x="1460188" y="643424"/>
            <a:ext cx="261014" cy="257301"/>
          </a:xfrm>
          <a:custGeom>
            <a:avLst/>
            <a:ah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47" name="Google Shape;2507;p55"/>
          <p:cNvSpPr/>
          <p:nvPr/>
        </p:nvSpPr>
        <p:spPr>
          <a:xfrm flipH="1">
            <a:off x="1530690" y="357743"/>
            <a:ext cx="60199" cy="60130"/>
          </a:xfrm>
          <a:custGeom>
            <a:avLst/>
            <a:ah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48" name="Google Shape;2508;p55"/>
          <p:cNvSpPr/>
          <p:nvPr/>
        </p:nvSpPr>
        <p:spPr>
          <a:xfrm flipH="1">
            <a:off x="1372189" y="1292152"/>
            <a:ext cx="59875" cy="59871"/>
          </a:xfrm>
          <a:custGeom>
            <a:avLst/>
            <a:ah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49" name="Google Shape;2509;p55"/>
          <p:cNvSpPr/>
          <p:nvPr/>
        </p:nvSpPr>
        <p:spPr>
          <a:xfrm flipH="1">
            <a:off x="1131937" y="692519"/>
            <a:ext cx="60134" cy="60130"/>
          </a:xfrm>
          <a:custGeom>
            <a:avLst/>
            <a:ah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50" name="Google Shape;2510;p55"/>
          <p:cNvSpPr/>
          <p:nvPr/>
        </p:nvSpPr>
        <p:spPr>
          <a:xfrm>
            <a:off x="8540889" y="875441"/>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51" name="Google Shape;2511;p55"/>
          <p:cNvSpPr/>
          <p:nvPr/>
        </p:nvSpPr>
        <p:spPr>
          <a:xfrm>
            <a:off x="7176201" y="85720"/>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52" name="Google Shape;2512;p55"/>
          <p:cNvSpPr/>
          <p:nvPr/>
        </p:nvSpPr>
        <p:spPr>
          <a:xfrm>
            <a:off x="8910962" y="1298488"/>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53" name="Google Shape;2513;p55"/>
          <p:cNvSpPr/>
          <p:nvPr/>
        </p:nvSpPr>
        <p:spPr>
          <a:xfrm>
            <a:off x="8449197" y="600451"/>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54" name="Google Shape;2514;p55"/>
          <p:cNvSpPr/>
          <p:nvPr/>
        </p:nvSpPr>
        <p:spPr>
          <a:xfrm>
            <a:off x="8350507" y="184402"/>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55" name="Google Shape;2515;p55"/>
          <p:cNvSpPr/>
          <p:nvPr/>
        </p:nvSpPr>
        <p:spPr>
          <a:xfrm>
            <a:off x="6696681" y="293841"/>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56" name="Google Shape;2516;p55"/>
          <p:cNvSpPr/>
          <p:nvPr/>
        </p:nvSpPr>
        <p:spPr>
          <a:xfrm flipH="1">
            <a:off x="236474" y="4645166"/>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57" name="Google Shape;2517;p55"/>
          <p:cNvSpPr/>
          <p:nvPr/>
        </p:nvSpPr>
        <p:spPr>
          <a:xfrm flipH="1">
            <a:off x="1614964" y="3855445"/>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58" name="Google Shape;2518;p55"/>
          <p:cNvSpPr/>
          <p:nvPr/>
        </p:nvSpPr>
        <p:spPr>
          <a:xfrm flipH="1">
            <a:off x="67281" y="5068213"/>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59" name="Google Shape;2519;p55"/>
          <p:cNvSpPr/>
          <p:nvPr/>
        </p:nvSpPr>
        <p:spPr>
          <a:xfrm flipH="1">
            <a:off x="528981" y="4370176"/>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60" name="Google Shape;2520;p55"/>
          <p:cNvSpPr/>
          <p:nvPr/>
        </p:nvSpPr>
        <p:spPr>
          <a:xfrm flipH="1">
            <a:off x="627736" y="3954127"/>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61" name="Google Shape;2521;p55"/>
          <p:cNvSpPr/>
          <p:nvPr/>
        </p:nvSpPr>
        <p:spPr>
          <a:xfrm flipH="1">
            <a:off x="2277803" y="4063566"/>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62" name="Google Shape;2522;p55"/>
          <p:cNvSpPr/>
          <p:nvPr/>
        </p:nvSpPr>
        <p:spPr>
          <a:xfrm>
            <a:off x="6520050" y="3186075"/>
            <a:ext cx="2623950" cy="1957425"/>
          </a:xfrm>
          <a:custGeom>
            <a:avLst/>
            <a:ah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63" name="Google Shape;2523;p55"/>
          <p:cNvSpPr/>
          <p:nvPr/>
        </p:nvSpPr>
        <p:spPr>
          <a:xfrm>
            <a:off x="7792737" y="3471749"/>
            <a:ext cx="261014" cy="257301"/>
          </a:xfrm>
          <a:custGeom>
            <a:avLst/>
            <a:ah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64" name="Google Shape;2524;p55"/>
          <p:cNvSpPr/>
          <p:nvPr/>
        </p:nvSpPr>
        <p:spPr>
          <a:xfrm>
            <a:off x="7923050" y="3186068"/>
            <a:ext cx="60199" cy="60130"/>
          </a:xfrm>
          <a:custGeom>
            <a:avLst/>
            <a:ah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65" name="Google Shape;2525;p55"/>
          <p:cNvSpPr/>
          <p:nvPr/>
        </p:nvSpPr>
        <p:spPr>
          <a:xfrm>
            <a:off x="8081875" y="4120477"/>
            <a:ext cx="59875" cy="59871"/>
          </a:xfrm>
          <a:custGeom>
            <a:avLst/>
            <a:ah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66" name="Google Shape;2526;p55"/>
          <p:cNvSpPr/>
          <p:nvPr/>
        </p:nvSpPr>
        <p:spPr>
          <a:xfrm>
            <a:off x="8321868" y="3520844"/>
            <a:ext cx="60134" cy="60130"/>
          </a:xfrm>
          <a:custGeom>
            <a:avLst/>
            <a:ah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145" name="Google Shape;2527;p55"/>
          <p:cNvGrpSpPr/>
          <p:nvPr/>
        </p:nvGrpSpPr>
        <p:grpSpPr>
          <a:xfrm flipH="1">
            <a:off x="7339075" y="4119838"/>
            <a:ext cx="985925" cy="744150"/>
            <a:chOff x="1666700" y="5967688"/>
            <a:chExt cx="985925" cy="744150"/>
          </a:xfrm>
        </p:grpSpPr>
        <p:sp>
          <p:nvSpPr>
            <p:cNvPr id="1049867" name="Google Shape;2528;p55"/>
            <p:cNvSpPr/>
            <p:nvPr/>
          </p:nvSpPr>
          <p:spPr>
            <a:xfrm>
              <a:off x="1666700" y="5967688"/>
              <a:ext cx="985925" cy="744150"/>
            </a:xfrm>
            <a:custGeom>
              <a:avLst/>
              <a:ah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68" name="Google Shape;2529;p55"/>
            <p:cNvSpPr/>
            <p:nvPr/>
          </p:nvSpPr>
          <p:spPr>
            <a:xfrm>
              <a:off x="1758650" y="6363863"/>
              <a:ext cx="130375" cy="130375"/>
            </a:xfrm>
            <a:custGeom>
              <a:avLst/>
              <a:ah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69" name="Google Shape;2530;p55"/>
            <p:cNvSpPr/>
            <p:nvPr/>
          </p:nvSpPr>
          <p:spPr>
            <a:xfrm>
              <a:off x="1735750" y="6361013"/>
              <a:ext cx="148175" cy="131150"/>
            </a:xfrm>
            <a:custGeom>
              <a:avLst/>
              <a:ah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70" name="Google Shape;2531;p55"/>
            <p:cNvSpPr/>
            <p:nvPr/>
          </p:nvSpPr>
          <p:spPr>
            <a:xfrm>
              <a:off x="1766400" y="6369163"/>
              <a:ext cx="117525" cy="122175"/>
            </a:xfrm>
            <a:custGeom>
              <a:avLst/>
              <a:ah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71" name="Google Shape;2532;p55"/>
            <p:cNvSpPr/>
            <p:nvPr/>
          </p:nvSpPr>
          <p:spPr>
            <a:xfrm>
              <a:off x="1751075" y="6397163"/>
              <a:ext cx="119975" cy="66425"/>
            </a:xfrm>
            <a:custGeom>
              <a:avLst/>
              <a:ah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72" name="Google Shape;2533;p55"/>
            <p:cNvSpPr/>
            <p:nvPr/>
          </p:nvSpPr>
          <p:spPr>
            <a:xfrm>
              <a:off x="1748425" y="6392063"/>
              <a:ext cx="120175" cy="69075"/>
            </a:xfrm>
            <a:custGeom>
              <a:avLst/>
              <a:ah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73" name="Google Shape;2534;p55"/>
            <p:cNvSpPr/>
            <p:nvPr/>
          </p:nvSpPr>
          <p:spPr>
            <a:xfrm>
              <a:off x="1911900" y="6282113"/>
              <a:ext cx="130375" cy="130400"/>
            </a:xfrm>
            <a:custGeom>
              <a:avLst/>
              <a:ah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74" name="Google Shape;2535;p55"/>
            <p:cNvSpPr/>
            <p:nvPr/>
          </p:nvSpPr>
          <p:spPr>
            <a:xfrm>
              <a:off x="1889000" y="6279288"/>
              <a:ext cx="148175" cy="129975"/>
            </a:xfrm>
            <a:custGeom>
              <a:avLst/>
              <a:ah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75" name="Google Shape;2536;p55"/>
            <p:cNvSpPr/>
            <p:nvPr/>
          </p:nvSpPr>
          <p:spPr>
            <a:xfrm>
              <a:off x="1922125" y="6287438"/>
              <a:ext cx="115050" cy="122175"/>
            </a:xfrm>
            <a:custGeom>
              <a:avLst/>
              <a:ah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76" name="Google Shape;2537;p55"/>
            <p:cNvSpPr/>
            <p:nvPr/>
          </p:nvSpPr>
          <p:spPr>
            <a:xfrm>
              <a:off x="1906800" y="6315438"/>
              <a:ext cx="117500" cy="66425"/>
            </a:xfrm>
            <a:custGeom>
              <a:avLst/>
              <a:ah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77" name="Google Shape;2538;p55"/>
            <p:cNvSpPr/>
            <p:nvPr/>
          </p:nvSpPr>
          <p:spPr>
            <a:xfrm>
              <a:off x="1904325" y="6310313"/>
              <a:ext cx="119975" cy="69100"/>
            </a:xfrm>
            <a:custGeom>
              <a:avLst/>
              <a:ah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78" name="Google Shape;2539;p55"/>
            <p:cNvSpPr/>
            <p:nvPr/>
          </p:nvSpPr>
          <p:spPr>
            <a:xfrm>
              <a:off x="2067800" y="6200388"/>
              <a:ext cx="130200" cy="130400"/>
            </a:xfrm>
            <a:custGeom>
              <a:avLst/>
              <a:ah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79" name="Google Shape;2540;p55"/>
            <p:cNvSpPr/>
            <p:nvPr/>
          </p:nvSpPr>
          <p:spPr>
            <a:xfrm>
              <a:off x="2044725" y="6197563"/>
              <a:ext cx="148150" cy="129975"/>
            </a:xfrm>
            <a:custGeom>
              <a:avLst/>
              <a:ah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80" name="Google Shape;2541;p55"/>
            <p:cNvSpPr/>
            <p:nvPr/>
          </p:nvSpPr>
          <p:spPr>
            <a:xfrm>
              <a:off x="2078025" y="6205713"/>
              <a:ext cx="114850" cy="122175"/>
            </a:xfrm>
            <a:custGeom>
              <a:avLst/>
              <a:ah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81" name="Google Shape;2542;p55"/>
            <p:cNvSpPr/>
            <p:nvPr/>
          </p:nvSpPr>
          <p:spPr>
            <a:xfrm>
              <a:off x="2060050" y="6233688"/>
              <a:ext cx="120175" cy="66450"/>
            </a:xfrm>
            <a:custGeom>
              <a:avLst/>
              <a:ah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82" name="Google Shape;2543;p55"/>
            <p:cNvSpPr/>
            <p:nvPr/>
          </p:nvSpPr>
          <p:spPr>
            <a:xfrm>
              <a:off x="2060050" y="6228588"/>
              <a:ext cx="117500" cy="69100"/>
            </a:xfrm>
            <a:custGeom>
              <a:avLst/>
              <a:ah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83" name="Google Shape;2544;p55"/>
            <p:cNvSpPr/>
            <p:nvPr/>
          </p:nvSpPr>
          <p:spPr>
            <a:xfrm>
              <a:off x="2221050" y="6118663"/>
              <a:ext cx="130200" cy="130375"/>
            </a:xfrm>
            <a:custGeom>
              <a:avLst/>
              <a:ah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84" name="Google Shape;2545;p55"/>
            <p:cNvSpPr/>
            <p:nvPr/>
          </p:nvSpPr>
          <p:spPr>
            <a:xfrm>
              <a:off x="2197975" y="6115813"/>
              <a:ext cx="150825" cy="129975"/>
            </a:xfrm>
            <a:custGeom>
              <a:avLst/>
              <a:ah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85" name="Google Shape;2546;p55"/>
            <p:cNvSpPr/>
            <p:nvPr/>
          </p:nvSpPr>
          <p:spPr>
            <a:xfrm>
              <a:off x="2231275" y="6123963"/>
              <a:ext cx="117525" cy="122175"/>
            </a:xfrm>
            <a:custGeom>
              <a:avLst/>
              <a:ah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86" name="Google Shape;2547;p55"/>
            <p:cNvSpPr/>
            <p:nvPr/>
          </p:nvSpPr>
          <p:spPr>
            <a:xfrm>
              <a:off x="2215950" y="6151963"/>
              <a:ext cx="117525" cy="66425"/>
            </a:xfrm>
            <a:custGeom>
              <a:avLst/>
              <a:ah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87" name="Google Shape;2548;p55"/>
            <p:cNvSpPr/>
            <p:nvPr/>
          </p:nvSpPr>
          <p:spPr>
            <a:xfrm>
              <a:off x="2213300" y="6146863"/>
              <a:ext cx="120175" cy="69075"/>
            </a:xfrm>
            <a:custGeom>
              <a:avLst/>
              <a:ah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88" name="Google Shape;2549;p55"/>
            <p:cNvSpPr/>
            <p:nvPr/>
          </p:nvSpPr>
          <p:spPr>
            <a:xfrm>
              <a:off x="2376750" y="6036913"/>
              <a:ext cx="130400" cy="130400"/>
            </a:xfrm>
            <a:custGeom>
              <a:avLst/>
              <a:ah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89" name="Google Shape;2550;p55"/>
            <p:cNvSpPr/>
            <p:nvPr/>
          </p:nvSpPr>
          <p:spPr>
            <a:xfrm>
              <a:off x="2353875" y="6034013"/>
              <a:ext cx="148175" cy="130050"/>
            </a:xfrm>
            <a:custGeom>
              <a:avLst/>
              <a:ah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90" name="Google Shape;2551;p55"/>
            <p:cNvSpPr/>
            <p:nvPr/>
          </p:nvSpPr>
          <p:spPr>
            <a:xfrm>
              <a:off x="2386975" y="6042238"/>
              <a:ext cx="115075" cy="122175"/>
            </a:xfrm>
            <a:custGeom>
              <a:avLst/>
              <a:ah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91" name="Google Shape;2552;p55"/>
            <p:cNvSpPr/>
            <p:nvPr/>
          </p:nvSpPr>
          <p:spPr>
            <a:xfrm>
              <a:off x="2371650" y="6070238"/>
              <a:ext cx="117525" cy="66425"/>
            </a:xfrm>
            <a:custGeom>
              <a:avLst/>
              <a:ah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92" name="Google Shape;2553;p55"/>
            <p:cNvSpPr/>
            <p:nvPr/>
          </p:nvSpPr>
          <p:spPr>
            <a:xfrm>
              <a:off x="2369200" y="6065113"/>
              <a:ext cx="117525" cy="69100"/>
            </a:xfrm>
            <a:custGeom>
              <a:avLst/>
              <a:ah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93" name="Google Shape;2554;p55"/>
            <p:cNvSpPr/>
            <p:nvPr/>
          </p:nvSpPr>
          <p:spPr>
            <a:xfrm>
              <a:off x="1832825" y="6506888"/>
              <a:ext cx="130175" cy="130400"/>
            </a:xfrm>
            <a:custGeom>
              <a:avLst/>
              <a:ah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94" name="Google Shape;2555;p55"/>
            <p:cNvSpPr/>
            <p:nvPr/>
          </p:nvSpPr>
          <p:spPr>
            <a:xfrm>
              <a:off x="1809725" y="6504063"/>
              <a:ext cx="148175" cy="129975"/>
            </a:xfrm>
            <a:custGeom>
              <a:avLst/>
              <a:ah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95" name="Google Shape;2556;p55"/>
            <p:cNvSpPr/>
            <p:nvPr/>
          </p:nvSpPr>
          <p:spPr>
            <a:xfrm>
              <a:off x="1843025" y="6512213"/>
              <a:ext cx="114875" cy="122175"/>
            </a:xfrm>
            <a:custGeom>
              <a:avLst/>
              <a:ah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96" name="Google Shape;2557;p55"/>
            <p:cNvSpPr/>
            <p:nvPr/>
          </p:nvSpPr>
          <p:spPr>
            <a:xfrm>
              <a:off x="1827700" y="6540188"/>
              <a:ext cx="117525" cy="66450"/>
            </a:xfrm>
            <a:custGeom>
              <a:avLst/>
              <a:ah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97" name="Google Shape;2558;p55"/>
            <p:cNvSpPr/>
            <p:nvPr/>
          </p:nvSpPr>
          <p:spPr>
            <a:xfrm>
              <a:off x="1825050" y="6535088"/>
              <a:ext cx="120175" cy="69100"/>
            </a:xfrm>
            <a:custGeom>
              <a:avLst/>
              <a:ah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98" name="Google Shape;2559;p55"/>
            <p:cNvSpPr/>
            <p:nvPr/>
          </p:nvSpPr>
          <p:spPr>
            <a:xfrm>
              <a:off x="1988525" y="6425163"/>
              <a:ext cx="130400" cy="130375"/>
            </a:xfrm>
            <a:custGeom>
              <a:avLst/>
              <a:ah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99" name="Google Shape;2560;p55"/>
            <p:cNvSpPr/>
            <p:nvPr/>
          </p:nvSpPr>
          <p:spPr>
            <a:xfrm>
              <a:off x="1965625" y="6422313"/>
              <a:ext cx="148175" cy="129975"/>
            </a:xfrm>
            <a:custGeom>
              <a:avLst/>
              <a:ah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00" name="Google Shape;2561;p55"/>
            <p:cNvSpPr/>
            <p:nvPr/>
          </p:nvSpPr>
          <p:spPr>
            <a:xfrm>
              <a:off x="1998750" y="6430463"/>
              <a:ext cx="115050" cy="122175"/>
            </a:xfrm>
            <a:custGeom>
              <a:avLst/>
              <a:ah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01" name="Google Shape;2562;p55"/>
            <p:cNvSpPr/>
            <p:nvPr/>
          </p:nvSpPr>
          <p:spPr>
            <a:xfrm>
              <a:off x="1980950" y="6458463"/>
              <a:ext cx="119975" cy="66425"/>
            </a:xfrm>
            <a:custGeom>
              <a:avLst/>
              <a:ah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02" name="Google Shape;2563;p55"/>
            <p:cNvSpPr/>
            <p:nvPr/>
          </p:nvSpPr>
          <p:spPr>
            <a:xfrm>
              <a:off x="1980950" y="6453363"/>
              <a:ext cx="117525" cy="69075"/>
            </a:xfrm>
            <a:custGeom>
              <a:avLst/>
              <a:ah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03" name="Google Shape;2564;p55"/>
            <p:cNvSpPr/>
            <p:nvPr/>
          </p:nvSpPr>
          <p:spPr>
            <a:xfrm>
              <a:off x="2141775" y="6343413"/>
              <a:ext cx="130400" cy="130400"/>
            </a:xfrm>
            <a:custGeom>
              <a:avLst/>
              <a:ah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04" name="Google Shape;2565;p55"/>
            <p:cNvSpPr/>
            <p:nvPr/>
          </p:nvSpPr>
          <p:spPr>
            <a:xfrm>
              <a:off x="2118900" y="6340513"/>
              <a:ext cx="150600" cy="130050"/>
            </a:xfrm>
            <a:custGeom>
              <a:avLst/>
              <a:ah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05" name="Google Shape;2566;p55"/>
            <p:cNvSpPr/>
            <p:nvPr/>
          </p:nvSpPr>
          <p:spPr>
            <a:xfrm>
              <a:off x="2152000" y="6348738"/>
              <a:ext cx="117500" cy="122175"/>
            </a:xfrm>
            <a:custGeom>
              <a:avLst/>
              <a:ah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06" name="Google Shape;2567;p55"/>
            <p:cNvSpPr/>
            <p:nvPr/>
          </p:nvSpPr>
          <p:spPr>
            <a:xfrm>
              <a:off x="2136675" y="6376738"/>
              <a:ext cx="117500" cy="66425"/>
            </a:xfrm>
            <a:custGeom>
              <a:avLst/>
              <a:ah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07" name="Google Shape;2568;p55"/>
            <p:cNvSpPr/>
            <p:nvPr/>
          </p:nvSpPr>
          <p:spPr>
            <a:xfrm>
              <a:off x="2134225" y="6371613"/>
              <a:ext cx="119950" cy="66450"/>
            </a:xfrm>
            <a:custGeom>
              <a:avLst/>
              <a:ah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08" name="Google Shape;2569;p55"/>
            <p:cNvSpPr/>
            <p:nvPr/>
          </p:nvSpPr>
          <p:spPr>
            <a:xfrm>
              <a:off x="2297675" y="6261688"/>
              <a:ext cx="130200" cy="130400"/>
            </a:xfrm>
            <a:custGeom>
              <a:avLst/>
              <a:ah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09" name="Google Shape;2570;p55"/>
            <p:cNvSpPr/>
            <p:nvPr/>
          </p:nvSpPr>
          <p:spPr>
            <a:xfrm>
              <a:off x="2274600" y="6258788"/>
              <a:ext cx="148150" cy="129600"/>
            </a:xfrm>
            <a:custGeom>
              <a:avLst/>
              <a:ah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10" name="Google Shape;2571;p55"/>
            <p:cNvSpPr/>
            <p:nvPr/>
          </p:nvSpPr>
          <p:spPr>
            <a:xfrm>
              <a:off x="2307900" y="6267013"/>
              <a:ext cx="114850" cy="122175"/>
            </a:xfrm>
            <a:custGeom>
              <a:avLst/>
              <a:ah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11" name="Google Shape;2572;p55"/>
            <p:cNvSpPr/>
            <p:nvPr/>
          </p:nvSpPr>
          <p:spPr>
            <a:xfrm>
              <a:off x="2292575" y="6292538"/>
              <a:ext cx="117525" cy="68900"/>
            </a:xfrm>
            <a:custGeom>
              <a:avLst/>
              <a:ah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12" name="Google Shape;2573;p55"/>
            <p:cNvSpPr/>
            <p:nvPr/>
          </p:nvSpPr>
          <p:spPr>
            <a:xfrm>
              <a:off x="2289925" y="6289888"/>
              <a:ext cx="117500" cy="66425"/>
            </a:xfrm>
            <a:custGeom>
              <a:avLst/>
              <a:ah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13" name="Google Shape;2574;p55"/>
            <p:cNvSpPr/>
            <p:nvPr/>
          </p:nvSpPr>
          <p:spPr>
            <a:xfrm>
              <a:off x="2453375" y="6179963"/>
              <a:ext cx="130400" cy="130375"/>
            </a:xfrm>
            <a:custGeom>
              <a:avLst/>
              <a:ah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14" name="Google Shape;2575;p55"/>
            <p:cNvSpPr/>
            <p:nvPr/>
          </p:nvSpPr>
          <p:spPr>
            <a:xfrm>
              <a:off x="2430500" y="6177038"/>
              <a:ext cx="148175" cy="129600"/>
            </a:xfrm>
            <a:custGeom>
              <a:avLst/>
              <a:ah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15" name="Google Shape;2576;p55"/>
            <p:cNvSpPr/>
            <p:nvPr/>
          </p:nvSpPr>
          <p:spPr>
            <a:xfrm>
              <a:off x="2461150" y="6182613"/>
              <a:ext cx="117525" cy="124825"/>
            </a:xfrm>
            <a:custGeom>
              <a:avLst/>
              <a:ah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16" name="Google Shape;2577;p55"/>
            <p:cNvSpPr/>
            <p:nvPr/>
          </p:nvSpPr>
          <p:spPr>
            <a:xfrm>
              <a:off x="2445825" y="6210813"/>
              <a:ext cx="119975" cy="68875"/>
            </a:xfrm>
            <a:custGeom>
              <a:avLst/>
              <a:ah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17" name="Google Shape;2578;p55"/>
            <p:cNvSpPr/>
            <p:nvPr/>
          </p:nvSpPr>
          <p:spPr>
            <a:xfrm>
              <a:off x="2443175" y="6208163"/>
              <a:ext cx="120175" cy="66425"/>
            </a:xfrm>
            <a:custGeom>
              <a:avLst/>
              <a:ah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 Background 5">
  <p:cSld name="CUSTOM_3_1_1_1_1">
    <p:spTree>
      <p:nvGrpSpPr>
        <p:cNvPr id="151" name="Shape 2579"/>
        <p:cNvGrpSpPr/>
        <p:nvPr/>
      </p:nvGrpSpPr>
      <p:grpSpPr>
        <a:xfrm>
          <a:off x="0" y="0"/>
          <a:ext cx="0" cy="0"/>
          <a:chOff x="0" y="0"/>
          <a:chExt cx="0" cy="0"/>
        </a:xfrm>
      </p:grpSpPr>
      <p:grpSp>
        <p:nvGrpSpPr>
          <p:cNvPr id="152" name="Google Shape;2580;p56"/>
          <p:cNvGrpSpPr/>
          <p:nvPr/>
        </p:nvGrpSpPr>
        <p:grpSpPr>
          <a:xfrm flipH="1">
            <a:off x="0" y="4066120"/>
            <a:ext cx="2270722" cy="1272963"/>
            <a:chOff x="5158247" y="5768045"/>
            <a:chExt cx="2270722" cy="1272963"/>
          </a:xfrm>
        </p:grpSpPr>
        <p:sp>
          <p:nvSpPr>
            <p:cNvPr id="1049946" name="Google Shape;2581;p56"/>
            <p:cNvSpPr/>
            <p:nvPr/>
          </p:nvSpPr>
          <p:spPr>
            <a:xfrm>
              <a:off x="7002455" y="6557766"/>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47" name="Google Shape;2582;p56"/>
            <p:cNvSpPr/>
            <p:nvPr/>
          </p:nvSpPr>
          <p:spPr>
            <a:xfrm>
              <a:off x="5637767" y="5768045"/>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48" name="Google Shape;2583;p56"/>
            <p:cNvSpPr/>
            <p:nvPr/>
          </p:nvSpPr>
          <p:spPr>
            <a:xfrm>
              <a:off x="7372528" y="6980813"/>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49" name="Google Shape;2584;p56"/>
            <p:cNvSpPr/>
            <p:nvPr/>
          </p:nvSpPr>
          <p:spPr>
            <a:xfrm>
              <a:off x="6910763" y="6282776"/>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50" name="Google Shape;2585;p56"/>
            <p:cNvSpPr/>
            <p:nvPr/>
          </p:nvSpPr>
          <p:spPr>
            <a:xfrm>
              <a:off x="6812073" y="5866727"/>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51" name="Google Shape;2586;p56"/>
            <p:cNvSpPr/>
            <p:nvPr/>
          </p:nvSpPr>
          <p:spPr>
            <a:xfrm>
              <a:off x="5158247" y="5976166"/>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grpSp>
        <p:nvGrpSpPr>
          <p:cNvPr id="153" name="Google Shape;2587;p56"/>
          <p:cNvGrpSpPr/>
          <p:nvPr/>
        </p:nvGrpSpPr>
        <p:grpSpPr>
          <a:xfrm>
            <a:off x="0" y="-5"/>
            <a:ext cx="2270722" cy="1272963"/>
            <a:chOff x="5158247" y="5768045"/>
            <a:chExt cx="2270722" cy="1272963"/>
          </a:xfrm>
        </p:grpSpPr>
        <p:sp>
          <p:nvSpPr>
            <p:cNvPr id="1049952" name="Google Shape;2588;p56"/>
            <p:cNvSpPr/>
            <p:nvPr/>
          </p:nvSpPr>
          <p:spPr>
            <a:xfrm>
              <a:off x="5554655" y="6557766"/>
              <a:ext cx="257321" cy="257560"/>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53" name="Google Shape;2589;p56"/>
            <p:cNvSpPr/>
            <p:nvPr/>
          </p:nvSpPr>
          <p:spPr>
            <a:xfrm>
              <a:off x="5637767" y="5768045"/>
              <a:ext cx="243518" cy="24343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54" name="Google Shape;2590;p56"/>
            <p:cNvSpPr/>
            <p:nvPr/>
          </p:nvSpPr>
          <p:spPr>
            <a:xfrm>
              <a:off x="7372528" y="6980813"/>
              <a:ext cx="56441" cy="6019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55" name="Google Shape;2591;p56"/>
            <p:cNvSpPr/>
            <p:nvPr/>
          </p:nvSpPr>
          <p:spPr>
            <a:xfrm>
              <a:off x="6910763" y="6282776"/>
              <a:ext cx="56506" cy="6013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56" name="Google Shape;2592;p56"/>
            <p:cNvSpPr/>
            <p:nvPr/>
          </p:nvSpPr>
          <p:spPr>
            <a:xfrm>
              <a:off x="6812073" y="5866727"/>
              <a:ext cx="56441" cy="56501"/>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57" name="Google Shape;2593;p56"/>
            <p:cNvSpPr/>
            <p:nvPr/>
          </p:nvSpPr>
          <p:spPr>
            <a:xfrm>
              <a:off x="5158247" y="5976166"/>
              <a:ext cx="60199" cy="59871"/>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9958" name="Google Shape;2594;p56"/>
          <p:cNvSpPr/>
          <p:nvPr/>
        </p:nvSpPr>
        <p:spPr>
          <a:xfrm flipH="1">
            <a:off x="37" y="3258175"/>
            <a:ext cx="3028907" cy="1885295"/>
          </a:xfrm>
          <a:custGeom>
            <a:avLst/>
            <a:ah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959" name="Google Shape;2595;p56"/>
          <p:cNvSpPr/>
          <p:nvPr/>
        </p:nvSpPr>
        <p:spPr>
          <a:xfrm flipH="1">
            <a:off x="7200851" y="0"/>
            <a:ext cx="1943143" cy="2722018"/>
          </a:xfrm>
          <a:custGeom>
            <a:avLst/>
            <a:ah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2" name="Shape 5"/>
        <p:cNvGrpSpPr/>
        <p:nvPr/>
      </p:nvGrpSpPr>
      <p:grpSpPr>
        <a:xfrm>
          <a:off x="0" y="0"/>
          <a:ext cx="0" cy="0"/>
          <a:chOff x="0" y="0"/>
          <a:chExt cx="0" cy="0"/>
        </a:xfrm>
      </p:grpSpPr>
      <p:sp>
        <p:nvSpPr>
          <p:cNvPr id="1048576" name="Google Shape;6;p1"/>
          <p:cNvSpPr txBox="1">
            <a:spLocks noGrp="1"/>
          </p:cNvSpPr>
          <p:nvPr>
            <p:ph type="title"/>
          </p:nvPr>
        </p:nvSpPr>
        <p:spPr>
          <a:xfrm>
            <a:off x="713225" y="539500"/>
            <a:ext cx="7717500" cy="478200"/>
          </a:xfrm>
          <a:prstGeom prst="rect"/>
          <a:noFill/>
          <a:ln>
            <a:noFill/>
          </a:ln>
        </p:spPr>
        <p:txBody>
          <a:bodyPr anchor="ctr" anchorCtr="0" bIns="91425" lIns="91425" rIns="91425" spcFirstLastPara="1" tIns="91425" wrap="square">
            <a:noAutofit/>
          </a:bodyPr>
          <a:lstStyle>
            <a:lvl1pPr algn="ctr" lvl="0" rtl="0">
              <a:spcBef>
                <a:spcPts val="0"/>
              </a:spcBef>
              <a:spcAft>
                <a:spcPts val="0"/>
              </a:spcAft>
              <a:buClr>
                <a:schemeClr val="lt2"/>
              </a:buClr>
              <a:buSzPts val="2800"/>
              <a:buFont typeface="Lilita One"/>
              <a:buNone/>
              <a:defRPr sz="2800">
                <a:solidFill>
                  <a:schemeClr val="lt2"/>
                </a:solidFill>
                <a:latin typeface="Lilita One"/>
                <a:ea typeface="Lilita One"/>
                <a:cs typeface="Lilita One"/>
                <a:sym typeface="Lilita One"/>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048577" name="Google Shape;7;p1"/>
          <p:cNvSpPr txBox="1">
            <a:spLocks noGrp="1"/>
          </p:cNvSpPr>
          <p:nvPr>
            <p:ph type="body" idx="1"/>
          </p:nvPr>
        </p:nvSpPr>
        <p:spPr>
          <a:xfrm>
            <a:off x="713225" y="1152475"/>
            <a:ext cx="7717500" cy="3447000"/>
          </a:xfrm>
          <a:prstGeom prst="rect"/>
          <a:noFill/>
          <a:ln>
            <a:noFill/>
          </a:ln>
        </p:spPr>
        <p:txBody>
          <a:bodyPr anchor="t" anchorCtr="0" bIns="91425" lIns="91425" rIns="91425" spcFirstLastPara="1" tIns="91425" wrap="square">
            <a:noAutofit/>
          </a:bodyPr>
          <a:lstStyle>
            <a:lvl1pPr indent="-342900" lvl="0" marL="457200" rtl="0">
              <a:lnSpc>
                <a:spcPct val="115000"/>
              </a:lnSpc>
              <a:spcBef>
                <a:spcPts val="0"/>
              </a:spcBef>
              <a:spcAft>
                <a:spcPts val="0"/>
              </a:spcAft>
              <a:buClr>
                <a:schemeClr val="lt2"/>
              </a:buClr>
              <a:buSzPts val="1800"/>
              <a:buFont typeface="Nunito"/>
              <a:buChar char="●"/>
              <a:defRPr sz="1800">
                <a:solidFill>
                  <a:schemeClr val="lt2"/>
                </a:solidFill>
                <a:latin typeface="Nunito"/>
                <a:ea typeface="Nunito"/>
                <a:cs typeface="Nunito"/>
                <a:sym typeface="Nunito"/>
              </a:defRPr>
            </a:lvl1pPr>
            <a:lvl2pPr indent="-317500" lvl="1" marL="9144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2pPr>
            <a:lvl3pPr indent="-317500" lvl="2" marL="13716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3pPr>
            <a:lvl4pPr indent="-317500" lvl="3" marL="18288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4pPr>
            <a:lvl5pPr indent="-317500" lvl="4" marL="22860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5pPr>
            <a:lvl6pPr indent="-317500" lvl="5" marL="27432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6pPr>
            <a:lvl7pPr indent="-317500" lvl="6" marL="32004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7pPr>
            <a:lvl8pPr indent="-317500" lvl="7" marL="36576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8pPr>
            <a:lvl9pPr indent="-317500" lvl="8" marL="4114800" rtl="0">
              <a:lnSpc>
                <a:spcPct val="115000"/>
              </a:lnSpc>
              <a:spcBef>
                <a:spcPts val="1600"/>
              </a:spcBef>
              <a:spcAft>
                <a:spcPts val="1600"/>
              </a:spcAft>
              <a:buClr>
                <a:schemeClr val="lt2"/>
              </a:buClr>
              <a:buSzPts val="1400"/>
              <a:buFont typeface="Nunito"/>
              <a:buChar char="■"/>
              <a:defRPr>
                <a:solidFill>
                  <a:schemeClr val="lt2"/>
                </a:solidFill>
                <a:latin typeface="Nunito"/>
                <a:ea typeface="Nunito"/>
                <a:cs typeface="Nunito"/>
                <a:sym typeface="Nunito"/>
              </a:defRPr>
            </a:lvl9pPr>
          </a:lstStyle>
          <a:p/>
        </p:txBody>
      </p:sp>
    </p:spTree>
  </p:cSld>
  <p:clrMap accent1="accent1" accent2="accent2" accent3="accent3" accent4="accent4" accent5="accent5" accent6="accent6" bg1="lt1" bg2="dk2" tx1="dk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hyperlink" Target="https://archive.ics.uci.edu/ml/datasets/heart%20disease" TargetMode="External"/><Relationship Id="rId2"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5" name="Shape 2603"/>
        <p:cNvGrpSpPr/>
        <p:nvPr/>
      </p:nvGrpSpPr>
      <p:grpSpPr>
        <a:xfrm>
          <a:off x="0" y="0"/>
          <a:ext cx="0" cy="0"/>
          <a:chOff x="0" y="0"/>
          <a:chExt cx="0" cy="0"/>
        </a:xfrm>
      </p:grpSpPr>
      <p:sp>
        <p:nvSpPr>
          <p:cNvPr id="1048678" name="Google Shape;2604;p59"/>
          <p:cNvSpPr/>
          <p:nvPr/>
        </p:nvSpPr>
        <p:spPr>
          <a:xfrm>
            <a:off x="1044249" y="2597569"/>
            <a:ext cx="3863785" cy="461798"/>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8679" name="Google Shape;2605;p59"/>
          <p:cNvSpPr/>
          <p:nvPr/>
        </p:nvSpPr>
        <p:spPr>
          <a:xfrm>
            <a:off x="4542142" y="2191510"/>
            <a:ext cx="3717608" cy="1752950"/>
          </a:xfrm>
          <a:custGeom>
            <a:avLst/>
            <a:ahLst/>
            <a:rect l="l" t="t" r="r" b="b"/>
            <a:pathLst>
              <a:path w="62195" h="42712" extrusionOk="0">
                <a:moveTo>
                  <a:pt x="44566" y="1"/>
                </a:moveTo>
                <a:cubicBezTo>
                  <a:pt x="27424" y="1"/>
                  <a:pt x="0" y="16215"/>
                  <a:pt x="0" y="27150"/>
                </a:cubicBezTo>
                <a:cubicBezTo>
                  <a:pt x="0" y="38089"/>
                  <a:pt x="13930" y="42712"/>
                  <a:pt x="31072" y="42712"/>
                </a:cubicBezTo>
                <a:cubicBezTo>
                  <a:pt x="48266" y="42712"/>
                  <a:pt x="62195" y="38089"/>
                  <a:pt x="62195" y="27150"/>
                </a:cubicBezTo>
                <a:cubicBezTo>
                  <a:pt x="62195" y="16215"/>
                  <a:pt x="61760" y="1"/>
                  <a:pt x="44566" y="1"/>
                </a:cubicBezTo>
                <a:close/>
              </a:path>
            </a:pathLst>
          </a:custGeom>
          <a:solidFill>
            <a:schemeClr val="accen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nvGrpSpPr>
          <p:cNvPr id="36" name="Google Shape;2606;p59"/>
          <p:cNvGrpSpPr/>
          <p:nvPr/>
        </p:nvGrpSpPr>
        <p:grpSpPr>
          <a:xfrm>
            <a:off x="6022848" y="1916823"/>
            <a:ext cx="1475782" cy="2122585"/>
            <a:chOff x="582175" y="1028475"/>
            <a:chExt cx="2389225" cy="3530725"/>
          </a:xfrm>
        </p:grpSpPr>
        <p:sp>
          <p:nvSpPr>
            <p:cNvPr id="1048680" name="Google Shape;2607;p59"/>
            <p:cNvSpPr/>
            <p:nvPr/>
          </p:nvSpPr>
          <p:spPr>
            <a:xfrm>
              <a:off x="582175" y="1223250"/>
              <a:ext cx="2389225" cy="3335950"/>
            </a:xfrm>
            <a:custGeom>
              <a:avLst/>
              <a:ahLst/>
              <a:rect l="l" t="t" r="r" b="b"/>
              <a:pathLst>
                <a:path w="95569" h="133438" extrusionOk="0">
                  <a:moveTo>
                    <a:pt x="1" y="1"/>
                  </a:moveTo>
                  <a:lnTo>
                    <a:pt x="1" y="133437"/>
                  </a:lnTo>
                  <a:lnTo>
                    <a:pt x="95569" y="133437"/>
                  </a:lnTo>
                  <a:lnTo>
                    <a:pt x="95569" y="1"/>
                  </a:ln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81" name="Google Shape;2608;p59"/>
            <p:cNvSpPr/>
            <p:nvPr/>
          </p:nvSpPr>
          <p:spPr>
            <a:xfrm>
              <a:off x="828600" y="1488175"/>
              <a:ext cx="1893225" cy="2806325"/>
            </a:xfrm>
            <a:custGeom>
              <a:avLst/>
              <a:ahLst/>
              <a:rect l="l" t="t" r="r" b="b"/>
              <a:pathLst>
                <a:path w="75729" h="112253" extrusionOk="0">
                  <a:moveTo>
                    <a:pt x="0" y="1"/>
                  </a:moveTo>
                  <a:lnTo>
                    <a:pt x="0" y="107256"/>
                  </a:lnTo>
                  <a:lnTo>
                    <a:pt x="4997" y="107256"/>
                  </a:lnTo>
                  <a:lnTo>
                    <a:pt x="4997" y="112253"/>
                  </a:lnTo>
                  <a:lnTo>
                    <a:pt x="75728" y="112253"/>
                  </a:lnTo>
                  <a:lnTo>
                    <a:pt x="75728" y="1"/>
                  </a:ln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82" name="Google Shape;2609;p59"/>
            <p:cNvSpPr/>
            <p:nvPr/>
          </p:nvSpPr>
          <p:spPr>
            <a:xfrm>
              <a:off x="828600" y="4169575"/>
              <a:ext cx="124925" cy="124925"/>
            </a:xfrm>
            <a:custGeom>
              <a:avLst/>
              <a:ahLst/>
              <a:rect l="l" t="t" r="r" b="b"/>
              <a:pathLst>
                <a:path w="4997" h="4997" extrusionOk="0">
                  <a:moveTo>
                    <a:pt x="0" y="0"/>
                  </a:moveTo>
                  <a:lnTo>
                    <a:pt x="4997" y="4997"/>
                  </a:lnTo>
                  <a:lnTo>
                    <a:pt x="4997" y="0"/>
                  </a:lnTo>
                  <a:close/>
                </a:path>
              </a:pathLst>
            </a:custGeom>
            <a:solidFill>
              <a:srgbClr val="ECEBF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83" name="Google Shape;2610;p59"/>
            <p:cNvSpPr/>
            <p:nvPr/>
          </p:nvSpPr>
          <p:spPr>
            <a:xfrm>
              <a:off x="1376475" y="1125850"/>
              <a:ext cx="800650" cy="213100"/>
            </a:xfrm>
            <a:custGeom>
              <a:avLst/>
              <a:ahLst/>
              <a:rect l="l" t="t" r="r" b="b"/>
              <a:pathLst>
                <a:path w="32026" h="8524" extrusionOk="0">
                  <a:moveTo>
                    <a:pt x="4627" y="1"/>
                  </a:moveTo>
                  <a:cubicBezTo>
                    <a:pt x="2075" y="1"/>
                    <a:pt x="0" y="2076"/>
                    <a:pt x="0" y="4627"/>
                  </a:cubicBezTo>
                  <a:lnTo>
                    <a:pt x="0" y="8523"/>
                  </a:lnTo>
                  <a:lnTo>
                    <a:pt x="32025" y="8523"/>
                  </a:lnTo>
                  <a:lnTo>
                    <a:pt x="32025" y="4627"/>
                  </a:lnTo>
                  <a:cubicBezTo>
                    <a:pt x="32025" y="2076"/>
                    <a:pt x="29950" y="1"/>
                    <a:pt x="27399" y="1"/>
                  </a:cubicBezTo>
                  <a:lnTo>
                    <a:pt x="17659" y="1"/>
                  </a:lnTo>
                  <a:cubicBezTo>
                    <a:pt x="17659" y="975"/>
                    <a:pt x="16928" y="1705"/>
                    <a:pt x="15954" y="1705"/>
                  </a:cubicBezTo>
                  <a:cubicBezTo>
                    <a:pt x="15097" y="1705"/>
                    <a:pt x="14367" y="975"/>
                    <a:pt x="14367" y="1"/>
                  </a:cubicBez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84" name="Google Shape;2611;p59"/>
            <p:cNvSpPr/>
            <p:nvPr/>
          </p:nvSpPr>
          <p:spPr>
            <a:xfrm>
              <a:off x="2177100" y="1238600"/>
              <a:ext cx="25" cy="100350"/>
            </a:xfrm>
            <a:custGeom>
              <a:avLst/>
              <a:ahLst/>
              <a:rect l="l" t="t" r="r" b="b"/>
              <a:pathLst>
                <a:path w="1" h="4014" extrusionOk="0">
                  <a:moveTo>
                    <a:pt x="0" y="117"/>
                  </a:moveTo>
                  <a:lnTo>
                    <a:pt x="0" y="117"/>
                  </a:lnTo>
                  <a:lnTo>
                    <a:pt x="0" y="4013"/>
                  </a:lnTo>
                  <a:lnTo>
                    <a:pt x="0" y="117"/>
                  </a:lnTo>
                  <a:lnTo>
                    <a:pt x="0" y="117"/>
                  </a:lnTo>
                  <a:close/>
                  <a:moveTo>
                    <a:pt x="0" y="117"/>
                  </a:moveTo>
                  <a:lnTo>
                    <a:pt x="0" y="117"/>
                  </a:lnTo>
                  <a:lnTo>
                    <a:pt x="0" y="117"/>
                  </a:lnTo>
                  <a:close/>
                  <a:moveTo>
                    <a:pt x="0" y="117"/>
                  </a:moveTo>
                  <a:lnTo>
                    <a:pt x="0" y="117"/>
                  </a:lnTo>
                  <a:lnTo>
                    <a:pt x="0" y="117"/>
                  </a:lnTo>
                  <a:close/>
                  <a:moveTo>
                    <a:pt x="0" y="117"/>
                  </a:moveTo>
                  <a:lnTo>
                    <a:pt x="0" y="117"/>
                  </a:lnTo>
                  <a:lnTo>
                    <a:pt x="0" y="117"/>
                  </a:lnTo>
                  <a:close/>
                  <a:moveTo>
                    <a:pt x="0" y="117"/>
                  </a:moveTo>
                  <a:lnTo>
                    <a:pt x="0" y="117"/>
                  </a:lnTo>
                  <a:lnTo>
                    <a:pt x="0" y="117"/>
                  </a:lnTo>
                  <a:close/>
                  <a:moveTo>
                    <a:pt x="0" y="117"/>
                  </a:moveTo>
                  <a:lnTo>
                    <a:pt x="0" y="117"/>
                  </a:lnTo>
                  <a:lnTo>
                    <a:pt x="0" y="117"/>
                  </a:lnTo>
                  <a:close/>
                  <a:moveTo>
                    <a:pt x="0" y="117"/>
                  </a:moveTo>
                  <a:lnTo>
                    <a:pt x="0" y="117"/>
                  </a:lnTo>
                  <a:lnTo>
                    <a:pt x="0" y="117"/>
                  </a:lnTo>
                  <a:close/>
                  <a:moveTo>
                    <a:pt x="0" y="1"/>
                  </a:moveTo>
                  <a:lnTo>
                    <a:pt x="0" y="1"/>
                  </a:lnTo>
                  <a:lnTo>
                    <a:pt x="0" y="1"/>
                  </a:lnTo>
                  <a:close/>
                  <a:moveTo>
                    <a:pt x="0" y="1"/>
                  </a:moveTo>
                  <a:lnTo>
                    <a:pt x="0" y="1"/>
                  </a:lnTo>
                  <a:lnTo>
                    <a:pt x="0" y="1"/>
                  </a:lnTo>
                  <a:close/>
                  <a:moveTo>
                    <a:pt x="0" y="1"/>
                  </a:moveTo>
                  <a:lnTo>
                    <a:pt x="0" y="1"/>
                  </a:lnTo>
                  <a:lnTo>
                    <a:pt x="0" y="1"/>
                  </a:lnTo>
                  <a:close/>
                  <a:moveTo>
                    <a:pt x="0" y="1"/>
                  </a:moveTo>
                  <a:lnTo>
                    <a:pt x="0" y="1"/>
                  </a:lnTo>
                  <a:lnTo>
                    <a:pt x="0" y="1"/>
                  </a:lnTo>
                  <a:close/>
                  <a:moveTo>
                    <a:pt x="0" y="1"/>
                  </a:moveTo>
                  <a:lnTo>
                    <a:pt x="0" y="1"/>
                  </a:lnTo>
                  <a:close/>
                </a:path>
              </a:pathLst>
            </a:custGeom>
            <a:solidFill>
              <a:srgbClr val="CC9689"/>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85" name="Google Shape;2612;p59"/>
            <p:cNvSpPr/>
            <p:nvPr/>
          </p:nvSpPr>
          <p:spPr>
            <a:xfrm>
              <a:off x="1376475" y="1131950"/>
              <a:ext cx="800650" cy="207000"/>
            </a:xfrm>
            <a:custGeom>
              <a:avLst/>
              <a:ahLst/>
              <a:rect l="l" t="t" r="r" b="b"/>
              <a:pathLst>
                <a:path w="32026" h="8280" extrusionOk="0">
                  <a:moveTo>
                    <a:pt x="28616" y="0"/>
                  </a:moveTo>
                  <a:cubicBezTo>
                    <a:pt x="25207" y="5844"/>
                    <a:pt x="17532" y="7062"/>
                    <a:pt x="9984" y="7062"/>
                  </a:cubicBezTo>
                  <a:cubicBezTo>
                    <a:pt x="6458" y="7062"/>
                    <a:pt x="3049" y="6818"/>
                    <a:pt x="0" y="6701"/>
                  </a:cubicBezTo>
                  <a:lnTo>
                    <a:pt x="0" y="8279"/>
                  </a:lnTo>
                  <a:lnTo>
                    <a:pt x="32025" y="8279"/>
                  </a:lnTo>
                  <a:lnTo>
                    <a:pt x="32025" y="4383"/>
                  </a:lnTo>
                  <a:lnTo>
                    <a:pt x="32025" y="4267"/>
                  </a:lnTo>
                  <a:cubicBezTo>
                    <a:pt x="31898" y="2192"/>
                    <a:pt x="30437" y="487"/>
                    <a:pt x="28616" y="0"/>
                  </a:cubicBezTo>
                  <a:close/>
                </a:path>
              </a:pathLst>
            </a:custGeom>
            <a:solidFill>
              <a:srgbClr val="A8B4C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86" name="Google Shape;2613;p59"/>
            <p:cNvSpPr/>
            <p:nvPr/>
          </p:nvSpPr>
          <p:spPr>
            <a:xfrm>
              <a:off x="1677925" y="1028475"/>
              <a:ext cx="194825" cy="194800"/>
            </a:xfrm>
            <a:custGeom>
              <a:avLst/>
              <a:ahLst/>
              <a:rect l="l" t="t" r="r" b="b"/>
              <a:pathLst>
                <a:path w="7793" h="7792" extrusionOk="0">
                  <a:moveTo>
                    <a:pt x="3896" y="2318"/>
                  </a:moveTo>
                  <a:cubicBezTo>
                    <a:pt x="4870" y="2318"/>
                    <a:pt x="5601" y="3049"/>
                    <a:pt x="5601" y="3896"/>
                  </a:cubicBezTo>
                  <a:cubicBezTo>
                    <a:pt x="5601" y="4870"/>
                    <a:pt x="4870" y="5600"/>
                    <a:pt x="3896" y="5600"/>
                  </a:cubicBezTo>
                  <a:cubicBezTo>
                    <a:pt x="3039" y="5600"/>
                    <a:pt x="2309" y="4870"/>
                    <a:pt x="2309" y="3896"/>
                  </a:cubicBezTo>
                  <a:cubicBezTo>
                    <a:pt x="2309" y="3049"/>
                    <a:pt x="3039" y="2318"/>
                    <a:pt x="3896" y="2318"/>
                  </a:cubicBezTo>
                  <a:close/>
                  <a:moveTo>
                    <a:pt x="3896" y="0"/>
                  </a:moveTo>
                  <a:cubicBezTo>
                    <a:pt x="1822" y="0"/>
                    <a:pt x="0" y="1831"/>
                    <a:pt x="0" y="3896"/>
                  </a:cubicBezTo>
                  <a:cubicBezTo>
                    <a:pt x="0" y="6087"/>
                    <a:pt x="1822" y="7792"/>
                    <a:pt x="3896" y="7792"/>
                  </a:cubicBezTo>
                  <a:cubicBezTo>
                    <a:pt x="6088" y="7792"/>
                    <a:pt x="7792" y="6087"/>
                    <a:pt x="7792" y="3896"/>
                  </a:cubicBezTo>
                  <a:cubicBezTo>
                    <a:pt x="7792" y="1831"/>
                    <a:pt x="6088" y="0"/>
                    <a:pt x="3896" y="0"/>
                  </a:cubicBezTo>
                  <a:close/>
                </a:path>
              </a:pathLst>
            </a:custGeom>
            <a:solidFill>
              <a:schemeClr val="accent3"/>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87" name="Google Shape;2614;p59"/>
            <p:cNvSpPr/>
            <p:nvPr/>
          </p:nvSpPr>
          <p:spPr>
            <a:xfrm>
              <a:off x="1355275" y="1326750"/>
              <a:ext cx="843025" cy="33625"/>
            </a:xfrm>
            <a:custGeom>
              <a:avLst/>
              <a:ahLst/>
              <a:rect l="l" t="t" r="r" b="b"/>
              <a:pathLst>
                <a:path w="33721" h="1345" extrusionOk="0">
                  <a:moveTo>
                    <a:pt x="731" y="0"/>
                  </a:moveTo>
                  <a:cubicBezTo>
                    <a:pt x="361" y="0"/>
                    <a:pt x="1" y="244"/>
                    <a:pt x="1" y="614"/>
                  </a:cubicBezTo>
                  <a:cubicBezTo>
                    <a:pt x="1" y="974"/>
                    <a:pt x="361" y="1344"/>
                    <a:pt x="731" y="1344"/>
                  </a:cubicBezTo>
                  <a:lnTo>
                    <a:pt x="32990" y="1344"/>
                  </a:lnTo>
                  <a:cubicBezTo>
                    <a:pt x="33360" y="1344"/>
                    <a:pt x="33720" y="974"/>
                    <a:pt x="33720" y="614"/>
                  </a:cubicBezTo>
                  <a:cubicBezTo>
                    <a:pt x="33720" y="244"/>
                    <a:pt x="33360" y="0"/>
                    <a:pt x="32990" y="0"/>
                  </a:cubicBezTo>
                  <a:close/>
                </a:path>
              </a:pathLst>
            </a:custGeom>
            <a:solidFill>
              <a:srgbClr val="B1C0C7"/>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688" name="Google Shape;2615;p59"/>
          <p:cNvSpPr txBox="1">
            <a:spLocks noGrp="1"/>
          </p:cNvSpPr>
          <p:nvPr>
            <p:ph type="ctrTitle"/>
          </p:nvPr>
        </p:nvSpPr>
        <p:spPr>
          <a:xfrm>
            <a:off x="283510" y="833534"/>
            <a:ext cx="8576979" cy="801682"/>
          </a:xfrm>
          <a:prstGeom prst="rect"/>
        </p:spPr>
        <p:txBody>
          <a:bodyPr anchor="b" anchorCtr="0" bIns="91425" lIns="91425" rIns="91425" spcFirstLastPara="1" tIns="91425" wrap="square">
            <a:noAutofit/>
          </a:bodyPr>
          <a:p>
            <a:pPr lvl="0"/>
            <a:r>
              <a:rPr dirty="0" sz="3200" lang="en-IN"/>
              <a:t>HEART DISEASE DIAGNOSTIC-ANALYSIS</a:t>
            </a:r>
            <a:endParaRPr dirty="0" sz="7000"/>
          </a:p>
        </p:txBody>
      </p:sp>
      <p:sp>
        <p:nvSpPr>
          <p:cNvPr id="1048689" name="Google Shape;2616;p59"/>
          <p:cNvSpPr txBox="1">
            <a:spLocks noGrp="1"/>
          </p:cNvSpPr>
          <p:nvPr>
            <p:ph type="subTitle" idx="1"/>
          </p:nvPr>
        </p:nvSpPr>
        <p:spPr>
          <a:xfrm>
            <a:off x="719616" y="1773821"/>
            <a:ext cx="4630258" cy="613987"/>
          </a:xfrm>
          <a:prstGeom prst="rect"/>
        </p:spPr>
        <p:txBody>
          <a:bodyPr anchor="t" anchorCtr="0" bIns="91425" lIns="91425" rIns="91425" spcFirstLastPara="1" tIns="91425" wrap="square">
            <a:noAutofit/>
          </a:bodyPr>
          <a:p>
            <a:pPr indent="0" lvl="0" marL="0"/>
            <a:r>
              <a:rPr dirty="0" sz="2400" lang="en-IN"/>
              <a:t>Detailed Project Report</a:t>
            </a:r>
            <a:endParaRPr dirty="0" sz="2400"/>
          </a:p>
        </p:txBody>
      </p:sp>
      <p:grpSp>
        <p:nvGrpSpPr>
          <p:cNvPr id="37" name="Google Shape;2617;p59"/>
          <p:cNvGrpSpPr/>
          <p:nvPr/>
        </p:nvGrpSpPr>
        <p:grpSpPr>
          <a:xfrm>
            <a:off x="6437523" y="2244897"/>
            <a:ext cx="2067753" cy="1952948"/>
            <a:chOff x="1607575" y="3957150"/>
            <a:chExt cx="1629625" cy="1452800"/>
          </a:xfrm>
        </p:grpSpPr>
        <p:sp>
          <p:nvSpPr>
            <p:cNvPr id="1048690" name="Google Shape;2618;p59"/>
            <p:cNvSpPr/>
            <p:nvPr/>
          </p:nvSpPr>
          <p:spPr>
            <a:xfrm>
              <a:off x="1681025" y="3984350"/>
              <a:ext cx="100675" cy="99375"/>
            </a:xfrm>
            <a:custGeom>
              <a:avLst/>
              <a:ahLst/>
              <a:rect l="l" t="t" r="r" b="b"/>
              <a:pathLst>
                <a:path w="4027" h="3975" extrusionOk="0">
                  <a:moveTo>
                    <a:pt x="2016" y="1"/>
                  </a:moveTo>
                  <a:lnTo>
                    <a:pt x="1633" y="1198"/>
                  </a:lnTo>
                  <a:lnTo>
                    <a:pt x="436" y="762"/>
                  </a:lnTo>
                  <a:lnTo>
                    <a:pt x="0" y="1959"/>
                  </a:lnTo>
                  <a:lnTo>
                    <a:pt x="1197" y="2395"/>
                  </a:lnTo>
                  <a:lnTo>
                    <a:pt x="819" y="3592"/>
                  </a:lnTo>
                  <a:lnTo>
                    <a:pt x="2016" y="3975"/>
                  </a:lnTo>
                  <a:lnTo>
                    <a:pt x="2394" y="2778"/>
                  </a:lnTo>
                  <a:lnTo>
                    <a:pt x="3591" y="3213"/>
                  </a:lnTo>
                  <a:lnTo>
                    <a:pt x="4027" y="2016"/>
                  </a:lnTo>
                  <a:lnTo>
                    <a:pt x="2830" y="1581"/>
                  </a:lnTo>
                  <a:lnTo>
                    <a:pt x="3213" y="384"/>
                  </a:lnTo>
                  <a:lnTo>
                    <a:pt x="201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91" name="Google Shape;2619;p59"/>
            <p:cNvSpPr/>
            <p:nvPr/>
          </p:nvSpPr>
          <p:spPr>
            <a:xfrm>
              <a:off x="3072650" y="4261850"/>
              <a:ext cx="99275" cy="99375"/>
            </a:xfrm>
            <a:custGeom>
              <a:avLst/>
              <a:ah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92" name="Google Shape;2620;p59"/>
            <p:cNvSpPr/>
            <p:nvPr/>
          </p:nvSpPr>
          <p:spPr>
            <a:xfrm>
              <a:off x="2546150" y="3957150"/>
              <a:ext cx="93950" cy="93925"/>
            </a:xfrm>
            <a:custGeom>
              <a:avLst/>
              <a:ah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93" name="Google Shape;2621;p59"/>
            <p:cNvSpPr/>
            <p:nvPr/>
          </p:nvSpPr>
          <p:spPr>
            <a:xfrm>
              <a:off x="2710800" y="5329725"/>
              <a:ext cx="80225" cy="80225"/>
            </a:xfrm>
            <a:custGeom>
              <a:avLst/>
              <a:ah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94" name="Google Shape;2622;p59"/>
            <p:cNvSpPr/>
            <p:nvPr/>
          </p:nvSpPr>
          <p:spPr>
            <a:xfrm>
              <a:off x="1619850" y="4758400"/>
              <a:ext cx="100700" cy="99275"/>
            </a:xfrm>
            <a:custGeom>
              <a:avLst/>
              <a:ah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95" name="Google Shape;2623;p59"/>
            <p:cNvSpPr/>
            <p:nvPr/>
          </p:nvSpPr>
          <p:spPr>
            <a:xfrm>
              <a:off x="3188225" y="4985525"/>
              <a:ext cx="23200" cy="21800"/>
            </a:xfrm>
            <a:custGeom>
              <a:avLst/>
              <a:ahLst/>
              <a:rect l="l" t="t" r="r" b="b"/>
              <a:pathLst>
                <a:path w="928" h="872" extrusionOk="0">
                  <a:moveTo>
                    <a:pt x="435" y="1"/>
                  </a:moveTo>
                  <a:cubicBezTo>
                    <a:pt x="218" y="1"/>
                    <a:pt x="0" y="166"/>
                    <a:pt x="0" y="436"/>
                  </a:cubicBezTo>
                  <a:cubicBezTo>
                    <a:pt x="0" y="710"/>
                    <a:pt x="218" y="871"/>
                    <a:pt x="435" y="871"/>
                  </a:cubicBezTo>
                  <a:cubicBezTo>
                    <a:pt x="710" y="871"/>
                    <a:pt x="927" y="710"/>
                    <a:pt x="927" y="436"/>
                  </a:cubicBezTo>
                  <a:cubicBezTo>
                    <a:pt x="927" y="166"/>
                    <a:pt x="710" y="1"/>
                    <a:pt x="435" y="1"/>
                  </a:cubicBezTo>
                  <a:close/>
                </a:path>
              </a:pathLst>
            </a:custGeom>
            <a:solidFill>
              <a:srgbClr val="FFFFFF"/>
            </a:solidFill>
            <a:ln w="9525" cap="flat" cmpd="sng">
              <a:solidFill>
                <a:schemeClr val="lt2"/>
              </a:solidFill>
              <a:prstDash val="solid"/>
              <a:round/>
              <a:headEnd type="none" w="sm" len="sm"/>
              <a:tailEnd type="none" w="sm" len="sm"/>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96" name="Google Shape;2624;p59"/>
            <p:cNvSpPr/>
            <p:nvPr/>
          </p:nvSpPr>
          <p:spPr>
            <a:xfrm>
              <a:off x="3215425" y="4425075"/>
              <a:ext cx="21775" cy="23225"/>
            </a:xfrm>
            <a:custGeom>
              <a:avLst/>
              <a:ah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97" name="Google Shape;2625;p59"/>
            <p:cNvSpPr/>
            <p:nvPr/>
          </p:nvSpPr>
          <p:spPr>
            <a:xfrm>
              <a:off x="3037275" y="4155750"/>
              <a:ext cx="21800" cy="23200"/>
            </a:xfrm>
            <a:custGeom>
              <a:avLst/>
              <a:ah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w="9525" cap="flat" cmpd="sng">
              <a:solidFill>
                <a:schemeClr val="lt2"/>
              </a:solidFill>
              <a:prstDash val="solid"/>
              <a:round/>
              <a:headEnd type="none" w="sm" len="sm"/>
              <a:tailEnd type="none" w="sm" len="sm"/>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98" name="Google Shape;2626;p59"/>
            <p:cNvSpPr/>
            <p:nvPr/>
          </p:nvSpPr>
          <p:spPr>
            <a:xfrm>
              <a:off x="2999200" y="3995225"/>
              <a:ext cx="21775" cy="21800"/>
            </a:xfrm>
            <a:custGeom>
              <a:avLst/>
              <a:ah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w="9525" cap="flat" cmpd="sng">
              <a:solidFill>
                <a:schemeClr val="lt2"/>
              </a:solidFill>
              <a:prstDash val="solid"/>
              <a:round/>
              <a:headEnd type="none" w="sm" len="sm"/>
              <a:tailEnd type="none" w="sm" len="sm"/>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699" name="Google Shape;2627;p59"/>
            <p:cNvSpPr/>
            <p:nvPr/>
          </p:nvSpPr>
          <p:spPr>
            <a:xfrm>
              <a:off x="2361150" y="4037450"/>
              <a:ext cx="23225" cy="23100"/>
            </a:xfrm>
            <a:custGeom>
              <a:avLst/>
              <a:ah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00" name="Google Shape;2628;p59"/>
            <p:cNvSpPr/>
            <p:nvPr/>
          </p:nvSpPr>
          <p:spPr>
            <a:xfrm>
              <a:off x="1957200" y="4012975"/>
              <a:ext cx="23100" cy="21775"/>
            </a:xfrm>
            <a:custGeom>
              <a:avLst/>
              <a:ahLst/>
              <a:rect l="l" t="t" r="r" b="b"/>
              <a:pathLst>
                <a:path w="924" h="871" extrusionOk="0">
                  <a:moveTo>
                    <a:pt x="436" y="0"/>
                  </a:moveTo>
                  <a:cubicBezTo>
                    <a:pt x="219" y="0"/>
                    <a:pt x="1" y="161"/>
                    <a:pt x="1" y="436"/>
                  </a:cubicBezTo>
                  <a:cubicBezTo>
                    <a:pt x="1" y="653"/>
                    <a:pt x="219" y="871"/>
                    <a:pt x="436" y="871"/>
                  </a:cubicBezTo>
                  <a:cubicBezTo>
                    <a:pt x="706" y="871"/>
                    <a:pt x="924" y="653"/>
                    <a:pt x="924" y="436"/>
                  </a:cubicBezTo>
                  <a:cubicBezTo>
                    <a:pt x="924" y="161"/>
                    <a:pt x="706" y="0"/>
                    <a:pt x="436" y="0"/>
                  </a:cubicBezTo>
                  <a:close/>
                </a:path>
              </a:pathLst>
            </a:custGeom>
            <a:solidFill>
              <a:srgbClr val="FFFFFF"/>
            </a:solidFill>
            <a:ln w="9525" cap="flat" cmpd="sng">
              <a:solidFill>
                <a:schemeClr val="lt2"/>
              </a:solidFill>
              <a:prstDash val="solid"/>
              <a:round/>
              <a:headEnd type="none" w="sm" len="sm"/>
              <a:tailEnd type="none" w="sm" len="sm"/>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01" name="Google Shape;2629;p59"/>
            <p:cNvSpPr/>
            <p:nvPr/>
          </p:nvSpPr>
          <p:spPr>
            <a:xfrm>
              <a:off x="1607575" y="4143550"/>
              <a:ext cx="23200" cy="21800"/>
            </a:xfrm>
            <a:custGeom>
              <a:avLst/>
              <a:ahLst/>
              <a:rect l="l" t="t" r="r" b="b"/>
              <a:pathLst>
                <a:path w="928" h="872" extrusionOk="0">
                  <a:moveTo>
                    <a:pt x="492" y="1"/>
                  </a:moveTo>
                  <a:cubicBezTo>
                    <a:pt x="218" y="1"/>
                    <a:pt x="0" y="162"/>
                    <a:pt x="0" y="436"/>
                  </a:cubicBezTo>
                  <a:cubicBezTo>
                    <a:pt x="0" y="706"/>
                    <a:pt x="218" y="872"/>
                    <a:pt x="492" y="872"/>
                  </a:cubicBezTo>
                  <a:cubicBezTo>
                    <a:pt x="710" y="872"/>
                    <a:pt x="927" y="706"/>
                    <a:pt x="927" y="436"/>
                  </a:cubicBezTo>
                  <a:cubicBezTo>
                    <a:pt x="927" y="162"/>
                    <a:pt x="710" y="1"/>
                    <a:pt x="492" y="1"/>
                  </a:cubicBezTo>
                  <a:close/>
                </a:path>
              </a:pathLst>
            </a:custGeom>
            <a:solidFill>
              <a:srgbClr val="FFFFFF"/>
            </a:solidFill>
            <a:ln w="9525" cap="flat" cmpd="sng">
              <a:solidFill>
                <a:schemeClr val="lt2"/>
              </a:solidFill>
              <a:prstDash val="solid"/>
              <a:round/>
              <a:headEnd type="none" w="sm" len="sm"/>
              <a:tailEnd type="none" w="sm" len="sm"/>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02" name="Google Shape;2630;p59"/>
            <p:cNvSpPr/>
            <p:nvPr/>
          </p:nvSpPr>
          <p:spPr>
            <a:xfrm>
              <a:off x="1670125" y="4648175"/>
              <a:ext cx="23225" cy="23200"/>
            </a:xfrm>
            <a:custGeom>
              <a:avLst/>
              <a:ah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03" name="Google Shape;2631;p59"/>
            <p:cNvSpPr/>
            <p:nvPr/>
          </p:nvSpPr>
          <p:spPr>
            <a:xfrm>
              <a:off x="1731400" y="5008700"/>
              <a:ext cx="23100" cy="23100"/>
            </a:xfrm>
            <a:custGeom>
              <a:avLst/>
              <a:ah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w="9525" cap="flat" cmpd="sng">
              <a:solidFill>
                <a:schemeClr val="lt2"/>
              </a:solidFill>
              <a:prstDash val="solid"/>
              <a:round/>
              <a:headEnd type="none" w="sm" len="sm"/>
              <a:tailEnd type="none" w="sm" len="sm"/>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04" name="Google Shape;2632;p59"/>
            <p:cNvSpPr/>
            <p:nvPr/>
          </p:nvSpPr>
          <p:spPr>
            <a:xfrm>
              <a:off x="2567925" y="5377300"/>
              <a:ext cx="23200" cy="23200"/>
            </a:xfrm>
            <a:custGeom>
              <a:avLst/>
              <a:ah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w="9525" cap="flat" cmpd="sng">
              <a:solidFill>
                <a:schemeClr val="lt2"/>
              </a:solidFill>
              <a:prstDash val="solid"/>
              <a:round/>
              <a:headEnd type="none" w="sm" len="sm"/>
              <a:tailEnd type="none" w="sm" len="sm"/>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05" name="Google Shape;2633;p59"/>
            <p:cNvSpPr/>
            <p:nvPr/>
          </p:nvSpPr>
          <p:spPr>
            <a:xfrm>
              <a:off x="2925725" y="5284800"/>
              <a:ext cx="23100" cy="21775"/>
            </a:xfrm>
            <a:custGeom>
              <a:avLst/>
              <a:ah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w="9525" cap="flat" cmpd="sng">
              <a:solidFill>
                <a:schemeClr val="lt2"/>
              </a:solidFill>
              <a:prstDash val="solid"/>
              <a:round/>
              <a:headEnd type="none" w="sm" len="sm"/>
              <a:tailEnd type="none" w="sm" len="sm"/>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06" name="Google Shape;2634;p59"/>
            <p:cNvSpPr/>
            <p:nvPr/>
          </p:nvSpPr>
          <p:spPr>
            <a:xfrm>
              <a:off x="2059175" y="5306550"/>
              <a:ext cx="23200" cy="23200"/>
            </a:xfrm>
            <a:custGeom>
              <a:avLst/>
              <a:ah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07" name="Google Shape;2635;p59"/>
            <p:cNvSpPr/>
            <p:nvPr/>
          </p:nvSpPr>
          <p:spPr>
            <a:xfrm>
              <a:off x="1829350" y="4488700"/>
              <a:ext cx="821625" cy="674250"/>
            </a:xfrm>
            <a:custGeom>
              <a:avLst/>
              <a:ahLst/>
              <a:rect l="l" t="t" r="r" b="b"/>
              <a:pathLst>
                <a:path w="32865" h="26970" extrusionOk="0">
                  <a:moveTo>
                    <a:pt x="23324" y="1"/>
                  </a:moveTo>
                  <a:cubicBezTo>
                    <a:pt x="18865" y="1"/>
                    <a:pt x="15117" y="3451"/>
                    <a:pt x="14852" y="7960"/>
                  </a:cubicBezTo>
                  <a:cubicBezTo>
                    <a:pt x="13225" y="6484"/>
                    <a:pt x="11181" y="5758"/>
                    <a:pt x="9144" y="5758"/>
                  </a:cubicBezTo>
                  <a:cubicBezTo>
                    <a:pt x="6823" y="5758"/>
                    <a:pt x="4510" y="6701"/>
                    <a:pt x="2830" y="8556"/>
                  </a:cubicBezTo>
                  <a:cubicBezTo>
                    <a:pt x="379" y="11224"/>
                    <a:pt x="0" y="15033"/>
                    <a:pt x="1524" y="18080"/>
                  </a:cubicBezTo>
                  <a:lnTo>
                    <a:pt x="1467" y="18080"/>
                  </a:lnTo>
                  <a:cubicBezTo>
                    <a:pt x="3265" y="21889"/>
                    <a:pt x="6856" y="24392"/>
                    <a:pt x="12188" y="25859"/>
                  </a:cubicBezTo>
                  <a:cubicBezTo>
                    <a:pt x="15573" y="26788"/>
                    <a:pt x="18673" y="26969"/>
                    <a:pt x="20578" y="26969"/>
                  </a:cubicBezTo>
                  <a:cubicBezTo>
                    <a:pt x="21797" y="26969"/>
                    <a:pt x="22527" y="26895"/>
                    <a:pt x="22527" y="26895"/>
                  </a:cubicBezTo>
                  <a:cubicBezTo>
                    <a:pt x="22527" y="26895"/>
                    <a:pt x="26335" y="23900"/>
                    <a:pt x="29217" y="18951"/>
                  </a:cubicBezTo>
                  <a:cubicBezTo>
                    <a:pt x="32046" y="14162"/>
                    <a:pt x="32865" y="9862"/>
                    <a:pt x="31450" y="5892"/>
                  </a:cubicBezTo>
                  <a:cubicBezTo>
                    <a:pt x="30414" y="2679"/>
                    <a:pt x="27476" y="233"/>
                    <a:pt x="23832" y="15"/>
                  </a:cubicBezTo>
                  <a:cubicBezTo>
                    <a:pt x="23662" y="5"/>
                    <a:pt x="23492" y="1"/>
                    <a:pt x="23324"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08" name="Google Shape;2636;p59"/>
            <p:cNvSpPr/>
            <p:nvPr/>
          </p:nvSpPr>
          <p:spPr>
            <a:xfrm>
              <a:off x="1829350" y="4697150"/>
              <a:ext cx="810750" cy="465800"/>
            </a:xfrm>
            <a:custGeom>
              <a:avLst/>
              <a:ahLst/>
              <a:rect l="l" t="t" r="r" b="b"/>
              <a:pathLst>
                <a:path w="32430" h="18632" extrusionOk="0">
                  <a:moveTo>
                    <a:pt x="32046" y="0"/>
                  </a:moveTo>
                  <a:lnTo>
                    <a:pt x="32046" y="0"/>
                  </a:lnTo>
                  <a:cubicBezTo>
                    <a:pt x="31450" y="7130"/>
                    <a:pt x="26771" y="11862"/>
                    <a:pt x="23449" y="13769"/>
                  </a:cubicBezTo>
                  <a:cubicBezTo>
                    <a:pt x="21827" y="14708"/>
                    <a:pt x="20069" y="15095"/>
                    <a:pt x="18114" y="15095"/>
                  </a:cubicBezTo>
                  <a:cubicBezTo>
                    <a:pt x="16335" y="15095"/>
                    <a:pt x="14393" y="14775"/>
                    <a:pt x="12241" y="14256"/>
                  </a:cubicBezTo>
                  <a:cubicBezTo>
                    <a:pt x="2938" y="11919"/>
                    <a:pt x="814" y="4027"/>
                    <a:pt x="2830" y="218"/>
                  </a:cubicBezTo>
                  <a:lnTo>
                    <a:pt x="2830" y="218"/>
                  </a:lnTo>
                  <a:cubicBezTo>
                    <a:pt x="379" y="2886"/>
                    <a:pt x="0" y="6695"/>
                    <a:pt x="1524" y="9742"/>
                  </a:cubicBezTo>
                  <a:lnTo>
                    <a:pt x="1467" y="9742"/>
                  </a:lnTo>
                  <a:cubicBezTo>
                    <a:pt x="3265" y="13551"/>
                    <a:pt x="6856" y="16054"/>
                    <a:pt x="12188" y="17521"/>
                  </a:cubicBezTo>
                  <a:cubicBezTo>
                    <a:pt x="15573" y="18450"/>
                    <a:pt x="18673" y="18631"/>
                    <a:pt x="20578" y="18631"/>
                  </a:cubicBezTo>
                  <a:cubicBezTo>
                    <a:pt x="21797" y="18631"/>
                    <a:pt x="22527" y="18557"/>
                    <a:pt x="22527" y="18557"/>
                  </a:cubicBezTo>
                  <a:cubicBezTo>
                    <a:pt x="22527" y="18557"/>
                    <a:pt x="26335" y="15562"/>
                    <a:pt x="29217" y="10613"/>
                  </a:cubicBezTo>
                  <a:cubicBezTo>
                    <a:pt x="31502" y="6804"/>
                    <a:pt x="32429" y="3265"/>
                    <a:pt x="32046" y="0"/>
                  </a:cubicBez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09" name="Google Shape;2637;p59"/>
            <p:cNvSpPr/>
            <p:nvPr/>
          </p:nvSpPr>
          <p:spPr>
            <a:xfrm>
              <a:off x="1976250" y="4829000"/>
              <a:ext cx="167300" cy="163450"/>
            </a:xfrm>
            <a:custGeom>
              <a:avLst/>
              <a:ahLst/>
              <a:rect l="l" t="t" r="r" b="b"/>
              <a:pathLst>
                <a:path w="6692" h="6538" extrusionOk="0">
                  <a:moveTo>
                    <a:pt x="3358" y="0"/>
                  </a:moveTo>
                  <a:cubicBezTo>
                    <a:pt x="3291" y="0"/>
                    <a:pt x="3224" y="2"/>
                    <a:pt x="3157" y="6"/>
                  </a:cubicBezTo>
                  <a:cubicBezTo>
                    <a:pt x="1359" y="115"/>
                    <a:pt x="1" y="1639"/>
                    <a:pt x="110" y="3432"/>
                  </a:cubicBezTo>
                  <a:cubicBezTo>
                    <a:pt x="161" y="5196"/>
                    <a:pt x="1684" y="6537"/>
                    <a:pt x="3435" y="6537"/>
                  </a:cubicBezTo>
                  <a:cubicBezTo>
                    <a:pt x="3469" y="6537"/>
                    <a:pt x="3502" y="6537"/>
                    <a:pt x="3535" y="6536"/>
                  </a:cubicBezTo>
                  <a:cubicBezTo>
                    <a:pt x="5333" y="6427"/>
                    <a:pt x="6691" y="4847"/>
                    <a:pt x="6582" y="3053"/>
                  </a:cubicBezTo>
                  <a:cubicBezTo>
                    <a:pt x="6478" y="1323"/>
                    <a:pt x="5063" y="0"/>
                    <a:pt x="3358" y="0"/>
                  </a:cubicBez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10" name="Google Shape;2638;p59"/>
            <p:cNvSpPr/>
            <p:nvPr/>
          </p:nvSpPr>
          <p:spPr>
            <a:xfrm>
              <a:off x="2053725" y="4965175"/>
              <a:ext cx="44975" cy="88400"/>
            </a:xfrm>
            <a:custGeom>
              <a:avLst/>
              <a:ahLst/>
              <a:rect l="l" t="t" r="r" b="b"/>
              <a:pathLst>
                <a:path w="1799" h="3536" extrusionOk="0">
                  <a:moveTo>
                    <a:pt x="1" y="1"/>
                  </a:moveTo>
                  <a:lnTo>
                    <a:pt x="493" y="3535"/>
                  </a:lnTo>
                  <a:lnTo>
                    <a:pt x="1799" y="3535"/>
                  </a:lnTo>
                  <a:cubicBezTo>
                    <a:pt x="1416" y="2503"/>
                    <a:pt x="1255" y="218"/>
                    <a:pt x="1255" y="218"/>
                  </a:cubicBezTo>
                  <a:lnTo>
                    <a:pt x="1" y="1"/>
                  </a:lnTo>
                  <a:close/>
                </a:path>
              </a:pathLst>
            </a:custGeom>
            <a:solidFill>
              <a:schemeClr val="accent4"/>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11" name="Google Shape;2639;p59"/>
            <p:cNvSpPr/>
            <p:nvPr/>
          </p:nvSpPr>
          <p:spPr>
            <a:xfrm>
              <a:off x="2200650" y="4488700"/>
              <a:ext cx="330625" cy="283350"/>
            </a:xfrm>
            <a:custGeom>
              <a:avLst/>
              <a:ahLst/>
              <a:rect l="l" t="t" r="r" b="b"/>
              <a:pathLst>
                <a:path w="13225" h="11334" extrusionOk="0">
                  <a:moveTo>
                    <a:pt x="8472" y="1"/>
                  </a:moveTo>
                  <a:cubicBezTo>
                    <a:pt x="4013" y="1"/>
                    <a:pt x="265" y="3451"/>
                    <a:pt x="0" y="7960"/>
                  </a:cubicBezTo>
                  <a:cubicBezTo>
                    <a:pt x="0" y="9862"/>
                    <a:pt x="1089" y="10898"/>
                    <a:pt x="2068" y="11333"/>
                  </a:cubicBezTo>
                  <a:cubicBezTo>
                    <a:pt x="2068" y="11333"/>
                    <a:pt x="492" y="6488"/>
                    <a:pt x="3648" y="3006"/>
                  </a:cubicBezTo>
                  <a:cubicBezTo>
                    <a:pt x="5326" y="1127"/>
                    <a:pt x="7433" y="539"/>
                    <a:pt x="9302" y="539"/>
                  </a:cubicBezTo>
                  <a:cubicBezTo>
                    <a:pt x="10948" y="539"/>
                    <a:pt x="12409" y="996"/>
                    <a:pt x="13225" y="1430"/>
                  </a:cubicBezTo>
                  <a:cubicBezTo>
                    <a:pt x="12028" y="612"/>
                    <a:pt x="10556" y="68"/>
                    <a:pt x="8980" y="15"/>
                  </a:cubicBezTo>
                  <a:cubicBezTo>
                    <a:pt x="8810" y="5"/>
                    <a:pt x="8640" y="1"/>
                    <a:pt x="8472"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12" name="Google Shape;2640;p59"/>
            <p:cNvSpPr/>
            <p:nvPr/>
          </p:nvSpPr>
          <p:spPr>
            <a:xfrm>
              <a:off x="2347550" y="4528475"/>
              <a:ext cx="236725" cy="174125"/>
            </a:xfrm>
            <a:custGeom>
              <a:avLst/>
              <a:ahLst/>
              <a:rect l="l" t="t" r="r" b="b"/>
              <a:pathLst>
                <a:path w="9469" h="6965" extrusionOk="0">
                  <a:moveTo>
                    <a:pt x="3592" y="0"/>
                  </a:moveTo>
                  <a:cubicBezTo>
                    <a:pt x="2721" y="0"/>
                    <a:pt x="1799" y="218"/>
                    <a:pt x="1037" y="710"/>
                  </a:cubicBezTo>
                  <a:cubicBezTo>
                    <a:pt x="545" y="1036"/>
                    <a:pt x="57" y="1472"/>
                    <a:pt x="1" y="2068"/>
                  </a:cubicBezTo>
                  <a:cubicBezTo>
                    <a:pt x="1" y="2612"/>
                    <a:pt x="384" y="3104"/>
                    <a:pt x="819" y="3430"/>
                  </a:cubicBezTo>
                  <a:cubicBezTo>
                    <a:pt x="1254" y="3757"/>
                    <a:pt x="1799" y="3866"/>
                    <a:pt x="2343" y="4083"/>
                  </a:cubicBezTo>
                  <a:cubicBezTo>
                    <a:pt x="3866" y="4571"/>
                    <a:pt x="5281" y="5333"/>
                    <a:pt x="6530" y="6369"/>
                  </a:cubicBezTo>
                  <a:cubicBezTo>
                    <a:pt x="6804" y="6586"/>
                    <a:pt x="7074" y="6856"/>
                    <a:pt x="7457" y="6913"/>
                  </a:cubicBezTo>
                  <a:cubicBezTo>
                    <a:pt x="7510" y="6965"/>
                    <a:pt x="7566" y="6965"/>
                    <a:pt x="7618" y="6965"/>
                  </a:cubicBezTo>
                  <a:cubicBezTo>
                    <a:pt x="8002" y="6965"/>
                    <a:pt x="8328" y="6747"/>
                    <a:pt x="8598" y="6477"/>
                  </a:cubicBezTo>
                  <a:cubicBezTo>
                    <a:pt x="8872" y="6151"/>
                    <a:pt x="8981" y="5716"/>
                    <a:pt x="9033" y="5280"/>
                  </a:cubicBezTo>
                  <a:cubicBezTo>
                    <a:pt x="9468" y="2177"/>
                    <a:pt x="6478" y="0"/>
                    <a:pt x="3592" y="0"/>
                  </a:cubicBezTo>
                  <a:close/>
                </a:path>
              </a:pathLst>
            </a:custGeom>
            <a:solidFill>
              <a:srgbClr val="EE747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13" name="Google Shape;2641;p59"/>
            <p:cNvSpPr/>
            <p:nvPr/>
          </p:nvSpPr>
          <p:spPr>
            <a:xfrm>
              <a:off x="2523100" y="4735225"/>
              <a:ext cx="58450" cy="58575"/>
            </a:xfrm>
            <a:custGeom>
              <a:avLst/>
              <a:ahLst/>
              <a:rect l="l" t="t" r="r" b="b"/>
              <a:pathLst>
                <a:path w="2338" h="2343" extrusionOk="0">
                  <a:moveTo>
                    <a:pt x="1358" y="1"/>
                  </a:moveTo>
                  <a:cubicBezTo>
                    <a:pt x="1141" y="1"/>
                    <a:pt x="923" y="57"/>
                    <a:pt x="705" y="166"/>
                  </a:cubicBezTo>
                  <a:cubicBezTo>
                    <a:pt x="218" y="436"/>
                    <a:pt x="0" y="1146"/>
                    <a:pt x="218" y="1690"/>
                  </a:cubicBezTo>
                  <a:cubicBezTo>
                    <a:pt x="270" y="1799"/>
                    <a:pt x="327" y="1960"/>
                    <a:pt x="435" y="2016"/>
                  </a:cubicBezTo>
                  <a:cubicBezTo>
                    <a:pt x="705" y="2286"/>
                    <a:pt x="923" y="2343"/>
                    <a:pt x="1197" y="2343"/>
                  </a:cubicBezTo>
                  <a:cubicBezTo>
                    <a:pt x="1850" y="2343"/>
                    <a:pt x="2338" y="1524"/>
                    <a:pt x="2229" y="763"/>
                  </a:cubicBezTo>
                  <a:cubicBezTo>
                    <a:pt x="2229" y="602"/>
                    <a:pt x="2177" y="436"/>
                    <a:pt x="2068" y="275"/>
                  </a:cubicBezTo>
                  <a:cubicBezTo>
                    <a:pt x="1959" y="57"/>
                    <a:pt x="1685" y="1"/>
                    <a:pt x="1358" y="1"/>
                  </a:cubicBezTo>
                  <a:close/>
                </a:path>
              </a:pathLst>
            </a:custGeom>
            <a:solidFill>
              <a:srgbClr val="EE747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14" name="Google Shape;2642;p59"/>
            <p:cNvSpPr/>
            <p:nvPr/>
          </p:nvSpPr>
          <p:spPr>
            <a:xfrm>
              <a:off x="1957200" y="4653625"/>
              <a:ext cx="198650" cy="66725"/>
            </a:xfrm>
            <a:custGeom>
              <a:avLst/>
              <a:ahLst/>
              <a:rect l="l" t="t" r="r" b="b"/>
              <a:pathLst>
                <a:path w="7946" h="2669" extrusionOk="0">
                  <a:moveTo>
                    <a:pt x="3810" y="0"/>
                  </a:moveTo>
                  <a:cubicBezTo>
                    <a:pt x="3048" y="0"/>
                    <a:pt x="2177" y="57"/>
                    <a:pt x="1468" y="435"/>
                  </a:cubicBezTo>
                  <a:cubicBezTo>
                    <a:pt x="872" y="710"/>
                    <a:pt x="1" y="1471"/>
                    <a:pt x="488" y="2233"/>
                  </a:cubicBezTo>
                  <a:cubicBezTo>
                    <a:pt x="706" y="2560"/>
                    <a:pt x="1141" y="2668"/>
                    <a:pt x="1577" y="2668"/>
                  </a:cubicBezTo>
                  <a:lnTo>
                    <a:pt x="1633" y="2668"/>
                  </a:lnTo>
                  <a:cubicBezTo>
                    <a:pt x="2286" y="2612"/>
                    <a:pt x="2883" y="2503"/>
                    <a:pt x="3536" y="2394"/>
                  </a:cubicBezTo>
                  <a:cubicBezTo>
                    <a:pt x="3592" y="2394"/>
                    <a:pt x="3644" y="2342"/>
                    <a:pt x="3644" y="2342"/>
                  </a:cubicBezTo>
                  <a:cubicBezTo>
                    <a:pt x="4297" y="2285"/>
                    <a:pt x="4950" y="2233"/>
                    <a:pt x="5603" y="2233"/>
                  </a:cubicBezTo>
                  <a:cubicBezTo>
                    <a:pt x="6147" y="2233"/>
                    <a:pt x="6639" y="2233"/>
                    <a:pt x="7127" y="2285"/>
                  </a:cubicBezTo>
                  <a:cubicBezTo>
                    <a:pt x="7235" y="2285"/>
                    <a:pt x="7344" y="2342"/>
                    <a:pt x="7453" y="2342"/>
                  </a:cubicBezTo>
                  <a:cubicBezTo>
                    <a:pt x="7510" y="2342"/>
                    <a:pt x="7562" y="2342"/>
                    <a:pt x="7671" y="2285"/>
                  </a:cubicBezTo>
                  <a:cubicBezTo>
                    <a:pt x="7780" y="2233"/>
                    <a:pt x="7945" y="2124"/>
                    <a:pt x="7945" y="1959"/>
                  </a:cubicBezTo>
                  <a:cubicBezTo>
                    <a:pt x="7945" y="1850"/>
                    <a:pt x="7888" y="1741"/>
                    <a:pt x="7836" y="1632"/>
                  </a:cubicBezTo>
                  <a:cubicBezTo>
                    <a:pt x="7018" y="383"/>
                    <a:pt x="5277" y="0"/>
                    <a:pt x="3862" y="0"/>
                  </a:cubicBezTo>
                  <a:close/>
                </a:path>
              </a:pathLst>
            </a:custGeom>
            <a:solidFill>
              <a:srgbClr val="EE747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15" name="Google Shape;2643;p59"/>
            <p:cNvSpPr/>
            <p:nvPr/>
          </p:nvSpPr>
          <p:spPr>
            <a:xfrm>
              <a:off x="1906825" y="4706725"/>
              <a:ext cx="46275" cy="51700"/>
            </a:xfrm>
            <a:custGeom>
              <a:avLst/>
              <a:ahLst/>
              <a:rect l="l" t="t" r="r" b="b"/>
              <a:pathLst>
                <a:path w="1851" h="2068" extrusionOk="0">
                  <a:moveTo>
                    <a:pt x="1198" y="0"/>
                  </a:moveTo>
                  <a:cubicBezTo>
                    <a:pt x="1089" y="0"/>
                    <a:pt x="928" y="53"/>
                    <a:pt x="762" y="161"/>
                  </a:cubicBezTo>
                  <a:cubicBezTo>
                    <a:pt x="436" y="488"/>
                    <a:pt x="1" y="1250"/>
                    <a:pt x="218" y="1742"/>
                  </a:cubicBezTo>
                  <a:cubicBezTo>
                    <a:pt x="327" y="1959"/>
                    <a:pt x="601" y="2068"/>
                    <a:pt x="871" y="2068"/>
                  </a:cubicBezTo>
                  <a:lnTo>
                    <a:pt x="980" y="2068"/>
                  </a:lnTo>
                  <a:cubicBezTo>
                    <a:pt x="1306" y="2011"/>
                    <a:pt x="1524" y="1794"/>
                    <a:pt x="1689" y="1524"/>
                  </a:cubicBezTo>
                  <a:cubicBezTo>
                    <a:pt x="1798" y="1250"/>
                    <a:pt x="1851" y="980"/>
                    <a:pt x="1851" y="653"/>
                  </a:cubicBezTo>
                  <a:cubicBezTo>
                    <a:pt x="1798" y="270"/>
                    <a:pt x="1524" y="0"/>
                    <a:pt x="1198" y="0"/>
                  </a:cubicBezTo>
                  <a:close/>
                </a:path>
              </a:pathLst>
            </a:custGeom>
            <a:solidFill>
              <a:srgbClr val="EE7478"/>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16" name="Google Shape;2644;p59"/>
            <p:cNvSpPr/>
            <p:nvPr/>
          </p:nvSpPr>
          <p:spPr>
            <a:xfrm>
              <a:off x="2585675" y="4294500"/>
              <a:ext cx="405375" cy="178275"/>
            </a:xfrm>
            <a:custGeom>
              <a:avLst/>
              <a:ahLst/>
              <a:rect l="l" t="t" r="r" b="b"/>
              <a:pathLst>
                <a:path w="16215" h="7131" extrusionOk="0">
                  <a:moveTo>
                    <a:pt x="15779" y="0"/>
                  </a:moveTo>
                  <a:cubicBezTo>
                    <a:pt x="14852" y="2886"/>
                    <a:pt x="12406" y="5172"/>
                    <a:pt x="9250" y="6151"/>
                  </a:cubicBezTo>
                  <a:cubicBezTo>
                    <a:pt x="8179" y="6484"/>
                    <a:pt x="7088" y="6647"/>
                    <a:pt x="6017" y="6647"/>
                  </a:cubicBezTo>
                  <a:cubicBezTo>
                    <a:pt x="3933" y="6647"/>
                    <a:pt x="1923" y="6030"/>
                    <a:pt x="270" y="4845"/>
                  </a:cubicBezTo>
                  <a:lnTo>
                    <a:pt x="0" y="5224"/>
                  </a:lnTo>
                  <a:cubicBezTo>
                    <a:pt x="1741" y="6478"/>
                    <a:pt x="3809" y="7131"/>
                    <a:pt x="5985" y="7131"/>
                  </a:cubicBezTo>
                  <a:cubicBezTo>
                    <a:pt x="7126" y="7131"/>
                    <a:pt x="8271" y="6913"/>
                    <a:pt x="9411" y="6586"/>
                  </a:cubicBezTo>
                  <a:cubicBezTo>
                    <a:pt x="12676" y="5550"/>
                    <a:pt x="15235" y="3156"/>
                    <a:pt x="16215" y="166"/>
                  </a:cubicBezTo>
                  <a:lnTo>
                    <a:pt x="15779" y="0"/>
                  </a:lnTo>
                  <a:close/>
                </a:path>
              </a:pathLst>
            </a:custGeom>
            <a:solidFill>
              <a:srgbClr val="D9E5E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17" name="Google Shape;2645;p59"/>
            <p:cNvSpPr/>
            <p:nvPr/>
          </p:nvSpPr>
          <p:spPr>
            <a:xfrm>
              <a:off x="2463250" y="4133475"/>
              <a:ext cx="253025" cy="399150"/>
            </a:xfrm>
            <a:custGeom>
              <a:avLst/>
              <a:ahLst/>
              <a:rect l="l" t="t" r="r" b="b"/>
              <a:pathLst>
                <a:path w="10121" h="15966" extrusionOk="0">
                  <a:moveTo>
                    <a:pt x="2698" y="0"/>
                  </a:moveTo>
                  <a:cubicBezTo>
                    <a:pt x="2670" y="0"/>
                    <a:pt x="2641" y="7"/>
                    <a:pt x="2612" y="21"/>
                  </a:cubicBezTo>
                  <a:cubicBezTo>
                    <a:pt x="1306" y="456"/>
                    <a:pt x="0" y="1819"/>
                    <a:pt x="544" y="3995"/>
                  </a:cubicBezTo>
                  <a:cubicBezTo>
                    <a:pt x="1306" y="7151"/>
                    <a:pt x="5276" y="13354"/>
                    <a:pt x="9737" y="15909"/>
                  </a:cubicBezTo>
                  <a:cubicBezTo>
                    <a:pt x="9794" y="15909"/>
                    <a:pt x="9846" y="15966"/>
                    <a:pt x="9903" y="15966"/>
                  </a:cubicBezTo>
                  <a:cubicBezTo>
                    <a:pt x="9955" y="15966"/>
                    <a:pt x="10012" y="15909"/>
                    <a:pt x="10064" y="15800"/>
                  </a:cubicBezTo>
                  <a:cubicBezTo>
                    <a:pt x="10121" y="15691"/>
                    <a:pt x="10121" y="15583"/>
                    <a:pt x="10012" y="15530"/>
                  </a:cubicBezTo>
                  <a:cubicBezTo>
                    <a:pt x="5602" y="13027"/>
                    <a:pt x="1741" y="6986"/>
                    <a:pt x="979" y="3886"/>
                  </a:cubicBezTo>
                  <a:cubicBezTo>
                    <a:pt x="544" y="1980"/>
                    <a:pt x="1685" y="839"/>
                    <a:pt x="2773" y="456"/>
                  </a:cubicBezTo>
                  <a:cubicBezTo>
                    <a:pt x="2882" y="404"/>
                    <a:pt x="2938" y="239"/>
                    <a:pt x="2882" y="130"/>
                  </a:cubicBezTo>
                  <a:cubicBezTo>
                    <a:pt x="2843" y="50"/>
                    <a:pt x="2775" y="0"/>
                    <a:pt x="2698" y="0"/>
                  </a:cubicBezTo>
                  <a:close/>
                </a:path>
              </a:pathLst>
            </a:custGeom>
            <a:solidFill>
              <a:srgbClr val="DFEBF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18" name="Google Shape;2646;p59"/>
            <p:cNvSpPr/>
            <p:nvPr/>
          </p:nvSpPr>
          <p:spPr>
            <a:xfrm>
              <a:off x="2472700" y="4132675"/>
              <a:ext cx="238125" cy="399950"/>
            </a:xfrm>
            <a:custGeom>
              <a:avLst/>
              <a:ahLst/>
              <a:rect l="l" t="t" r="r" b="b"/>
              <a:pathLst>
                <a:path w="9525" h="15998" extrusionOk="0">
                  <a:moveTo>
                    <a:pt x="2286" y="1"/>
                  </a:moveTo>
                  <a:cubicBezTo>
                    <a:pt x="2068" y="53"/>
                    <a:pt x="1907" y="162"/>
                    <a:pt x="1690" y="271"/>
                  </a:cubicBezTo>
                  <a:cubicBezTo>
                    <a:pt x="1633" y="327"/>
                    <a:pt x="1524" y="379"/>
                    <a:pt x="1415" y="436"/>
                  </a:cubicBezTo>
                  <a:lnTo>
                    <a:pt x="1307" y="545"/>
                  </a:lnTo>
                  <a:lnTo>
                    <a:pt x="1472" y="436"/>
                  </a:lnTo>
                  <a:cubicBezTo>
                    <a:pt x="1524" y="379"/>
                    <a:pt x="1633" y="327"/>
                    <a:pt x="1742" y="271"/>
                  </a:cubicBezTo>
                  <a:cubicBezTo>
                    <a:pt x="1798" y="218"/>
                    <a:pt x="1907" y="218"/>
                    <a:pt x="2016" y="162"/>
                  </a:cubicBezTo>
                  <a:lnTo>
                    <a:pt x="2177" y="109"/>
                  </a:lnTo>
                  <a:lnTo>
                    <a:pt x="2234" y="53"/>
                  </a:lnTo>
                  <a:lnTo>
                    <a:pt x="2286" y="53"/>
                  </a:lnTo>
                  <a:cubicBezTo>
                    <a:pt x="2395" y="53"/>
                    <a:pt x="2504" y="109"/>
                    <a:pt x="2504" y="218"/>
                  </a:cubicBezTo>
                  <a:cubicBezTo>
                    <a:pt x="2504" y="327"/>
                    <a:pt x="2451" y="436"/>
                    <a:pt x="2395" y="436"/>
                  </a:cubicBezTo>
                  <a:cubicBezTo>
                    <a:pt x="2177" y="545"/>
                    <a:pt x="1960" y="597"/>
                    <a:pt x="1798" y="762"/>
                  </a:cubicBezTo>
                  <a:cubicBezTo>
                    <a:pt x="2016" y="654"/>
                    <a:pt x="2177" y="545"/>
                    <a:pt x="2395" y="488"/>
                  </a:cubicBezTo>
                  <a:cubicBezTo>
                    <a:pt x="2451" y="488"/>
                    <a:pt x="2504" y="436"/>
                    <a:pt x="2504" y="379"/>
                  </a:cubicBezTo>
                  <a:cubicBezTo>
                    <a:pt x="2560" y="327"/>
                    <a:pt x="2560" y="271"/>
                    <a:pt x="2560" y="218"/>
                  </a:cubicBezTo>
                  <a:cubicBezTo>
                    <a:pt x="2504" y="109"/>
                    <a:pt x="2395" y="1"/>
                    <a:pt x="2286" y="1"/>
                  </a:cubicBezTo>
                  <a:close/>
                  <a:moveTo>
                    <a:pt x="1798" y="762"/>
                  </a:moveTo>
                  <a:cubicBezTo>
                    <a:pt x="1633" y="871"/>
                    <a:pt x="1472" y="980"/>
                    <a:pt x="1307" y="1141"/>
                  </a:cubicBezTo>
                  <a:cubicBezTo>
                    <a:pt x="1472" y="1032"/>
                    <a:pt x="1633" y="871"/>
                    <a:pt x="1798" y="762"/>
                  </a:cubicBezTo>
                  <a:close/>
                  <a:moveTo>
                    <a:pt x="1307" y="1141"/>
                  </a:moveTo>
                  <a:lnTo>
                    <a:pt x="1307" y="1141"/>
                  </a:lnTo>
                  <a:cubicBezTo>
                    <a:pt x="1198" y="1198"/>
                    <a:pt x="1146" y="1307"/>
                    <a:pt x="1089" y="1359"/>
                  </a:cubicBezTo>
                  <a:cubicBezTo>
                    <a:pt x="1037" y="1415"/>
                    <a:pt x="1037" y="1468"/>
                    <a:pt x="980" y="1524"/>
                  </a:cubicBezTo>
                  <a:lnTo>
                    <a:pt x="1089" y="1415"/>
                  </a:lnTo>
                  <a:cubicBezTo>
                    <a:pt x="1146" y="1307"/>
                    <a:pt x="1254" y="1250"/>
                    <a:pt x="1307" y="1141"/>
                  </a:cubicBezTo>
                  <a:close/>
                  <a:moveTo>
                    <a:pt x="1307" y="545"/>
                  </a:moveTo>
                  <a:cubicBezTo>
                    <a:pt x="1254" y="545"/>
                    <a:pt x="1198" y="597"/>
                    <a:pt x="1198" y="597"/>
                  </a:cubicBezTo>
                  <a:cubicBezTo>
                    <a:pt x="871" y="871"/>
                    <a:pt x="545" y="1250"/>
                    <a:pt x="384" y="1633"/>
                  </a:cubicBezTo>
                  <a:cubicBezTo>
                    <a:pt x="601" y="1250"/>
                    <a:pt x="871" y="923"/>
                    <a:pt x="1198" y="654"/>
                  </a:cubicBezTo>
                  <a:cubicBezTo>
                    <a:pt x="1254" y="597"/>
                    <a:pt x="1307" y="597"/>
                    <a:pt x="1307" y="545"/>
                  </a:cubicBezTo>
                  <a:close/>
                  <a:moveTo>
                    <a:pt x="384" y="1633"/>
                  </a:moveTo>
                  <a:lnTo>
                    <a:pt x="384" y="1633"/>
                  </a:lnTo>
                  <a:cubicBezTo>
                    <a:pt x="166" y="2012"/>
                    <a:pt x="57" y="2447"/>
                    <a:pt x="57" y="2830"/>
                  </a:cubicBezTo>
                  <a:cubicBezTo>
                    <a:pt x="110" y="2447"/>
                    <a:pt x="218" y="2012"/>
                    <a:pt x="384" y="1633"/>
                  </a:cubicBezTo>
                  <a:close/>
                  <a:moveTo>
                    <a:pt x="980" y="1524"/>
                  </a:moveTo>
                  <a:lnTo>
                    <a:pt x="871" y="1633"/>
                  </a:lnTo>
                  <a:cubicBezTo>
                    <a:pt x="654" y="2012"/>
                    <a:pt x="545" y="2447"/>
                    <a:pt x="493" y="2882"/>
                  </a:cubicBezTo>
                  <a:lnTo>
                    <a:pt x="493" y="2991"/>
                  </a:lnTo>
                  <a:lnTo>
                    <a:pt x="493" y="3157"/>
                  </a:lnTo>
                  <a:lnTo>
                    <a:pt x="493" y="3318"/>
                  </a:lnTo>
                  <a:lnTo>
                    <a:pt x="545" y="3483"/>
                  </a:lnTo>
                  <a:lnTo>
                    <a:pt x="545" y="3318"/>
                  </a:lnTo>
                  <a:lnTo>
                    <a:pt x="545" y="3157"/>
                  </a:lnTo>
                  <a:lnTo>
                    <a:pt x="545" y="2991"/>
                  </a:lnTo>
                  <a:lnTo>
                    <a:pt x="545" y="2882"/>
                  </a:lnTo>
                  <a:cubicBezTo>
                    <a:pt x="545" y="2447"/>
                    <a:pt x="710" y="2012"/>
                    <a:pt x="928" y="1633"/>
                  </a:cubicBezTo>
                  <a:cubicBezTo>
                    <a:pt x="928" y="1633"/>
                    <a:pt x="980" y="1576"/>
                    <a:pt x="980" y="1524"/>
                  </a:cubicBezTo>
                  <a:close/>
                  <a:moveTo>
                    <a:pt x="545" y="3483"/>
                  </a:moveTo>
                  <a:cubicBezTo>
                    <a:pt x="545" y="3701"/>
                    <a:pt x="601" y="3918"/>
                    <a:pt x="654" y="4136"/>
                  </a:cubicBezTo>
                  <a:cubicBezTo>
                    <a:pt x="762" y="4515"/>
                    <a:pt x="928" y="4950"/>
                    <a:pt x="1089" y="5333"/>
                  </a:cubicBezTo>
                  <a:cubicBezTo>
                    <a:pt x="928" y="4950"/>
                    <a:pt x="819" y="4515"/>
                    <a:pt x="710" y="4136"/>
                  </a:cubicBezTo>
                  <a:lnTo>
                    <a:pt x="545" y="3483"/>
                  </a:lnTo>
                  <a:close/>
                  <a:moveTo>
                    <a:pt x="1089" y="5333"/>
                  </a:moveTo>
                  <a:cubicBezTo>
                    <a:pt x="1254" y="5712"/>
                    <a:pt x="1415" y="6147"/>
                    <a:pt x="1633" y="6530"/>
                  </a:cubicBezTo>
                  <a:cubicBezTo>
                    <a:pt x="2016" y="7292"/>
                    <a:pt x="2451" y="7997"/>
                    <a:pt x="2887" y="8706"/>
                  </a:cubicBezTo>
                  <a:cubicBezTo>
                    <a:pt x="2451" y="7997"/>
                    <a:pt x="2016" y="7235"/>
                    <a:pt x="1633" y="6473"/>
                  </a:cubicBezTo>
                  <a:cubicBezTo>
                    <a:pt x="1472" y="6095"/>
                    <a:pt x="1254" y="5712"/>
                    <a:pt x="1089" y="5333"/>
                  </a:cubicBezTo>
                  <a:close/>
                  <a:moveTo>
                    <a:pt x="2887" y="8706"/>
                  </a:moveTo>
                  <a:cubicBezTo>
                    <a:pt x="3374" y="9468"/>
                    <a:pt x="3866" y="10121"/>
                    <a:pt x="4410" y="10826"/>
                  </a:cubicBezTo>
                  <a:cubicBezTo>
                    <a:pt x="3866" y="10121"/>
                    <a:pt x="3374" y="9412"/>
                    <a:pt x="2887" y="8706"/>
                  </a:cubicBezTo>
                  <a:close/>
                  <a:moveTo>
                    <a:pt x="57" y="2830"/>
                  </a:moveTo>
                  <a:lnTo>
                    <a:pt x="57" y="2830"/>
                  </a:lnTo>
                  <a:cubicBezTo>
                    <a:pt x="1" y="3265"/>
                    <a:pt x="57" y="3701"/>
                    <a:pt x="166" y="4136"/>
                  </a:cubicBezTo>
                  <a:cubicBezTo>
                    <a:pt x="384" y="4950"/>
                    <a:pt x="710" y="5768"/>
                    <a:pt x="1089" y="6530"/>
                  </a:cubicBezTo>
                  <a:cubicBezTo>
                    <a:pt x="1472" y="7292"/>
                    <a:pt x="1907" y="8054"/>
                    <a:pt x="2343" y="8759"/>
                  </a:cubicBezTo>
                  <a:lnTo>
                    <a:pt x="3810" y="10883"/>
                  </a:lnTo>
                  <a:cubicBezTo>
                    <a:pt x="4354" y="11536"/>
                    <a:pt x="4898" y="12189"/>
                    <a:pt x="5498" y="12842"/>
                  </a:cubicBezTo>
                  <a:cubicBezTo>
                    <a:pt x="6095" y="13438"/>
                    <a:pt x="6695" y="14039"/>
                    <a:pt x="7348" y="14583"/>
                  </a:cubicBezTo>
                  <a:cubicBezTo>
                    <a:pt x="7509" y="14692"/>
                    <a:pt x="7675" y="14853"/>
                    <a:pt x="7836" y="14962"/>
                  </a:cubicBezTo>
                  <a:lnTo>
                    <a:pt x="8110" y="15179"/>
                  </a:lnTo>
                  <a:lnTo>
                    <a:pt x="8380" y="15345"/>
                  </a:lnTo>
                  <a:cubicBezTo>
                    <a:pt x="8545" y="15454"/>
                    <a:pt x="8763" y="15615"/>
                    <a:pt x="8924" y="15723"/>
                  </a:cubicBezTo>
                  <a:cubicBezTo>
                    <a:pt x="9033" y="15780"/>
                    <a:pt x="9090" y="15832"/>
                    <a:pt x="9198" y="15889"/>
                  </a:cubicBezTo>
                  <a:lnTo>
                    <a:pt x="9307" y="15941"/>
                  </a:lnTo>
                  <a:lnTo>
                    <a:pt x="9359" y="15998"/>
                  </a:lnTo>
                  <a:lnTo>
                    <a:pt x="9525" y="15998"/>
                  </a:lnTo>
                  <a:lnTo>
                    <a:pt x="9525" y="15941"/>
                  </a:lnTo>
                  <a:lnTo>
                    <a:pt x="9416" y="15941"/>
                  </a:lnTo>
                  <a:lnTo>
                    <a:pt x="9416" y="15889"/>
                  </a:lnTo>
                  <a:lnTo>
                    <a:pt x="9359" y="15889"/>
                  </a:lnTo>
                  <a:lnTo>
                    <a:pt x="9251" y="15832"/>
                  </a:lnTo>
                  <a:cubicBezTo>
                    <a:pt x="9142" y="15780"/>
                    <a:pt x="9033" y="15723"/>
                    <a:pt x="8981" y="15671"/>
                  </a:cubicBezTo>
                  <a:cubicBezTo>
                    <a:pt x="8763" y="15506"/>
                    <a:pt x="8598" y="15397"/>
                    <a:pt x="8437" y="15288"/>
                  </a:cubicBezTo>
                  <a:lnTo>
                    <a:pt x="8162" y="15127"/>
                  </a:lnTo>
                  <a:lnTo>
                    <a:pt x="7893" y="14909"/>
                  </a:lnTo>
                  <a:cubicBezTo>
                    <a:pt x="7727" y="14801"/>
                    <a:pt x="7566" y="14635"/>
                    <a:pt x="7401" y="14526"/>
                  </a:cubicBezTo>
                  <a:cubicBezTo>
                    <a:pt x="6748" y="13982"/>
                    <a:pt x="6095" y="13386"/>
                    <a:pt x="5551" y="12785"/>
                  </a:cubicBezTo>
                  <a:cubicBezTo>
                    <a:pt x="4954" y="12132"/>
                    <a:pt x="4410" y="11479"/>
                    <a:pt x="3866" y="10826"/>
                  </a:cubicBezTo>
                  <a:cubicBezTo>
                    <a:pt x="3374" y="10173"/>
                    <a:pt x="2887" y="9468"/>
                    <a:pt x="2395" y="8706"/>
                  </a:cubicBezTo>
                  <a:cubicBezTo>
                    <a:pt x="1960" y="7997"/>
                    <a:pt x="1524" y="7292"/>
                    <a:pt x="1146" y="6473"/>
                  </a:cubicBezTo>
                  <a:cubicBezTo>
                    <a:pt x="762" y="5712"/>
                    <a:pt x="436" y="4950"/>
                    <a:pt x="218" y="4136"/>
                  </a:cubicBezTo>
                  <a:cubicBezTo>
                    <a:pt x="110" y="3701"/>
                    <a:pt x="57" y="3265"/>
                    <a:pt x="57" y="2830"/>
                  </a:cubicBezTo>
                  <a:close/>
                </a:path>
              </a:pathLst>
            </a:custGeom>
            <a:solidFill>
              <a:srgbClr val="BAC4C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19" name="Google Shape;2647;p59"/>
            <p:cNvSpPr/>
            <p:nvPr/>
          </p:nvSpPr>
          <p:spPr>
            <a:xfrm>
              <a:off x="2524400" y="4120700"/>
              <a:ext cx="35400" cy="28650"/>
            </a:xfrm>
            <a:custGeom>
              <a:avLst/>
              <a:ahLst/>
              <a:rect l="l" t="t" r="r" b="b"/>
              <a:pathLst>
                <a:path w="1416" h="1146" extrusionOk="0">
                  <a:moveTo>
                    <a:pt x="962" y="0"/>
                  </a:moveTo>
                  <a:cubicBezTo>
                    <a:pt x="913" y="0"/>
                    <a:pt x="864" y="14"/>
                    <a:pt x="819" y="44"/>
                  </a:cubicBezTo>
                  <a:lnTo>
                    <a:pt x="275" y="205"/>
                  </a:lnTo>
                  <a:cubicBezTo>
                    <a:pt x="57" y="314"/>
                    <a:pt x="0" y="480"/>
                    <a:pt x="57" y="697"/>
                  </a:cubicBezTo>
                  <a:lnTo>
                    <a:pt x="109" y="915"/>
                  </a:lnTo>
                  <a:cubicBezTo>
                    <a:pt x="199" y="1048"/>
                    <a:pt x="328" y="1146"/>
                    <a:pt x="493" y="1146"/>
                  </a:cubicBezTo>
                  <a:cubicBezTo>
                    <a:pt x="528" y="1146"/>
                    <a:pt x="564" y="1142"/>
                    <a:pt x="601" y="1133"/>
                  </a:cubicBezTo>
                  <a:lnTo>
                    <a:pt x="1145" y="915"/>
                  </a:lnTo>
                  <a:cubicBezTo>
                    <a:pt x="1306" y="858"/>
                    <a:pt x="1415" y="641"/>
                    <a:pt x="1363" y="480"/>
                  </a:cubicBezTo>
                  <a:lnTo>
                    <a:pt x="1254" y="205"/>
                  </a:lnTo>
                  <a:cubicBezTo>
                    <a:pt x="1213" y="89"/>
                    <a:pt x="1089" y="0"/>
                    <a:pt x="962" y="0"/>
                  </a:cubicBez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20" name="Google Shape;2648;p59"/>
            <p:cNvSpPr/>
            <p:nvPr/>
          </p:nvSpPr>
          <p:spPr>
            <a:xfrm>
              <a:off x="2524400" y="4125825"/>
              <a:ext cx="35400" cy="23525"/>
            </a:xfrm>
            <a:custGeom>
              <a:avLst/>
              <a:ahLst/>
              <a:rect l="l" t="t" r="r" b="b"/>
              <a:pathLst>
                <a:path w="1416" h="941" extrusionOk="0">
                  <a:moveTo>
                    <a:pt x="275" y="0"/>
                  </a:moveTo>
                  <a:cubicBezTo>
                    <a:pt x="57" y="109"/>
                    <a:pt x="0" y="275"/>
                    <a:pt x="57" y="492"/>
                  </a:cubicBezTo>
                  <a:lnTo>
                    <a:pt x="109" y="710"/>
                  </a:lnTo>
                  <a:cubicBezTo>
                    <a:pt x="199" y="843"/>
                    <a:pt x="328" y="941"/>
                    <a:pt x="493" y="941"/>
                  </a:cubicBezTo>
                  <a:cubicBezTo>
                    <a:pt x="528" y="941"/>
                    <a:pt x="564" y="937"/>
                    <a:pt x="601" y="928"/>
                  </a:cubicBezTo>
                  <a:lnTo>
                    <a:pt x="1145" y="710"/>
                  </a:lnTo>
                  <a:cubicBezTo>
                    <a:pt x="1306" y="653"/>
                    <a:pt x="1415" y="436"/>
                    <a:pt x="1363" y="275"/>
                  </a:cubicBezTo>
                  <a:lnTo>
                    <a:pt x="1363" y="275"/>
                  </a:lnTo>
                  <a:cubicBezTo>
                    <a:pt x="1036" y="383"/>
                    <a:pt x="544" y="601"/>
                    <a:pt x="436" y="601"/>
                  </a:cubicBezTo>
                  <a:cubicBezTo>
                    <a:pt x="428" y="604"/>
                    <a:pt x="419" y="605"/>
                    <a:pt x="411" y="605"/>
                  </a:cubicBezTo>
                  <a:cubicBezTo>
                    <a:pt x="254" y="605"/>
                    <a:pt x="68" y="157"/>
                    <a:pt x="275" y="0"/>
                  </a:cubicBezTo>
                  <a:close/>
                </a:path>
              </a:pathLst>
            </a:custGeom>
            <a:solidFill>
              <a:srgbClr val="385AA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21" name="Google Shape;2649;p59"/>
            <p:cNvSpPr/>
            <p:nvPr/>
          </p:nvSpPr>
          <p:spPr>
            <a:xfrm>
              <a:off x="2540725" y="4102675"/>
              <a:ext cx="66325" cy="48350"/>
            </a:xfrm>
            <a:custGeom>
              <a:avLst/>
              <a:ahLst/>
              <a:rect l="l" t="t" r="r" b="b"/>
              <a:pathLst>
                <a:path w="2653" h="1934" extrusionOk="0">
                  <a:moveTo>
                    <a:pt x="1805" y="1"/>
                  </a:moveTo>
                  <a:cubicBezTo>
                    <a:pt x="1784" y="1"/>
                    <a:pt x="1763" y="2"/>
                    <a:pt x="1741" y="4"/>
                  </a:cubicBezTo>
                  <a:lnTo>
                    <a:pt x="762" y="4"/>
                  </a:lnTo>
                  <a:cubicBezTo>
                    <a:pt x="327" y="56"/>
                    <a:pt x="0" y="491"/>
                    <a:pt x="166" y="926"/>
                  </a:cubicBezTo>
                  <a:lnTo>
                    <a:pt x="383" y="1527"/>
                  </a:lnTo>
                  <a:cubicBezTo>
                    <a:pt x="455" y="1776"/>
                    <a:pt x="715" y="1933"/>
                    <a:pt x="992" y="1933"/>
                  </a:cubicBezTo>
                  <a:cubicBezTo>
                    <a:pt x="1137" y="1933"/>
                    <a:pt x="1285" y="1891"/>
                    <a:pt x="1415" y="1797"/>
                  </a:cubicBezTo>
                  <a:lnTo>
                    <a:pt x="2177" y="1201"/>
                  </a:lnTo>
                  <a:cubicBezTo>
                    <a:pt x="2652" y="780"/>
                    <a:pt x="2412" y="1"/>
                    <a:pt x="1805" y="1"/>
                  </a:cubicBezTo>
                  <a:close/>
                </a:path>
              </a:pathLst>
            </a:custGeom>
            <a:solidFill>
              <a:srgbClr val="BAC4C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22" name="Google Shape;2650;p59"/>
            <p:cNvSpPr/>
            <p:nvPr/>
          </p:nvSpPr>
          <p:spPr>
            <a:xfrm>
              <a:off x="2540725" y="4102750"/>
              <a:ext cx="61275" cy="48275"/>
            </a:xfrm>
            <a:custGeom>
              <a:avLst/>
              <a:ahLst/>
              <a:rect l="l" t="t" r="r" b="b"/>
              <a:pathLst>
                <a:path w="2451" h="1931" extrusionOk="0">
                  <a:moveTo>
                    <a:pt x="762" y="1"/>
                  </a:moveTo>
                  <a:cubicBezTo>
                    <a:pt x="327" y="53"/>
                    <a:pt x="0" y="488"/>
                    <a:pt x="166" y="923"/>
                  </a:cubicBezTo>
                  <a:lnTo>
                    <a:pt x="383" y="1524"/>
                  </a:lnTo>
                  <a:cubicBezTo>
                    <a:pt x="455" y="1773"/>
                    <a:pt x="715" y="1930"/>
                    <a:pt x="992" y="1930"/>
                  </a:cubicBezTo>
                  <a:cubicBezTo>
                    <a:pt x="1137" y="1930"/>
                    <a:pt x="1285" y="1888"/>
                    <a:pt x="1415" y="1794"/>
                  </a:cubicBezTo>
                  <a:lnTo>
                    <a:pt x="2177" y="1198"/>
                  </a:lnTo>
                  <a:cubicBezTo>
                    <a:pt x="2451" y="980"/>
                    <a:pt x="2451" y="654"/>
                    <a:pt x="2394" y="436"/>
                  </a:cubicBezTo>
                  <a:lnTo>
                    <a:pt x="2394" y="436"/>
                  </a:lnTo>
                  <a:cubicBezTo>
                    <a:pt x="2451" y="762"/>
                    <a:pt x="2177" y="1032"/>
                    <a:pt x="1633" y="1306"/>
                  </a:cubicBezTo>
                  <a:cubicBezTo>
                    <a:pt x="1431" y="1418"/>
                    <a:pt x="1257" y="1483"/>
                    <a:pt x="1111" y="1483"/>
                  </a:cubicBezTo>
                  <a:cubicBezTo>
                    <a:pt x="903" y="1483"/>
                    <a:pt x="750" y="1351"/>
                    <a:pt x="653" y="1032"/>
                  </a:cubicBezTo>
                  <a:cubicBezTo>
                    <a:pt x="492" y="545"/>
                    <a:pt x="327" y="162"/>
                    <a:pt x="762" y="1"/>
                  </a:cubicBezTo>
                  <a:close/>
                </a:path>
              </a:pathLst>
            </a:custGeom>
            <a:solidFill>
              <a:srgbClr val="8797A7"/>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23" name="Google Shape;2651;p59"/>
            <p:cNvSpPr/>
            <p:nvPr/>
          </p:nvSpPr>
          <p:spPr>
            <a:xfrm>
              <a:off x="2865875" y="4029275"/>
              <a:ext cx="142800" cy="433925"/>
            </a:xfrm>
            <a:custGeom>
              <a:avLst/>
              <a:ahLst/>
              <a:rect l="l" t="t" r="r" b="b"/>
              <a:pathLst>
                <a:path w="5712" h="17357" extrusionOk="0">
                  <a:moveTo>
                    <a:pt x="1109" y="1"/>
                  </a:moveTo>
                  <a:cubicBezTo>
                    <a:pt x="798" y="1"/>
                    <a:pt x="496" y="41"/>
                    <a:pt x="218" y="110"/>
                  </a:cubicBezTo>
                  <a:cubicBezTo>
                    <a:pt x="110" y="162"/>
                    <a:pt x="1" y="271"/>
                    <a:pt x="53" y="380"/>
                  </a:cubicBezTo>
                  <a:cubicBezTo>
                    <a:pt x="100" y="470"/>
                    <a:pt x="181" y="559"/>
                    <a:pt x="269" y="559"/>
                  </a:cubicBezTo>
                  <a:cubicBezTo>
                    <a:pt x="289" y="559"/>
                    <a:pt x="308" y="555"/>
                    <a:pt x="327" y="545"/>
                  </a:cubicBezTo>
                  <a:cubicBezTo>
                    <a:pt x="568" y="488"/>
                    <a:pt x="827" y="454"/>
                    <a:pt x="1094" y="454"/>
                  </a:cubicBezTo>
                  <a:cubicBezTo>
                    <a:pt x="2095" y="454"/>
                    <a:pt x="3196" y="923"/>
                    <a:pt x="3753" y="2339"/>
                  </a:cubicBezTo>
                  <a:cubicBezTo>
                    <a:pt x="4950" y="5334"/>
                    <a:pt x="5277" y="12516"/>
                    <a:pt x="3100" y="17030"/>
                  </a:cubicBezTo>
                  <a:cubicBezTo>
                    <a:pt x="3048" y="17139"/>
                    <a:pt x="3100" y="17304"/>
                    <a:pt x="3209" y="17356"/>
                  </a:cubicBezTo>
                  <a:lnTo>
                    <a:pt x="3318" y="17356"/>
                  </a:lnTo>
                  <a:cubicBezTo>
                    <a:pt x="3374" y="17356"/>
                    <a:pt x="3483" y="17304"/>
                    <a:pt x="3535" y="17248"/>
                  </a:cubicBezTo>
                  <a:cubicBezTo>
                    <a:pt x="5712" y="12568"/>
                    <a:pt x="5385" y="5225"/>
                    <a:pt x="4188" y="2178"/>
                  </a:cubicBezTo>
                  <a:cubicBezTo>
                    <a:pt x="3547" y="549"/>
                    <a:pt x="2263" y="1"/>
                    <a:pt x="1109" y="1"/>
                  </a:cubicBezTo>
                  <a:close/>
                </a:path>
              </a:pathLst>
            </a:custGeom>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24" name="Google Shape;2652;p59"/>
            <p:cNvSpPr/>
            <p:nvPr/>
          </p:nvSpPr>
          <p:spPr>
            <a:xfrm>
              <a:off x="2865875" y="4028750"/>
              <a:ext cx="127900" cy="435875"/>
            </a:xfrm>
            <a:custGeom>
              <a:avLst/>
              <a:ahLst/>
              <a:rect l="l" t="t" r="r" b="b"/>
              <a:pathLst>
                <a:path w="5116" h="17435" extrusionOk="0">
                  <a:moveTo>
                    <a:pt x="218" y="131"/>
                  </a:moveTo>
                  <a:cubicBezTo>
                    <a:pt x="162" y="131"/>
                    <a:pt x="162" y="131"/>
                    <a:pt x="110" y="183"/>
                  </a:cubicBezTo>
                  <a:cubicBezTo>
                    <a:pt x="53" y="183"/>
                    <a:pt x="53" y="240"/>
                    <a:pt x="53" y="292"/>
                  </a:cubicBezTo>
                  <a:lnTo>
                    <a:pt x="162" y="183"/>
                  </a:lnTo>
                  <a:lnTo>
                    <a:pt x="218" y="183"/>
                  </a:lnTo>
                  <a:cubicBezTo>
                    <a:pt x="218" y="131"/>
                    <a:pt x="271" y="131"/>
                    <a:pt x="271" y="131"/>
                  </a:cubicBezTo>
                  <a:close/>
                  <a:moveTo>
                    <a:pt x="1225" y="0"/>
                  </a:moveTo>
                  <a:cubicBezTo>
                    <a:pt x="907" y="0"/>
                    <a:pt x="589" y="52"/>
                    <a:pt x="271" y="131"/>
                  </a:cubicBezTo>
                  <a:cubicBezTo>
                    <a:pt x="528" y="67"/>
                    <a:pt x="785" y="41"/>
                    <a:pt x="1031" y="41"/>
                  </a:cubicBezTo>
                  <a:cubicBezTo>
                    <a:pt x="1202" y="41"/>
                    <a:pt x="1368" y="53"/>
                    <a:pt x="1524" y="75"/>
                  </a:cubicBezTo>
                  <a:cubicBezTo>
                    <a:pt x="1960" y="131"/>
                    <a:pt x="2395" y="240"/>
                    <a:pt x="2774" y="458"/>
                  </a:cubicBezTo>
                  <a:cubicBezTo>
                    <a:pt x="2395" y="183"/>
                    <a:pt x="1960" y="75"/>
                    <a:pt x="1577" y="22"/>
                  </a:cubicBezTo>
                  <a:cubicBezTo>
                    <a:pt x="1459" y="7"/>
                    <a:pt x="1342" y="0"/>
                    <a:pt x="1225" y="0"/>
                  </a:cubicBezTo>
                  <a:close/>
                  <a:moveTo>
                    <a:pt x="53" y="292"/>
                  </a:moveTo>
                  <a:cubicBezTo>
                    <a:pt x="1" y="401"/>
                    <a:pt x="110" y="566"/>
                    <a:pt x="218" y="566"/>
                  </a:cubicBezTo>
                  <a:cubicBezTo>
                    <a:pt x="110" y="510"/>
                    <a:pt x="53" y="401"/>
                    <a:pt x="53" y="292"/>
                  </a:cubicBezTo>
                  <a:close/>
                  <a:moveTo>
                    <a:pt x="488" y="510"/>
                  </a:moveTo>
                  <a:lnTo>
                    <a:pt x="379" y="566"/>
                  </a:lnTo>
                  <a:lnTo>
                    <a:pt x="545" y="566"/>
                  </a:lnTo>
                  <a:cubicBezTo>
                    <a:pt x="597" y="566"/>
                    <a:pt x="654" y="510"/>
                    <a:pt x="654" y="510"/>
                  </a:cubicBezTo>
                  <a:close/>
                  <a:moveTo>
                    <a:pt x="218" y="566"/>
                  </a:moveTo>
                  <a:cubicBezTo>
                    <a:pt x="245" y="593"/>
                    <a:pt x="272" y="606"/>
                    <a:pt x="299" y="606"/>
                  </a:cubicBezTo>
                  <a:cubicBezTo>
                    <a:pt x="326" y="606"/>
                    <a:pt x="353" y="593"/>
                    <a:pt x="379" y="566"/>
                  </a:cubicBezTo>
                  <a:close/>
                  <a:moveTo>
                    <a:pt x="2774" y="458"/>
                  </a:moveTo>
                  <a:cubicBezTo>
                    <a:pt x="3100" y="675"/>
                    <a:pt x="3427" y="945"/>
                    <a:pt x="3701" y="1328"/>
                  </a:cubicBezTo>
                  <a:lnTo>
                    <a:pt x="3753" y="1437"/>
                  </a:lnTo>
                  <a:lnTo>
                    <a:pt x="3810" y="1489"/>
                  </a:lnTo>
                  <a:lnTo>
                    <a:pt x="3862" y="1598"/>
                  </a:lnTo>
                  <a:cubicBezTo>
                    <a:pt x="3918" y="1655"/>
                    <a:pt x="3971" y="1764"/>
                    <a:pt x="4027" y="1872"/>
                  </a:cubicBezTo>
                  <a:lnTo>
                    <a:pt x="3862" y="1546"/>
                  </a:lnTo>
                  <a:lnTo>
                    <a:pt x="3862" y="1489"/>
                  </a:lnTo>
                  <a:lnTo>
                    <a:pt x="3810" y="1437"/>
                  </a:lnTo>
                  <a:lnTo>
                    <a:pt x="3701" y="1272"/>
                  </a:lnTo>
                  <a:cubicBezTo>
                    <a:pt x="3427" y="945"/>
                    <a:pt x="3157" y="675"/>
                    <a:pt x="2774" y="458"/>
                  </a:cubicBezTo>
                  <a:close/>
                  <a:moveTo>
                    <a:pt x="4027" y="1872"/>
                  </a:moveTo>
                  <a:lnTo>
                    <a:pt x="4136" y="2142"/>
                  </a:lnTo>
                  <a:cubicBezTo>
                    <a:pt x="4188" y="2199"/>
                    <a:pt x="4188" y="2251"/>
                    <a:pt x="4188" y="2308"/>
                  </a:cubicBezTo>
                  <a:lnTo>
                    <a:pt x="4245" y="2469"/>
                  </a:lnTo>
                  <a:cubicBezTo>
                    <a:pt x="4406" y="2852"/>
                    <a:pt x="4515" y="3287"/>
                    <a:pt x="4624" y="3666"/>
                  </a:cubicBezTo>
                  <a:cubicBezTo>
                    <a:pt x="4571" y="3230"/>
                    <a:pt x="4406" y="2852"/>
                    <a:pt x="4297" y="2416"/>
                  </a:cubicBezTo>
                  <a:lnTo>
                    <a:pt x="4245" y="2308"/>
                  </a:lnTo>
                  <a:cubicBezTo>
                    <a:pt x="4188" y="2251"/>
                    <a:pt x="4188" y="2199"/>
                    <a:pt x="4188" y="2142"/>
                  </a:cubicBezTo>
                  <a:lnTo>
                    <a:pt x="4027" y="1872"/>
                  </a:lnTo>
                  <a:close/>
                  <a:moveTo>
                    <a:pt x="815" y="458"/>
                  </a:moveTo>
                  <a:cubicBezTo>
                    <a:pt x="763" y="458"/>
                    <a:pt x="706" y="458"/>
                    <a:pt x="654" y="510"/>
                  </a:cubicBezTo>
                  <a:lnTo>
                    <a:pt x="1468" y="510"/>
                  </a:lnTo>
                  <a:cubicBezTo>
                    <a:pt x="1685" y="566"/>
                    <a:pt x="1903" y="566"/>
                    <a:pt x="2068" y="675"/>
                  </a:cubicBezTo>
                  <a:cubicBezTo>
                    <a:pt x="2177" y="675"/>
                    <a:pt x="2286" y="728"/>
                    <a:pt x="2395" y="784"/>
                  </a:cubicBezTo>
                  <a:cubicBezTo>
                    <a:pt x="2447" y="784"/>
                    <a:pt x="2447" y="836"/>
                    <a:pt x="2504" y="893"/>
                  </a:cubicBezTo>
                  <a:lnTo>
                    <a:pt x="2665" y="945"/>
                  </a:lnTo>
                  <a:lnTo>
                    <a:pt x="2774" y="1054"/>
                  </a:lnTo>
                  <a:cubicBezTo>
                    <a:pt x="2830" y="1054"/>
                    <a:pt x="2882" y="1111"/>
                    <a:pt x="2882" y="1163"/>
                  </a:cubicBezTo>
                  <a:lnTo>
                    <a:pt x="3048" y="1272"/>
                  </a:lnTo>
                  <a:lnTo>
                    <a:pt x="3100" y="1328"/>
                  </a:lnTo>
                  <a:lnTo>
                    <a:pt x="3157" y="1380"/>
                  </a:lnTo>
                  <a:cubicBezTo>
                    <a:pt x="3427" y="1707"/>
                    <a:pt x="3644" y="2090"/>
                    <a:pt x="3753" y="2469"/>
                  </a:cubicBezTo>
                  <a:cubicBezTo>
                    <a:pt x="4079" y="3230"/>
                    <a:pt x="4245" y="4101"/>
                    <a:pt x="4406" y="4919"/>
                  </a:cubicBezTo>
                  <a:cubicBezTo>
                    <a:pt x="4297" y="4101"/>
                    <a:pt x="4136" y="3230"/>
                    <a:pt x="3810" y="2469"/>
                  </a:cubicBezTo>
                  <a:cubicBezTo>
                    <a:pt x="3644" y="2033"/>
                    <a:pt x="3427" y="1655"/>
                    <a:pt x="3157" y="1328"/>
                  </a:cubicBezTo>
                  <a:lnTo>
                    <a:pt x="3100" y="1272"/>
                  </a:lnTo>
                  <a:lnTo>
                    <a:pt x="3048" y="1219"/>
                  </a:lnTo>
                  <a:lnTo>
                    <a:pt x="2939" y="1111"/>
                  </a:lnTo>
                  <a:cubicBezTo>
                    <a:pt x="2882" y="1054"/>
                    <a:pt x="2830" y="1054"/>
                    <a:pt x="2830" y="1002"/>
                  </a:cubicBezTo>
                  <a:lnTo>
                    <a:pt x="2665" y="893"/>
                  </a:lnTo>
                  <a:lnTo>
                    <a:pt x="2556" y="836"/>
                  </a:lnTo>
                  <a:cubicBezTo>
                    <a:pt x="2504" y="784"/>
                    <a:pt x="2447" y="784"/>
                    <a:pt x="2395" y="728"/>
                  </a:cubicBezTo>
                  <a:cubicBezTo>
                    <a:pt x="2286" y="728"/>
                    <a:pt x="2229" y="675"/>
                    <a:pt x="2121" y="619"/>
                  </a:cubicBezTo>
                  <a:lnTo>
                    <a:pt x="1468" y="458"/>
                  </a:lnTo>
                  <a:close/>
                  <a:moveTo>
                    <a:pt x="4624" y="3666"/>
                  </a:moveTo>
                  <a:cubicBezTo>
                    <a:pt x="4732" y="4102"/>
                    <a:pt x="4789" y="4537"/>
                    <a:pt x="4841" y="4919"/>
                  </a:cubicBezTo>
                  <a:cubicBezTo>
                    <a:pt x="5007" y="5790"/>
                    <a:pt x="5059" y="6661"/>
                    <a:pt x="5115" y="7475"/>
                  </a:cubicBezTo>
                  <a:cubicBezTo>
                    <a:pt x="5059" y="6604"/>
                    <a:pt x="5007" y="5790"/>
                    <a:pt x="4898" y="4919"/>
                  </a:cubicBezTo>
                  <a:cubicBezTo>
                    <a:pt x="4789" y="4484"/>
                    <a:pt x="4732" y="4101"/>
                    <a:pt x="4624" y="3666"/>
                  </a:cubicBezTo>
                  <a:close/>
                  <a:moveTo>
                    <a:pt x="4406" y="4919"/>
                  </a:moveTo>
                  <a:lnTo>
                    <a:pt x="4406" y="4919"/>
                  </a:lnTo>
                  <a:cubicBezTo>
                    <a:pt x="4463" y="5355"/>
                    <a:pt x="4515" y="5790"/>
                    <a:pt x="4515" y="6225"/>
                  </a:cubicBezTo>
                  <a:cubicBezTo>
                    <a:pt x="4571" y="6661"/>
                    <a:pt x="4624" y="7039"/>
                    <a:pt x="4624" y="7475"/>
                  </a:cubicBezTo>
                  <a:cubicBezTo>
                    <a:pt x="4680" y="9216"/>
                    <a:pt x="4624" y="10905"/>
                    <a:pt x="4354" y="12589"/>
                  </a:cubicBezTo>
                  <a:cubicBezTo>
                    <a:pt x="4245" y="13460"/>
                    <a:pt x="4027" y="14278"/>
                    <a:pt x="3810" y="15092"/>
                  </a:cubicBezTo>
                  <a:lnTo>
                    <a:pt x="3753" y="15258"/>
                  </a:lnTo>
                  <a:lnTo>
                    <a:pt x="3701" y="15419"/>
                  </a:lnTo>
                  <a:lnTo>
                    <a:pt x="3592" y="15693"/>
                  </a:lnTo>
                  <a:lnTo>
                    <a:pt x="3483" y="16019"/>
                  </a:lnTo>
                  <a:cubicBezTo>
                    <a:pt x="3483" y="16128"/>
                    <a:pt x="3427" y="16180"/>
                    <a:pt x="3374" y="16289"/>
                  </a:cubicBezTo>
                  <a:lnTo>
                    <a:pt x="3265" y="16616"/>
                  </a:lnTo>
                  <a:cubicBezTo>
                    <a:pt x="3209" y="16672"/>
                    <a:pt x="3209" y="16781"/>
                    <a:pt x="3157" y="16890"/>
                  </a:cubicBezTo>
                  <a:lnTo>
                    <a:pt x="3100" y="17051"/>
                  </a:lnTo>
                  <a:cubicBezTo>
                    <a:pt x="3048" y="17108"/>
                    <a:pt x="3048" y="17160"/>
                    <a:pt x="3048" y="17216"/>
                  </a:cubicBezTo>
                  <a:cubicBezTo>
                    <a:pt x="3048" y="17325"/>
                    <a:pt x="3157" y="17434"/>
                    <a:pt x="3318" y="17434"/>
                  </a:cubicBezTo>
                  <a:lnTo>
                    <a:pt x="3318" y="17377"/>
                  </a:lnTo>
                  <a:cubicBezTo>
                    <a:pt x="3209" y="17377"/>
                    <a:pt x="3157" y="17269"/>
                    <a:pt x="3100" y="17216"/>
                  </a:cubicBezTo>
                  <a:cubicBezTo>
                    <a:pt x="3100" y="17160"/>
                    <a:pt x="3100" y="17108"/>
                    <a:pt x="3157" y="17051"/>
                  </a:cubicBezTo>
                  <a:lnTo>
                    <a:pt x="3209" y="16942"/>
                  </a:lnTo>
                  <a:cubicBezTo>
                    <a:pt x="3265" y="16833"/>
                    <a:pt x="3318" y="16725"/>
                    <a:pt x="3318" y="16616"/>
                  </a:cubicBezTo>
                  <a:lnTo>
                    <a:pt x="3483" y="16346"/>
                  </a:lnTo>
                  <a:cubicBezTo>
                    <a:pt x="3483" y="16237"/>
                    <a:pt x="3535" y="16128"/>
                    <a:pt x="3592" y="16019"/>
                  </a:cubicBezTo>
                  <a:lnTo>
                    <a:pt x="3701" y="15745"/>
                  </a:lnTo>
                  <a:lnTo>
                    <a:pt x="3753" y="15419"/>
                  </a:lnTo>
                  <a:lnTo>
                    <a:pt x="3810" y="15258"/>
                  </a:lnTo>
                  <a:lnTo>
                    <a:pt x="3862" y="15092"/>
                  </a:lnTo>
                  <a:cubicBezTo>
                    <a:pt x="4136" y="14278"/>
                    <a:pt x="4297" y="13460"/>
                    <a:pt x="4406" y="12589"/>
                  </a:cubicBezTo>
                  <a:cubicBezTo>
                    <a:pt x="4680" y="10905"/>
                    <a:pt x="4732" y="9216"/>
                    <a:pt x="4680" y="7475"/>
                  </a:cubicBezTo>
                  <a:cubicBezTo>
                    <a:pt x="4680" y="7039"/>
                    <a:pt x="4624" y="6604"/>
                    <a:pt x="4571" y="6225"/>
                  </a:cubicBezTo>
                  <a:cubicBezTo>
                    <a:pt x="4571" y="5790"/>
                    <a:pt x="4515" y="5355"/>
                    <a:pt x="4406" y="4919"/>
                  </a:cubicBezTo>
                  <a:close/>
                </a:path>
              </a:pathLst>
            </a:custGeom>
            <a:solidFill>
              <a:srgbClr val="BAC4C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25" name="Google Shape;2653;p59"/>
            <p:cNvSpPr/>
            <p:nvPr/>
          </p:nvSpPr>
          <p:spPr>
            <a:xfrm>
              <a:off x="2844125" y="4027550"/>
              <a:ext cx="33975" cy="26575"/>
            </a:xfrm>
            <a:custGeom>
              <a:avLst/>
              <a:ahLst/>
              <a:rect l="l" t="t" r="r" b="b"/>
              <a:pathLst>
                <a:path w="1359" h="1063" extrusionOk="0">
                  <a:moveTo>
                    <a:pt x="954" y="1"/>
                  </a:moveTo>
                  <a:cubicBezTo>
                    <a:pt x="926" y="1"/>
                    <a:pt x="899" y="5"/>
                    <a:pt x="871" y="14"/>
                  </a:cubicBezTo>
                  <a:lnTo>
                    <a:pt x="270" y="179"/>
                  </a:lnTo>
                  <a:cubicBezTo>
                    <a:pt x="109" y="179"/>
                    <a:pt x="0" y="397"/>
                    <a:pt x="52" y="558"/>
                  </a:cubicBezTo>
                  <a:lnTo>
                    <a:pt x="109" y="832"/>
                  </a:lnTo>
                  <a:cubicBezTo>
                    <a:pt x="152" y="965"/>
                    <a:pt x="273" y="1063"/>
                    <a:pt x="437" y="1063"/>
                  </a:cubicBezTo>
                  <a:cubicBezTo>
                    <a:pt x="471" y="1063"/>
                    <a:pt x="507" y="1059"/>
                    <a:pt x="544" y="1050"/>
                  </a:cubicBezTo>
                  <a:lnTo>
                    <a:pt x="1088" y="884"/>
                  </a:lnTo>
                  <a:cubicBezTo>
                    <a:pt x="1249" y="832"/>
                    <a:pt x="1358" y="667"/>
                    <a:pt x="1358" y="506"/>
                  </a:cubicBezTo>
                  <a:lnTo>
                    <a:pt x="1249" y="231"/>
                  </a:lnTo>
                  <a:cubicBezTo>
                    <a:pt x="1206" y="98"/>
                    <a:pt x="1085" y="1"/>
                    <a:pt x="954" y="1"/>
                  </a:cubicBez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26" name="Google Shape;2654;p59"/>
            <p:cNvSpPr/>
            <p:nvPr/>
          </p:nvSpPr>
          <p:spPr>
            <a:xfrm>
              <a:off x="2846850" y="4027550"/>
              <a:ext cx="31250" cy="26750"/>
            </a:xfrm>
            <a:custGeom>
              <a:avLst/>
              <a:ahLst/>
              <a:rect l="l" t="t" r="r" b="b"/>
              <a:pathLst>
                <a:path w="1250" h="1070" extrusionOk="0">
                  <a:moveTo>
                    <a:pt x="845" y="1"/>
                  </a:moveTo>
                  <a:cubicBezTo>
                    <a:pt x="817" y="1"/>
                    <a:pt x="790" y="5"/>
                    <a:pt x="762" y="14"/>
                  </a:cubicBezTo>
                  <a:lnTo>
                    <a:pt x="653" y="14"/>
                  </a:lnTo>
                  <a:cubicBezTo>
                    <a:pt x="871" y="14"/>
                    <a:pt x="923" y="231"/>
                    <a:pt x="979" y="449"/>
                  </a:cubicBezTo>
                  <a:cubicBezTo>
                    <a:pt x="1032" y="614"/>
                    <a:pt x="814" y="723"/>
                    <a:pt x="109" y="832"/>
                  </a:cubicBezTo>
                  <a:cubicBezTo>
                    <a:pt x="52" y="832"/>
                    <a:pt x="52" y="884"/>
                    <a:pt x="0" y="884"/>
                  </a:cubicBezTo>
                  <a:cubicBezTo>
                    <a:pt x="39" y="1009"/>
                    <a:pt x="143" y="1069"/>
                    <a:pt x="284" y="1069"/>
                  </a:cubicBezTo>
                  <a:cubicBezTo>
                    <a:pt x="331" y="1069"/>
                    <a:pt x="381" y="1063"/>
                    <a:pt x="435" y="1050"/>
                  </a:cubicBezTo>
                  <a:lnTo>
                    <a:pt x="979" y="884"/>
                  </a:lnTo>
                  <a:cubicBezTo>
                    <a:pt x="1140" y="832"/>
                    <a:pt x="1249" y="667"/>
                    <a:pt x="1249" y="506"/>
                  </a:cubicBezTo>
                  <a:lnTo>
                    <a:pt x="1140" y="231"/>
                  </a:lnTo>
                  <a:cubicBezTo>
                    <a:pt x="1097" y="98"/>
                    <a:pt x="976" y="1"/>
                    <a:pt x="845" y="1"/>
                  </a:cubicBezTo>
                  <a:close/>
                </a:path>
              </a:pathLst>
            </a:custGeom>
            <a:solidFill>
              <a:srgbClr val="385AA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27" name="Google Shape;2655;p59"/>
            <p:cNvSpPr/>
            <p:nvPr/>
          </p:nvSpPr>
          <p:spPr>
            <a:xfrm>
              <a:off x="2795150" y="4022200"/>
              <a:ext cx="65325" cy="49225"/>
            </a:xfrm>
            <a:custGeom>
              <a:avLst/>
              <a:ahLst/>
              <a:rect l="l" t="t" r="r" b="b"/>
              <a:pathLst>
                <a:path w="2613" h="1969" extrusionOk="0">
                  <a:moveTo>
                    <a:pt x="1678" y="0"/>
                  </a:moveTo>
                  <a:cubicBezTo>
                    <a:pt x="1550" y="0"/>
                    <a:pt x="1421" y="37"/>
                    <a:pt x="1306" y="119"/>
                  </a:cubicBezTo>
                  <a:lnTo>
                    <a:pt x="488" y="663"/>
                  </a:lnTo>
                  <a:cubicBezTo>
                    <a:pt x="0" y="990"/>
                    <a:pt x="218" y="1860"/>
                    <a:pt x="814" y="1860"/>
                  </a:cubicBezTo>
                  <a:lnTo>
                    <a:pt x="1794" y="1969"/>
                  </a:lnTo>
                  <a:cubicBezTo>
                    <a:pt x="2286" y="1969"/>
                    <a:pt x="2612" y="1534"/>
                    <a:pt x="2503" y="1098"/>
                  </a:cubicBezTo>
                  <a:lnTo>
                    <a:pt x="2338" y="502"/>
                  </a:lnTo>
                  <a:cubicBezTo>
                    <a:pt x="2262" y="198"/>
                    <a:pt x="1974" y="0"/>
                    <a:pt x="1678" y="0"/>
                  </a:cubicBezTo>
                  <a:close/>
                </a:path>
              </a:pathLst>
            </a:custGeom>
            <a:solidFill>
              <a:srgbClr val="BAC4C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28" name="Google Shape;2656;p59"/>
            <p:cNvSpPr/>
            <p:nvPr/>
          </p:nvSpPr>
          <p:spPr>
            <a:xfrm>
              <a:off x="2801900" y="4022200"/>
              <a:ext cx="58575" cy="49225"/>
            </a:xfrm>
            <a:custGeom>
              <a:avLst/>
              <a:ahLst/>
              <a:rect l="l" t="t" r="r" b="b"/>
              <a:pathLst>
                <a:path w="2343" h="1969" extrusionOk="0">
                  <a:moveTo>
                    <a:pt x="1408" y="0"/>
                  </a:moveTo>
                  <a:cubicBezTo>
                    <a:pt x="1280" y="0"/>
                    <a:pt x="1151" y="37"/>
                    <a:pt x="1036" y="119"/>
                  </a:cubicBezTo>
                  <a:lnTo>
                    <a:pt x="601" y="445"/>
                  </a:lnTo>
                  <a:cubicBezTo>
                    <a:pt x="777" y="320"/>
                    <a:pt x="988" y="241"/>
                    <a:pt x="1180" y="241"/>
                  </a:cubicBezTo>
                  <a:cubicBezTo>
                    <a:pt x="1403" y="241"/>
                    <a:pt x="1601" y="347"/>
                    <a:pt x="1689" y="611"/>
                  </a:cubicBezTo>
                  <a:cubicBezTo>
                    <a:pt x="1907" y="1046"/>
                    <a:pt x="1907" y="1425"/>
                    <a:pt x="1524" y="1590"/>
                  </a:cubicBezTo>
                  <a:cubicBezTo>
                    <a:pt x="1323" y="1640"/>
                    <a:pt x="1064" y="1679"/>
                    <a:pt x="807" y="1679"/>
                  </a:cubicBezTo>
                  <a:cubicBezTo>
                    <a:pt x="506" y="1679"/>
                    <a:pt x="207" y="1627"/>
                    <a:pt x="0" y="1481"/>
                  </a:cubicBezTo>
                  <a:lnTo>
                    <a:pt x="0" y="1481"/>
                  </a:lnTo>
                  <a:cubicBezTo>
                    <a:pt x="109" y="1699"/>
                    <a:pt x="275" y="1860"/>
                    <a:pt x="544" y="1860"/>
                  </a:cubicBezTo>
                  <a:lnTo>
                    <a:pt x="1524" y="1969"/>
                  </a:lnTo>
                  <a:cubicBezTo>
                    <a:pt x="2016" y="1969"/>
                    <a:pt x="2342" y="1534"/>
                    <a:pt x="2233" y="1098"/>
                  </a:cubicBezTo>
                  <a:lnTo>
                    <a:pt x="2068" y="502"/>
                  </a:lnTo>
                  <a:cubicBezTo>
                    <a:pt x="1992" y="198"/>
                    <a:pt x="1704" y="0"/>
                    <a:pt x="1408" y="0"/>
                  </a:cubicBezTo>
                  <a:close/>
                </a:path>
              </a:pathLst>
            </a:custGeom>
            <a:solidFill>
              <a:srgbClr val="8797A7"/>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29" name="Google Shape;2657;p59"/>
            <p:cNvSpPr/>
            <p:nvPr/>
          </p:nvSpPr>
          <p:spPr>
            <a:xfrm>
              <a:off x="1973525" y="4808650"/>
              <a:ext cx="168700" cy="163450"/>
            </a:xfrm>
            <a:custGeom>
              <a:avLst/>
              <a:ahLst/>
              <a:rect l="l" t="t" r="r" b="b"/>
              <a:pathLst>
                <a:path w="6748" h="6538" extrusionOk="0">
                  <a:moveTo>
                    <a:pt x="3309" y="1"/>
                  </a:moveTo>
                  <a:cubicBezTo>
                    <a:pt x="3276" y="1"/>
                    <a:pt x="3242" y="1"/>
                    <a:pt x="3209" y="2"/>
                  </a:cubicBezTo>
                  <a:cubicBezTo>
                    <a:pt x="1416" y="111"/>
                    <a:pt x="1" y="1691"/>
                    <a:pt x="110" y="3484"/>
                  </a:cubicBezTo>
                  <a:cubicBezTo>
                    <a:pt x="214" y="5215"/>
                    <a:pt x="1630" y="6538"/>
                    <a:pt x="3385" y="6538"/>
                  </a:cubicBezTo>
                  <a:cubicBezTo>
                    <a:pt x="3453" y="6538"/>
                    <a:pt x="3523" y="6536"/>
                    <a:pt x="3592" y="6531"/>
                  </a:cubicBezTo>
                  <a:cubicBezTo>
                    <a:pt x="5385" y="6423"/>
                    <a:pt x="6748" y="4899"/>
                    <a:pt x="6639" y="3106"/>
                  </a:cubicBezTo>
                  <a:cubicBezTo>
                    <a:pt x="6532" y="1341"/>
                    <a:pt x="5063" y="1"/>
                    <a:pt x="3309" y="1"/>
                  </a:cubicBezTo>
                  <a:close/>
                </a:path>
              </a:pathLst>
            </a:custGeom>
            <a:solidFill>
              <a:srgbClr val="394E5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30" name="Google Shape;2658;p59"/>
            <p:cNvSpPr/>
            <p:nvPr/>
          </p:nvSpPr>
          <p:spPr>
            <a:xfrm>
              <a:off x="2061900" y="4932525"/>
              <a:ext cx="24500" cy="39425"/>
            </a:xfrm>
            <a:custGeom>
              <a:avLst/>
              <a:ahLst/>
              <a:rect l="l" t="t" r="r" b="b"/>
              <a:pathLst>
                <a:path w="980" h="1577" extrusionOk="0">
                  <a:moveTo>
                    <a:pt x="871" y="1"/>
                  </a:moveTo>
                  <a:lnTo>
                    <a:pt x="0" y="109"/>
                  </a:lnTo>
                  <a:lnTo>
                    <a:pt x="57" y="1576"/>
                  </a:lnTo>
                  <a:cubicBezTo>
                    <a:pt x="384" y="1576"/>
                    <a:pt x="653" y="1524"/>
                    <a:pt x="980" y="1415"/>
                  </a:cubicBezTo>
                  <a:cubicBezTo>
                    <a:pt x="928" y="871"/>
                    <a:pt x="871" y="1"/>
                    <a:pt x="871" y="1"/>
                  </a:cubicBezTo>
                  <a:close/>
                </a:path>
              </a:pathLst>
            </a:custGeom>
            <a:solidFill>
              <a:srgbClr val="243B4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31" name="Google Shape;2659;p59"/>
            <p:cNvSpPr/>
            <p:nvPr/>
          </p:nvSpPr>
          <p:spPr>
            <a:xfrm>
              <a:off x="2006175" y="4839800"/>
              <a:ext cx="111575" cy="109125"/>
            </a:xfrm>
            <a:custGeom>
              <a:avLst/>
              <a:ahLst/>
              <a:rect l="l" t="t" r="r" b="b"/>
              <a:pathLst>
                <a:path w="4463" h="4365" extrusionOk="0">
                  <a:moveTo>
                    <a:pt x="2312" y="1"/>
                  </a:moveTo>
                  <a:cubicBezTo>
                    <a:pt x="2249" y="1"/>
                    <a:pt x="2185" y="4"/>
                    <a:pt x="2121" y="10"/>
                  </a:cubicBezTo>
                  <a:cubicBezTo>
                    <a:pt x="924" y="62"/>
                    <a:pt x="1" y="1098"/>
                    <a:pt x="53" y="2295"/>
                  </a:cubicBezTo>
                  <a:cubicBezTo>
                    <a:pt x="108" y="3460"/>
                    <a:pt x="1086" y="4365"/>
                    <a:pt x="2242" y="4365"/>
                  </a:cubicBezTo>
                  <a:cubicBezTo>
                    <a:pt x="2274" y="4365"/>
                    <a:pt x="2306" y="4364"/>
                    <a:pt x="2338" y="4363"/>
                  </a:cubicBezTo>
                  <a:cubicBezTo>
                    <a:pt x="3535" y="4254"/>
                    <a:pt x="4463" y="3274"/>
                    <a:pt x="4406" y="2021"/>
                  </a:cubicBezTo>
                  <a:cubicBezTo>
                    <a:pt x="4356" y="888"/>
                    <a:pt x="3426" y="1"/>
                    <a:pt x="2312" y="1"/>
                  </a:cubicBezTo>
                  <a:close/>
                </a:path>
              </a:pathLst>
            </a:custGeom>
            <a:solidFill>
              <a:srgbClr val="243B4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32" name="Google Shape;2660;p59"/>
            <p:cNvSpPr/>
            <p:nvPr/>
          </p:nvSpPr>
          <p:spPr>
            <a:xfrm>
              <a:off x="2044275" y="4424750"/>
              <a:ext cx="931750" cy="908700"/>
            </a:xfrm>
            <a:custGeom>
              <a:avLst/>
              <a:ahLst/>
              <a:rect l="l" t="t" r="r" b="b"/>
              <a:pathLst>
                <a:path w="37270" h="36348" extrusionOk="0">
                  <a:moveTo>
                    <a:pt x="28077" y="20856"/>
                  </a:moveTo>
                  <a:cubicBezTo>
                    <a:pt x="28346" y="20856"/>
                    <a:pt x="28621" y="20908"/>
                    <a:pt x="28947" y="21073"/>
                  </a:cubicBezTo>
                  <a:cubicBezTo>
                    <a:pt x="29870" y="21618"/>
                    <a:pt x="30362" y="22432"/>
                    <a:pt x="30580" y="23302"/>
                  </a:cubicBezTo>
                  <a:cubicBezTo>
                    <a:pt x="30326" y="23341"/>
                    <a:pt x="30067" y="23359"/>
                    <a:pt x="29803" y="23359"/>
                  </a:cubicBezTo>
                  <a:cubicBezTo>
                    <a:pt x="29326" y="23359"/>
                    <a:pt x="28836" y="23300"/>
                    <a:pt x="28346" y="23193"/>
                  </a:cubicBezTo>
                  <a:cubicBezTo>
                    <a:pt x="27532" y="22976"/>
                    <a:pt x="26988" y="22597"/>
                    <a:pt x="26932" y="22105"/>
                  </a:cubicBezTo>
                  <a:cubicBezTo>
                    <a:pt x="26823" y="21779"/>
                    <a:pt x="27041" y="21343"/>
                    <a:pt x="27367" y="21126"/>
                  </a:cubicBezTo>
                  <a:cubicBezTo>
                    <a:pt x="27476" y="21017"/>
                    <a:pt x="27750" y="20908"/>
                    <a:pt x="28077" y="20856"/>
                  </a:cubicBezTo>
                  <a:close/>
                  <a:moveTo>
                    <a:pt x="36263" y="1"/>
                  </a:moveTo>
                  <a:cubicBezTo>
                    <a:pt x="36129" y="1"/>
                    <a:pt x="36011" y="98"/>
                    <a:pt x="35964" y="232"/>
                  </a:cubicBezTo>
                  <a:lnTo>
                    <a:pt x="35855" y="558"/>
                  </a:lnTo>
                  <a:cubicBezTo>
                    <a:pt x="35041" y="2735"/>
                    <a:pt x="33570" y="4641"/>
                    <a:pt x="32264" y="5076"/>
                  </a:cubicBezTo>
                  <a:cubicBezTo>
                    <a:pt x="32007" y="5148"/>
                    <a:pt x="31717" y="5183"/>
                    <a:pt x="31402" y="5183"/>
                  </a:cubicBezTo>
                  <a:cubicBezTo>
                    <a:pt x="30055" y="5183"/>
                    <a:pt x="28260" y="4545"/>
                    <a:pt x="26714" y="3444"/>
                  </a:cubicBezTo>
                  <a:lnTo>
                    <a:pt x="26388" y="3226"/>
                  </a:lnTo>
                  <a:cubicBezTo>
                    <a:pt x="26347" y="3206"/>
                    <a:pt x="26293" y="3192"/>
                    <a:pt x="26236" y="3192"/>
                  </a:cubicBezTo>
                  <a:cubicBezTo>
                    <a:pt x="26141" y="3192"/>
                    <a:pt x="26042" y="3231"/>
                    <a:pt x="26009" y="3335"/>
                  </a:cubicBezTo>
                  <a:lnTo>
                    <a:pt x="25574" y="3879"/>
                  </a:lnTo>
                  <a:cubicBezTo>
                    <a:pt x="25465" y="4040"/>
                    <a:pt x="25517" y="4206"/>
                    <a:pt x="25626" y="4315"/>
                  </a:cubicBezTo>
                  <a:lnTo>
                    <a:pt x="25952" y="4532"/>
                  </a:lnTo>
                  <a:cubicBezTo>
                    <a:pt x="27685" y="5756"/>
                    <a:pt x="29705" y="6501"/>
                    <a:pt x="31342" y="6501"/>
                  </a:cubicBezTo>
                  <a:cubicBezTo>
                    <a:pt x="31452" y="6501"/>
                    <a:pt x="31561" y="6498"/>
                    <a:pt x="31668" y="6491"/>
                  </a:cubicBezTo>
                  <a:cubicBezTo>
                    <a:pt x="31938" y="6491"/>
                    <a:pt x="32155" y="6600"/>
                    <a:pt x="32264" y="6818"/>
                  </a:cubicBezTo>
                  <a:cubicBezTo>
                    <a:pt x="32482" y="7253"/>
                    <a:pt x="32756" y="7740"/>
                    <a:pt x="32974" y="8232"/>
                  </a:cubicBezTo>
                  <a:cubicBezTo>
                    <a:pt x="34441" y="11332"/>
                    <a:pt x="35150" y="14109"/>
                    <a:pt x="35093" y="16503"/>
                  </a:cubicBezTo>
                  <a:cubicBezTo>
                    <a:pt x="34985" y="19223"/>
                    <a:pt x="34171" y="21291"/>
                    <a:pt x="32647" y="22432"/>
                  </a:cubicBezTo>
                  <a:cubicBezTo>
                    <a:pt x="32321" y="22706"/>
                    <a:pt x="31994" y="22867"/>
                    <a:pt x="31611" y="23032"/>
                  </a:cubicBezTo>
                  <a:cubicBezTo>
                    <a:pt x="31285" y="21509"/>
                    <a:pt x="30362" y="20638"/>
                    <a:pt x="29435" y="20146"/>
                  </a:cubicBezTo>
                  <a:cubicBezTo>
                    <a:pt x="29021" y="19915"/>
                    <a:pt x="28572" y="19793"/>
                    <a:pt x="28132" y="19793"/>
                  </a:cubicBezTo>
                  <a:cubicBezTo>
                    <a:pt x="27645" y="19793"/>
                    <a:pt x="27171" y="19942"/>
                    <a:pt x="26771" y="20255"/>
                  </a:cubicBezTo>
                  <a:cubicBezTo>
                    <a:pt x="26061" y="20747"/>
                    <a:pt x="25735" y="21561"/>
                    <a:pt x="25844" y="22323"/>
                  </a:cubicBezTo>
                  <a:cubicBezTo>
                    <a:pt x="25952" y="22867"/>
                    <a:pt x="26388" y="23794"/>
                    <a:pt x="28129" y="24229"/>
                  </a:cubicBezTo>
                  <a:cubicBezTo>
                    <a:pt x="28707" y="24374"/>
                    <a:pt x="29284" y="24445"/>
                    <a:pt x="29847" y="24445"/>
                  </a:cubicBezTo>
                  <a:cubicBezTo>
                    <a:pt x="30132" y="24445"/>
                    <a:pt x="30413" y="24427"/>
                    <a:pt x="30688" y="24390"/>
                  </a:cubicBezTo>
                  <a:lnTo>
                    <a:pt x="30688" y="24390"/>
                  </a:lnTo>
                  <a:cubicBezTo>
                    <a:pt x="30688" y="25261"/>
                    <a:pt x="30523" y="26132"/>
                    <a:pt x="30305" y="26950"/>
                  </a:cubicBezTo>
                  <a:cubicBezTo>
                    <a:pt x="28997" y="31824"/>
                    <a:pt x="23136" y="35288"/>
                    <a:pt x="16480" y="35288"/>
                  </a:cubicBezTo>
                  <a:cubicBezTo>
                    <a:pt x="16229" y="35288"/>
                    <a:pt x="15976" y="35283"/>
                    <a:pt x="15723" y="35273"/>
                  </a:cubicBezTo>
                  <a:cubicBezTo>
                    <a:pt x="10230" y="35003"/>
                    <a:pt x="1032" y="32718"/>
                    <a:pt x="1089" y="20037"/>
                  </a:cubicBezTo>
                  <a:lnTo>
                    <a:pt x="0" y="20037"/>
                  </a:lnTo>
                  <a:cubicBezTo>
                    <a:pt x="0" y="25587"/>
                    <a:pt x="1685" y="29832"/>
                    <a:pt x="5006" y="32609"/>
                  </a:cubicBezTo>
                  <a:cubicBezTo>
                    <a:pt x="7618" y="34837"/>
                    <a:pt x="11318" y="36143"/>
                    <a:pt x="15671" y="36309"/>
                  </a:cubicBezTo>
                  <a:cubicBezTo>
                    <a:pt x="15997" y="36335"/>
                    <a:pt x="16337" y="36348"/>
                    <a:pt x="16676" y="36348"/>
                  </a:cubicBezTo>
                  <a:cubicBezTo>
                    <a:pt x="17016" y="36348"/>
                    <a:pt x="17355" y="36335"/>
                    <a:pt x="17682" y="36309"/>
                  </a:cubicBezTo>
                  <a:cubicBezTo>
                    <a:pt x="20620" y="36143"/>
                    <a:pt x="23449" y="35329"/>
                    <a:pt x="25791" y="33915"/>
                  </a:cubicBezTo>
                  <a:cubicBezTo>
                    <a:pt x="28673" y="32282"/>
                    <a:pt x="30632" y="29888"/>
                    <a:pt x="31341" y="27220"/>
                  </a:cubicBezTo>
                  <a:cubicBezTo>
                    <a:pt x="31668" y="26023"/>
                    <a:pt x="31829" y="24991"/>
                    <a:pt x="31777" y="24120"/>
                  </a:cubicBezTo>
                  <a:cubicBezTo>
                    <a:pt x="32321" y="23955"/>
                    <a:pt x="32865" y="23629"/>
                    <a:pt x="33300" y="23302"/>
                  </a:cubicBezTo>
                  <a:cubicBezTo>
                    <a:pt x="34549" y="22379"/>
                    <a:pt x="36021" y="20420"/>
                    <a:pt x="36129" y="16503"/>
                  </a:cubicBezTo>
                  <a:cubicBezTo>
                    <a:pt x="36182" y="13943"/>
                    <a:pt x="35477" y="11005"/>
                    <a:pt x="33953" y="7740"/>
                  </a:cubicBezTo>
                  <a:cubicBezTo>
                    <a:pt x="33679" y="7305"/>
                    <a:pt x="33461" y="6818"/>
                    <a:pt x="33243" y="6382"/>
                  </a:cubicBezTo>
                  <a:cubicBezTo>
                    <a:pt x="33191" y="6217"/>
                    <a:pt x="33243" y="6056"/>
                    <a:pt x="33352" y="5999"/>
                  </a:cubicBezTo>
                  <a:cubicBezTo>
                    <a:pt x="34824" y="5129"/>
                    <a:pt x="36291" y="3226"/>
                    <a:pt x="37109" y="993"/>
                  </a:cubicBezTo>
                  <a:lnTo>
                    <a:pt x="37218" y="667"/>
                  </a:lnTo>
                  <a:cubicBezTo>
                    <a:pt x="37270" y="506"/>
                    <a:pt x="37161" y="340"/>
                    <a:pt x="37052" y="288"/>
                  </a:cubicBezTo>
                  <a:lnTo>
                    <a:pt x="36347" y="14"/>
                  </a:lnTo>
                  <a:cubicBezTo>
                    <a:pt x="36319" y="5"/>
                    <a:pt x="36290" y="1"/>
                    <a:pt x="36263" y="1"/>
                  </a:cubicBez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33" name="Google Shape;2661;p59"/>
            <p:cNvSpPr/>
            <p:nvPr/>
          </p:nvSpPr>
          <p:spPr>
            <a:xfrm>
              <a:off x="2044275" y="4932525"/>
              <a:ext cx="707375" cy="400925"/>
            </a:xfrm>
            <a:custGeom>
              <a:avLst/>
              <a:ahLst/>
              <a:rect l="l" t="t" r="r" b="b"/>
              <a:pathLst>
                <a:path w="28295" h="16037" extrusionOk="0">
                  <a:moveTo>
                    <a:pt x="0" y="1"/>
                  </a:moveTo>
                  <a:cubicBezTo>
                    <a:pt x="53" y="5385"/>
                    <a:pt x="1741" y="9577"/>
                    <a:pt x="5006" y="12298"/>
                  </a:cubicBezTo>
                  <a:cubicBezTo>
                    <a:pt x="7618" y="14526"/>
                    <a:pt x="11318" y="15832"/>
                    <a:pt x="15671" y="15998"/>
                  </a:cubicBezTo>
                  <a:cubicBezTo>
                    <a:pt x="15997" y="16024"/>
                    <a:pt x="16337" y="16037"/>
                    <a:pt x="16676" y="16037"/>
                  </a:cubicBezTo>
                  <a:cubicBezTo>
                    <a:pt x="17016" y="16037"/>
                    <a:pt x="17355" y="16024"/>
                    <a:pt x="17682" y="15998"/>
                  </a:cubicBezTo>
                  <a:cubicBezTo>
                    <a:pt x="20620" y="15832"/>
                    <a:pt x="23449" y="15018"/>
                    <a:pt x="25791" y="13604"/>
                  </a:cubicBezTo>
                  <a:cubicBezTo>
                    <a:pt x="26714" y="13059"/>
                    <a:pt x="27585" y="12459"/>
                    <a:pt x="28294" y="11754"/>
                  </a:cubicBezTo>
                  <a:lnTo>
                    <a:pt x="28294" y="11754"/>
                  </a:lnTo>
                  <a:cubicBezTo>
                    <a:pt x="27995" y="12001"/>
                    <a:pt x="23685" y="15716"/>
                    <a:pt x="16905" y="15716"/>
                  </a:cubicBezTo>
                  <a:cubicBezTo>
                    <a:pt x="16278" y="15716"/>
                    <a:pt x="15630" y="15684"/>
                    <a:pt x="14961" y="15615"/>
                  </a:cubicBezTo>
                  <a:cubicBezTo>
                    <a:pt x="7074" y="14853"/>
                    <a:pt x="3426" y="10935"/>
                    <a:pt x="1794" y="7183"/>
                  </a:cubicBezTo>
                  <a:cubicBezTo>
                    <a:pt x="161" y="3426"/>
                    <a:pt x="544" y="1"/>
                    <a:pt x="544" y="1"/>
                  </a:cubicBezTo>
                  <a:close/>
                </a:path>
              </a:pathLst>
            </a:custGeom>
            <a:solidFill>
              <a:schemeClr val="accent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34" name="Google Shape;2662;p59"/>
            <p:cNvSpPr/>
            <p:nvPr/>
          </p:nvSpPr>
          <p:spPr>
            <a:xfrm>
              <a:off x="2704700" y="4938925"/>
              <a:ext cx="110825" cy="68400"/>
            </a:xfrm>
            <a:custGeom>
              <a:avLst/>
              <a:ahLst/>
              <a:rect l="l" t="t" r="r" b="b"/>
              <a:pathLst>
                <a:path w="4433" h="2736" extrusionOk="0">
                  <a:moveTo>
                    <a:pt x="1052" y="2278"/>
                  </a:moveTo>
                  <a:lnTo>
                    <a:pt x="1052" y="2278"/>
                  </a:lnTo>
                  <a:cubicBezTo>
                    <a:pt x="1121" y="2324"/>
                    <a:pt x="1196" y="2368"/>
                    <a:pt x="1277" y="2409"/>
                  </a:cubicBezTo>
                  <a:cubicBezTo>
                    <a:pt x="1226" y="2378"/>
                    <a:pt x="1146" y="2334"/>
                    <a:pt x="1052" y="2278"/>
                  </a:cubicBezTo>
                  <a:close/>
                  <a:moveTo>
                    <a:pt x="1772" y="0"/>
                  </a:moveTo>
                  <a:cubicBezTo>
                    <a:pt x="1137" y="0"/>
                    <a:pt x="622" y="349"/>
                    <a:pt x="354" y="885"/>
                  </a:cubicBezTo>
                  <a:cubicBezTo>
                    <a:pt x="0" y="1549"/>
                    <a:pt x="651" y="2033"/>
                    <a:pt x="1052" y="2278"/>
                  </a:cubicBezTo>
                  <a:lnTo>
                    <a:pt x="1052" y="2278"/>
                  </a:lnTo>
                  <a:cubicBezTo>
                    <a:pt x="749" y="2070"/>
                    <a:pt x="561" y="1804"/>
                    <a:pt x="515" y="1538"/>
                  </a:cubicBezTo>
                  <a:cubicBezTo>
                    <a:pt x="406" y="1212"/>
                    <a:pt x="624" y="776"/>
                    <a:pt x="950" y="559"/>
                  </a:cubicBezTo>
                  <a:cubicBezTo>
                    <a:pt x="1059" y="450"/>
                    <a:pt x="1333" y="341"/>
                    <a:pt x="1660" y="289"/>
                  </a:cubicBezTo>
                  <a:cubicBezTo>
                    <a:pt x="1929" y="289"/>
                    <a:pt x="2204" y="341"/>
                    <a:pt x="2530" y="506"/>
                  </a:cubicBezTo>
                  <a:cubicBezTo>
                    <a:pt x="3453" y="1051"/>
                    <a:pt x="3945" y="1865"/>
                    <a:pt x="4163" y="2735"/>
                  </a:cubicBezTo>
                  <a:cubicBezTo>
                    <a:pt x="4163" y="2735"/>
                    <a:pt x="4324" y="2735"/>
                    <a:pt x="4432" y="2683"/>
                  </a:cubicBezTo>
                  <a:cubicBezTo>
                    <a:pt x="4432" y="2683"/>
                    <a:pt x="4271" y="1268"/>
                    <a:pt x="3074" y="450"/>
                  </a:cubicBezTo>
                  <a:cubicBezTo>
                    <a:pt x="2614" y="137"/>
                    <a:pt x="2169" y="0"/>
                    <a:pt x="1772" y="0"/>
                  </a:cubicBezTo>
                  <a:close/>
                </a:path>
              </a:pathLst>
            </a:custGeom>
            <a:solidFill>
              <a:srgbClr val="385AA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35" name="Google Shape;2663;p59"/>
            <p:cNvSpPr/>
            <p:nvPr/>
          </p:nvSpPr>
          <p:spPr>
            <a:xfrm>
              <a:off x="2811475" y="5027750"/>
              <a:ext cx="27225" cy="23100"/>
            </a:xfrm>
            <a:custGeom>
              <a:avLst/>
              <a:ahLst/>
              <a:rect l="l" t="t" r="r" b="b"/>
              <a:pathLst>
                <a:path w="1089" h="924" extrusionOk="0">
                  <a:moveTo>
                    <a:pt x="1089" y="0"/>
                  </a:moveTo>
                  <a:cubicBezTo>
                    <a:pt x="706" y="109"/>
                    <a:pt x="0" y="270"/>
                    <a:pt x="0" y="270"/>
                  </a:cubicBezTo>
                  <a:lnTo>
                    <a:pt x="0" y="923"/>
                  </a:lnTo>
                  <a:cubicBezTo>
                    <a:pt x="218" y="923"/>
                    <a:pt x="706" y="871"/>
                    <a:pt x="1089" y="762"/>
                  </a:cubicBezTo>
                  <a:lnTo>
                    <a:pt x="1089" y="0"/>
                  </a:lnTo>
                  <a:close/>
                </a:path>
              </a:pathLst>
            </a:custGeom>
            <a:solidFill>
              <a:srgbClr val="385AA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36" name="Google Shape;2664;p59"/>
            <p:cNvSpPr/>
            <p:nvPr/>
          </p:nvSpPr>
          <p:spPr>
            <a:xfrm>
              <a:off x="2680875" y="4508125"/>
              <a:ext cx="236725" cy="274800"/>
            </a:xfrm>
            <a:custGeom>
              <a:avLst/>
              <a:ahLst/>
              <a:rect l="l" t="t" r="r" b="b"/>
              <a:pathLst>
                <a:path w="9469" h="10992" extrusionOk="0">
                  <a:moveTo>
                    <a:pt x="545" y="0"/>
                  </a:moveTo>
                  <a:lnTo>
                    <a:pt x="110" y="544"/>
                  </a:lnTo>
                  <a:cubicBezTo>
                    <a:pt x="1" y="705"/>
                    <a:pt x="53" y="871"/>
                    <a:pt x="162" y="980"/>
                  </a:cubicBezTo>
                  <a:lnTo>
                    <a:pt x="488" y="1197"/>
                  </a:lnTo>
                  <a:cubicBezTo>
                    <a:pt x="2221" y="2421"/>
                    <a:pt x="4241" y="3166"/>
                    <a:pt x="5878" y="3166"/>
                  </a:cubicBezTo>
                  <a:cubicBezTo>
                    <a:pt x="5988" y="3166"/>
                    <a:pt x="6097" y="3163"/>
                    <a:pt x="6204" y="3156"/>
                  </a:cubicBezTo>
                  <a:cubicBezTo>
                    <a:pt x="6474" y="3156"/>
                    <a:pt x="6691" y="3265"/>
                    <a:pt x="6800" y="3483"/>
                  </a:cubicBezTo>
                  <a:cubicBezTo>
                    <a:pt x="7018" y="3918"/>
                    <a:pt x="7292" y="4405"/>
                    <a:pt x="7510" y="4897"/>
                  </a:cubicBezTo>
                  <a:cubicBezTo>
                    <a:pt x="8541" y="7074"/>
                    <a:pt x="9194" y="9141"/>
                    <a:pt x="9468" y="10991"/>
                  </a:cubicBezTo>
                  <a:cubicBezTo>
                    <a:pt x="9360" y="8271"/>
                    <a:pt x="7836" y="4732"/>
                    <a:pt x="7453" y="3861"/>
                  </a:cubicBezTo>
                  <a:cubicBezTo>
                    <a:pt x="7074" y="3047"/>
                    <a:pt x="6857" y="2721"/>
                    <a:pt x="5768" y="2664"/>
                  </a:cubicBezTo>
                  <a:cubicBezTo>
                    <a:pt x="4297" y="2612"/>
                    <a:pt x="2721" y="1959"/>
                    <a:pt x="1685" y="1415"/>
                  </a:cubicBezTo>
                  <a:cubicBezTo>
                    <a:pt x="654" y="814"/>
                    <a:pt x="218" y="436"/>
                    <a:pt x="545" y="0"/>
                  </a:cubicBezTo>
                  <a:close/>
                </a:path>
              </a:pathLst>
            </a:custGeom>
            <a:solidFill>
              <a:srgbClr val="385AA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37" name="Google Shape;2665;p59"/>
            <p:cNvSpPr/>
            <p:nvPr/>
          </p:nvSpPr>
          <p:spPr>
            <a:xfrm>
              <a:off x="2044275" y="4927100"/>
              <a:ext cx="27225" cy="28550"/>
            </a:xfrm>
            <a:custGeom>
              <a:avLst/>
              <a:ahLst/>
              <a:rect l="l" t="t" r="r" b="b"/>
              <a:pathLst>
                <a:path w="1089" h="1142" extrusionOk="0">
                  <a:moveTo>
                    <a:pt x="0" y="0"/>
                  </a:moveTo>
                  <a:cubicBezTo>
                    <a:pt x="0" y="379"/>
                    <a:pt x="0" y="762"/>
                    <a:pt x="53" y="1088"/>
                  </a:cubicBezTo>
                  <a:cubicBezTo>
                    <a:pt x="135" y="1114"/>
                    <a:pt x="271" y="1142"/>
                    <a:pt x="448" y="1142"/>
                  </a:cubicBezTo>
                  <a:cubicBezTo>
                    <a:pt x="625" y="1142"/>
                    <a:pt x="843" y="1114"/>
                    <a:pt x="1089" y="1032"/>
                  </a:cubicBezTo>
                  <a:lnTo>
                    <a:pt x="1089" y="109"/>
                  </a:lnTo>
                  <a:lnTo>
                    <a:pt x="0" y="0"/>
                  </a:lnTo>
                  <a:close/>
                </a:path>
              </a:pathLst>
            </a:custGeom>
            <a:solidFill>
              <a:srgbClr val="385AA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38" name="Google Shape;2666;p59"/>
            <p:cNvSpPr/>
            <p:nvPr/>
          </p:nvSpPr>
          <p:spPr>
            <a:xfrm>
              <a:off x="2004775" y="4838550"/>
              <a:ext cx="106125" cy="103525"/>
            </a:xfrm>
            <a:custGeom>
              <a:avLst/>
              <a:ahLst/>
              <a:rect l="l" t="t" r="r" b="b"/>
              <a:pathLst>
                <a:path w="4245" h="4141" extrusionOk="0">
                  <a:moveTo>
                    <a:pt x="2113" y="1"/>
                  </a:moveTo>
                  <a:cubicBezTo>
                    <a:pt x="2081" y="1"/>
                    <a:pt x="2048" y="2"/>
                    <a:pt x="2016" y="3"/>
                  </a:cubicBezTo>
                  <a:cubicBezTo>
                    <a:pt x="871" y="112"/>
                    <a:pt x="0" y="1039"/>
                    <a:pt x="57" y="2180"/>
                  </a:cubicBezTo>
                  <a:cubicBezTo>
                    <a:pt x="107" y="3289"/>
                    <a:pt x="1029" y="4141"/>
                    <a:pt x="2128" y="4141"/>
                  </a:cubicBezTo>
                  <a:cubicBezTo>
                    <a:pt x="2163" y="4141"/>
                    <a:pt x="2198" y="4140"/>
                    <a:pt x="2233" y="4138"/>
                  </a:cubicBezTo>
                  <a:cubicBezTo>
                    <a:pt x="3374" y="4086"/>
                    <a:pt x="4244" y="3107"/>
                    <a:pt x="4192" y="1962"/>
                  </a:cubicBezTo>
                  <a:cubicBezTo>
                    <a:pt x="4137" y="854"/>
                    <a:pt x="3211" y="1"/>
                    <a:pt x="2113" y="1"/>
                  </a:cubicBezTo>
                  <a:close/>
                </a:path>
              </a:pathLst>
            </a:custGeom>
            <a:solidFill>
              <a:srgbClr val="D9E5E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39" name="Google Shape;2667;p59"/>
            <p:cNvSpPr/>
            <p:nvPr/>
          </p:nvSpPr>
          <p:spPr>
            <a:xfrm>
              <a:off x="2004775" y="4845475"/>
              <a:ext cx="95225" cy="96600"/>
            </a:xfrm>
            <a:custGeom>
              <a:avLst/>
              <a:ahLst/>
              <a:rect l="l" t="t" r="r" b="b"/>
              <a:pathLst>
                <a:path w="3809" h="3864" extrusionOk="0">
                  <a:moveTo>
                    <a:pt x="1145" y="0"/>
                  </a:moveTo>
                  <a:lnTo>
                    <a:pt x="1145" y="0"/>
                  </a:lnTo>
                  <a:cubicBezTo>
                    <a:pt x="435" y="379"/>
                    <a:pt x="0" y="1089"/>
                    <a:pt x="57" y="1903"/>
                  </a:cubicBezTo>
                  <a:cubicBezTo>
                    <a:pt x="107" y="3012"/>
                    <a:pt x="1029" y="3864"/>
                    <a:pt x="2128" y="3864"/>
                  </a:cubicBezTo>
                  <a:cubicBezTo>
                    <a:pt x="2163" y="3864"/>
                    <a:pt x="2198" y="3863"/>
                    <a:pt x="2233" y="3861"/>
                  </a:cubicBezTo>
                  <a:cubicBezTo>
                    <a:pt x="2886" y="3809"/>
                    <a:pt x="3430" y="3535"/>
                    <a:pt x="3809" y="3047"/>
                  </a:cubicBezTo>
                  <a:lnTo>
                    <a:pt x="3809" y="3047"/>
                  </a:lnTo>
                  <a:cubicBezTo>
                    <a:pt x="3539" y="3208"/>
                    <a:pt x="3213" y="3265"/>
                    <a:pt x="2886" y="3317"/>
                  </a:cubicBezTo>
                  <a:cubicBezTo>
                    <a:pt x="2851" y="3319"/>
                    <a:pt x="2816" y="3320"/>
                    <a:pt x="2781" y="3320"/>
                  </a:cubicBezTo>
                  <a:cubicBezTo>
                    <a:pt x="1682" y="3320"/>
                    <a:pt x="760" y="2468"/>
                    <a:pt x="710" y="1358"/>
                  </a:cubicBezTo>
                  <a:cubicBezTo>
                    <a:pt x="710" y="871"/>
                    <a:pt x="819" y="379"/>
                    <a:pt x="1145" y="0"/>
                  </a:cubicBezTo>
                  <a:close/>
                </a:path>
              </a:pathLst>
            </a:custGeom>
            <a:solidFill>
              <a:srgbClr val="BAC4C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40" name="Google Shape;2668;p59"/>
            <p:cNvSpPr/>
            <p:nvPr/>
          </p:nvSpPr>
          <p:spPr>
            <a:xfrm>
              <a:off x="2044275" y="4848200"/>
              <a:ext cx="46275" cy="35375"/>
            </a:xfrm>
            <a:custGeom>
              <a:avLst/>
              <a:ahLst/>
              <a:rect l="l" t="t" r="r" b="b"/>
              <a:pathLst>
                <a:path w="1851" h="1415" extrusionOk="0">
                  <a:moveTo>
                    <a:pt x="705" y="0"/>
                  </a:moveTo>
                  <a:cubicBezTo>
                    <a:pt x="544" y="0"/>
                    <a:pt x="379" y="52"/>
                    <a:pt x="270" y="109"/>
                  </a:cubicBezTo>
                  <a:cubicBezTo>
                    <a:pt x="218" y="109"/>
                    <a:pt x="218" y="161"/>
                    <a:pt x="161" y="218"/>
                  </a:cubicBezTo>
                  <a:cubicBezTo>
                    <a:pt x="0" y="379"/>
                    <a:pt x="161" y="596"/>
                    <a:pt x="270" y="762"/>
                  </a:cubicBezTo>
                  <a:lnTo>
                    <a:pt x="923" y="1249"/>
                  </a:lnTo>
                  <a:cubicBezTo>
                    <a:pt x="1032" y="1306"/>
                    <a:pt x="1250" y="1415"/>
                    <a:pt x="1415" y="1415"/>
                  </a:cubicBezTo>
                  <a:cubicBezTo>
                    <a:pt x="1524" y="1415"/>
                    <a:pt x="1633" y="1358"/>
                    <a:pt x="1685" y="1306"/>
                  </a:cubicBezTo>
                  <a:cubicBezTo>
                    <a:pt x="1741" y="1249"/>
                    <a:pt x="1741" y="1197"/>
                    <a:pt x="1794" y="1141"/>
                  </a:cubicBezTo>
                  <a:cubicBezTo>
                    <a:pt x="1850" y="871"/>
                    <a:pt x="1685" y="488"/>
                    <a:pt x="1467" y="327"/>
                  </a:cubicBezTo>
                  <a:cubicBezTo>
                    <a:pt x="1306" y="109"/>
                    <a:pt x="980" y="0"/>
                    <a:pt x="705" y="0"/>
                  </a:cubicBezTo>
                  <a:close/>
                </a:path>
              </a:pathLst>
            </a:custGeom>
            <a:solidFill>
              <a:srgbClr val="E4EDF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41" name="Google Shape;2669;p59"/>
            <p:cNvSpPr/>
            <p:nvPr/>
          </p:nvSpPr>
          <p:spPr>
            <a:xfrm>
              <a:off x="2083675" y="4887575"/>
              <a:ext cx="19050" cy="21800"/>
            </a:xfrm>
            <a:custGeom>
              <a:avLst/>
              <a:ahLst/>
              <a:rect l="l" t="t" r="r" b="b"/>
              <a:pathLst>
                <a:path w="762" h="872" extrusionOk="0">
                  <a:moveTo>
                    <a:pt x="327" y="1"/>
                  </a:moveTo>
                  <a:cubicBezTo>
                    <a:pt x="165" y="1"/>
                    <a:pt x="0" y="166"/>
                    <a:pt x="0" y="384"/>
                  </a:cubicBezTo>
                  <a:cubicBezTo>
                    <a:pt x="0" y="545"/>
                    <a:pt x="109" y="763"/>
                    <a:pt x="218" y="819"/>
                  </a:cubicBezTo>
                  <a:cubicBezTo>
                    <a:pt x="274" y="819"/>
                    <a:pt x="327" y="871"/>
                    <a:pt x="383" y="871"/>
                  </a:cubicBezTo>
                  <a:lnTo>
                    <a:pt x="435" y="819"/>
                  </a:lnTo>
                  <a:cubicBezTo>
                    <a:pt x="492" y="819"/>
                    <a:pt x="544" y="763"/>
                    <a:pt x="601" y="710"/>
                  </a:cubicBezTo>
                  <a:cubicBezTo>
                    <a:pt x="762" y="545"/>
                    <a:pt x="710" y="219"/>
                    <a:pt x="492" y="57"/>
                  </a:cubicBezTo>
                  <a:cubicBezTo>
                    <a:pt x="435" y="57"/>
                    <a:pt x="383" y="1"/>
                    <a:pt x="327" y="1"/>
                  </a:cubicBezTo>
                  <a:close/>
                </a:path>
              </a:pathLst>
            </a:custGeom>
            <a:solidFill>
              <a:srgbClr val="E4EDF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42" name="Google Shape;2670;p59"/>
            <p:cNvSpPr/>
            <p:nvPr/>
          </p:nvSpPr>
          <p:spPr>
            <a:xfrm>
              <a:off x="2040125" y="4814125"/>
              <a:ext cx="85775" cy="46275"/>
            </a:xfrm>
            <a:custGeom>
              <a:avLst/>
              <a:ahLst/>
              <a:rect l="l" t="t" r="r" b="b"/>
              <a:pathLst>
                <a:path w="3431" h="1851" extrusionOk="0">
                  <a:moveTo>
                    <a:pt x="710" y="1"/>
                  </a:moveTo>
                  <a:cubicBezTo>
                    <a:pt x="545" y="1"/>
                    <a:pt x="384" y="1"/>
                    <a:pt x="219" y="57"/>
                  </a:cubicBezTo>
                  <a:cubicBezTo>
                    <a:pt x="166" y="57"/>
                    <a:pt x="110" y="109"/>
                    <a:pt x="110" y="109"/>
                  </a:cubicBezTo>
                  <a:cubicBezTo>
                    <a:pt x="57" y="166"/>
                    <a:pt x="1" y="218"/>
                    <a:pt x="57" y="275"/>
                  </a:cubicBezTo>
                  <a:cubicBezTo>
                    <a:pt x="57" y="327"/>
                    <a:pt x="110" y="384"/>
                    <a:pt x="166" y="384"/>
                  </a:cubicBezTo>
                  <a:cubicBezTo>
                    <a:pt x="436" y="493"/>
                    <a:pt x="710" y="436"/>
                    <a:pt x="1037" y="493"/>
                  </a:cubicBezTo>
                  <a:cubicBezTo>
                    <a:pt x="1524" y="601"/>
                    <a:pt x="2016" y="762"/>
                    <a:pt x="2452" y="1089"/>
                  </a:cubicBezTo>
                  <a:cubicBezTo>
                    <a:pt x="2721" y="1254"/>
                    <a:pt x="2996" y="1472"/>
                    <a:pt x="3213" y="1798"/>
                  </a:cubicBezTo>
                  <a:cubicBezTo>
                    <a:pt x="3213" y="1798"/>
                    <a:pt x="3213" y="1851"/>
                    <a:pt x="3266" y="1851"/>
                  </a:cubicBezTo>
                  <a:lnTo>
                    <a:pt x="3322" y="1851"/>
                  </a:lnTo>
                  <a:cubicBezTo>
                    <a:pt x="3374" y="1851"/>
                    <a:pt x="3374" y="1798"/>
                    <a:pt x="3374" y="1742"/>
                  </a:cubicBezTo>
                  <a:cubicBezTo>
                    <a:pt x="3431" y="1633"/>
                    <a:pt x="3266" y="1415"/>
                    <a:pt x="3157" y="1307"/>
                  </a:cubicBezTo>
                  <a:cubicBezTo>
                    <a:pt x="3048" y="1145"/>
                    <a:pt x="2887" y="1037"/>
                    <a:pt x="2778" y="928"/>
                  </a:cubicBezTo>
                  <a:cubicBezTo>
                    <a:pt x="2234" y="436"/>
                    <a:pt x="1472" y="1"/>
                    <a:pt x="710" y="1"/>
                  </a:cubicBezTo>
                  <a:close/>
                </a:path>
              </a:pathLst>
            </a:custGeom>
            <a:solidFill>
              <a:srgbClr val="4D606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43" name="Google Shape;2671;p59"/>
            <p:cNvSpPr/>
            <p:nvPr/>
          </p:nvSpPr>
          <p:spPr>
            <a:xfrm>
              <a:off x="2124475" y="4863100"/>
              <a:ext cx="6875" cy="6875"/>
            </a:xfrm>
            <a:custGeom>
              <a:avLst/>
              <a:ahLst/>
              <a:rect l="l" t="t" r="r" b="b"/>
              <a:pathLst>
                <a:path w="275" h="275" extrusionOk="0">
                  <a:moveTo>
                    <a:pt x="166" y="0"/>
                  </a:moveTo>
                  <a:cubicBezTo>
                    <a:pt x="57" y="0"/>
                    <a:pt x="0" y="166"/>
                    <a:pt x="57" y="218"/>
                  </a:cubicBezTo>
                  <a:cubicBezTo>
                    <a:pt x="57" y="275"/>
                    <a:pt x="109" y="275"/>
                    <a:pt x="109" y="275"/>
                  </a:cubicBezTo>
                  <a:lnTo>
                    <a:pt x="166" y="275"/>
                  </a:lnTo>
                  <a:cubicBezTo>
                    <a:pt x="275" y="218"/>
                    <a:pt x="275" y="0"/>
                    <a:pt x="166" y="0"/>
                  </a:cubicBezTo>
                  <a:close/>
                </a:path>
              </a:pathLst>
            </a:custGeom>
            <a:solidFill>
              <a:srgbClr val="4D606C"/>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8744" name="Google Shape;2672;p59"/>
            <p:cNvSpPr/>
            <p:nvPr/>
          </p:nvSpPr>
          <p:spPr>
            <a:xfrm>
              <a:off x="2823650" y="4040175"/>
              <a:ext cx="25" cy="25"/>
            </a:xfrm>
            <a:custGeom>
              <a:avLst/>
              <a:ahLst/>
              <a:rect l="l" t="t" r="r" b="b"/>
              <a:pathLst>
                <a:path w="1" h="1" extrusionOk="0">
                  <a:moveTo>
                    <a:pt x="1" y="1"/>
                  </a:moveTo>
                  <a:close/>
                </a:path>
              </a:pathLst>
            </a:custGeom>
            <a:solidFill>
              <a:srgbClr val="385AA2"/>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8745" name="Google Shape;2673;p59"/>
          <p:cNvSpPr txBox="1">
            <a:spLocks noGrp="1"/>
          </p:cNvSpPr>
          <p:nvPr>
            <p:ph type="ctrTitle"/>
          </p:nvPr>
        </p:nvSpPr>
        <p:spPr>
          <a:xfrm>
            <a:off x="1090387" y="2506785"/>
            <a:ext cx="3704575" cy="613987"/>
          </a:xfrm>
          <a:prstGeom prst="rect"/>
        </p:spPr>
        <p:txBody>
          <a:bodyPr anchor="ctr" anchorCtr="0" bIns="91425" lIns="91425" rIns="91425" spcFirstLastPara="1" tIns="91425" wrap="square">
            <a:noAutofit/>
          </a:bodyPr>
          <a:p>
            <a:pPr algn="ctr" indent="0" lvl="0" marL="0" rtl="0">
              <a:spcBef>
                <a:spcPts val="0"/>
              </a:spcBef>
              <a:spcAft>
                <a:spcPts val="0"/>
              </a:spcAft>
              <a:buNone/>
            </a:pPr>
            <a:r>
              <a:rPr dirty="0" sz="2000" lang="en-US">
                <a:solidFill>
                  <a:schemeClr val="hlink"/>
                </a:solidFill>
                <a:uFill>
                  <a:noFill/>
                </a:uFill>
                <a:latin typeface="Dubai Medium" panose="020F0502020204030204" pitchFamily="34" charset="-78"/>
                <a:cs typeface="Dubai Medium" panose="020F0502020204030204" pitchFamily="34" charset="-78"/>
              </a:rPr>
              <a:t>B</a:t>
            </a:r>
            <a:r>
              <a:rPr dirty="0" sz="2000" lang="en-US">
                <a:solidFill>
                  <a:schemeClr val="hlink"/>
                </a:solidFill>
                <a:uFill>
                  <a:noFill/>
                </a:uFill>
                <a:latin typeface="Dubai Medium" panose="020F0502020204030204" pitchFamily="34" charset="-78"/>
                <a:cs typeface="Dubai Medium" panose="020F0502020204030204" pitchFamily="34" charset="-78"/>
              </a:rPr>
              <a:t>y</a:t>
            </a:r>
            <a:r>
              <a:rPr dirty="0" sz="2000" lang="en-US">
                <a:solidFill>
                  <a:schemeClr val="hlink"/>
                </a:solidFill>
                <a:uFill>
                  <a:noFill/>
                </a:uFill>
                <a:latin typeface="Dubai Medium" panose="020F0502020204030204" pitchFamily="34" charset="-78"/>
                <a:cs typeface="Dubai Medium" panose="020F0502020204030204" pitchFamily="34" charset="-78"/>
              </a:rPr>
              <a:t> </a:t>
            </a:r>
            <a:r>
              <a:rPr dirty="0" sz="2000" lang="en-US">
                <a:solidFill>
                  <a:schemeClr val="hlink"/>
                </a:solidFill>
                <a:uFill>
                  <a:noFill/>
                </a:uFill>
                <a:latin typeface="Dubai Medium" panose="020F0502020204030204" pitchFamily="34" charset="-78"/>
                <a:cs typeface="Dubai Medium" panose="020F0502020204030204" pitchFamily="34" charset="-78"/>
              </a:rPr>
              <a:t>T</a:t>
            </a:r>
            <a:r>
              <a:rPr dirty="0" sz="2000" lang="en-US">
                <a:solidFill>
                  <a:schemeClr val="hlink"/>
                </a:solidFill>
                <a:uFill>
                  <a:noFill/>
                </a:uFill>
                <a:latin typeface="Dubai Medium" panose="020F0502020204030204" pitchFamily="34" charset="-78"/>
                <a:cs typeface="Dubai Medium" panose="020F0502020204030204" pitchFamily="34" charset="-78"/>
              </a:rPr>
              <a:t>e</a:t>
            </a:r>
            <a:r>
              <a:rPr dirty="0" sz="2000" lang="en-US">
                <a:solidFill>
                  <a:schemeClr val="hlink"/>
                </a:solidFill>
                <a:uFill>
                  <a:noFill/>
                </a:uFill>
                <a:latin typeface="Dubai Medium" panose="020F0502020204030204" pitchFamily="34" charset="-78"/>
                <a:cs typeface="Dubai Medium" panose="020F0502020204030204" pitchFamily="34" charset="-78"/>
              </a:rPr>
              <a:t>a</a:t>
            </a:r>
            <a:r>
              <a:rPr dirty="0" sz="2000" lang="en-US">
                <a:solidFill>
                  <a:schemeClr val="hlink"/>
                </a:solidFill>
                <a:uFill>
                  <a:noFill/>
                </a:uFill>
                <a:latin typeface="Dubai Medium" panose="020F0502020204030204" pitchFamily="34" charset="-78"/>
                <a:cs typeface="Dubai Medium" panose="020F0502020204030204" pitchFamily="34" charset="-78"/>
              </a:rPr>
              <a:t>m</a:t>
            </a:r>
            <a:endParaRPr dirty="0" sz="2000">
              <a:latin typeface="Dubai Medium" panose="020F0502020204030204" pitchFamily="34" charset="-78"/>
              <a:cs typeface="Dubai Medium" panose="020F0502020204030204" pitchFamily="34" charset="-78"/>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afterEffect" presetClass="entr" presetID="10" presetSubtype="0">
                                  <p:stCondLst>
                                    <p:cond delay="0"/>
                                  </p:stCondLst>
                                  <p:childTnLst>
                                    <p:set>
                                      <p:cBhvr>
                                        <p:cTn dur="1" fill="hold" id="6">
                                          <p:stCondLst>
                                            <p:cond delay="0"/>
                                          </p:stCondLst>
                                        </p:cTn>
                                        <p:tgtEl>
                                          <p:spTgt spid="1048678"/>
                                        </p:tgtEl>
                                        <p:attrNameLst>
                                          <p:attrName>style.visibility</p:attrName>
                                        </p:attrNameLst>
                                      </p:cBhvr>
                                      <p:to>
                                        <p:strVal val="visible"/>
                                      </p:to>
                                    </p:set>
                                    <p:animEffect transition="in" filter="fade">
                                      <p:cBhvr>
                                        <p:cTn dur="1000" id="7"/>
                                        <p:tgtEl>
                                          <p:spTgt spid="1048678"/>
                                        </p:tgtEl>
                                      </p:cBhvr>
                                    </p:animEffect>
                                  </p:childTnLst>
                                </p:cTn>
                              </p:par>
                              <p:par>
                                <p:cTn fill="hold" id="8" nodeType="withEffect" presetClass="entr" presetID="10" presetSubtype="0">
                                  <p:stCondLst>
                                    <p:cond delay="0"/>
                                  </p:stCondLst>
                                  <p:childTnLst>
                                    <p:set>
                                      <p:cBhvr>
                                        <p:cTn dur="1" fill="hold" id="9">
                                          <p:stCondLst>
                                            <p:cond delay="0"/>
                                          </p:stCondLst>
                                        </p:cTn>
                                        <p:tgtEl>
                                          <p:spTgt spid="1048688"/>
                                        </p:tgtEl>
                                        <p:attrNameLst>
                                          <p:attrName>style.visibility</p:attrName>
                                        </p:attrNameLst>
                                      </p:cBhvr>
                                      <p:to>
                                        <p:strVal val="visible"/>
                                      </p:to>
                                    </p:set>
                                    <p:animEffect transition="in" filter="fade">
                                      <p:cBhvr>
                                        <p:cTn dur="1000" id="10"/>
                                        <p:tgtEl>
                                          <p:spTgt spid="1048688"/>
                                        </p:tgtEl>
                                      </p:cBhvr>
                                    </p:animEffect>
                                  </p:childTnLst>
                                </p:cTn>
                              </p:par>
                              <p:par>
                                <p:cTn fill="hold" id="11" nodeType="withEffect" presetClass="entr" presetID="10" presetSubtype="0">
                                  <p:stCondLst>
                                    <p:cond delay="0"/>
                                  </p:stCondLst>
                                  <p:childTnLst>
                                    <p:set>
                                      <p:cBhvr>
                                        <p:cTn dur="1" fill="hold" id="12">
                                          <p:stCondLst>
                                            <p:cond delay="0"/>
                                          </p:stCondLst>
                                        </p:cTn>
                                        <p:tgtEl>
                                          <p:spTgt spid="1048689"/>
                                        </p:tgtEl>
                                        <p:attrNameLst>
                                          <p:attrName>style.visibility</p:attrName>
                                        </p:attrNameLst>
                                      </p:cBhvr>
                                      <p:to>
                                        <p:strVal val="visible"/>
                                      </p:to>
                                    </p:set>
                                    <p:animEffect transition="in" filter="fade">
                                      <p:cBhvr>
                                        <p:cTn dur="1000" id="13"/>
                                        <p:tgtEl>
                                          <p:spTgt spid="1048689"/>
                                        </p:tgtEl>
                                      </p:cBhvr>
                                    </p:animEffect>
                                  </p:childTnLst>
                                </p:cTn>
                              </p:par>
                              <p:par>
                                <p:cTn fill="hold" id="14" nodeType="withEffect" presetClass="entr" presetID="10" presetSubtype="0">
                                  <p:stCondLst>
                                    <p:cond delay="0"/>
                                  </p:stCondLst>
                                  <p:childTnLst>
                                    <p:set>
                                      <p:cBhvr>
                                        <p:cTn dur="1" fill="hold" id="15">
                                          <p:stCondLst>
                                            <p:cond delay="0"/>
                                          </p:stCondLst>
                                        </p:cTn>
                                        <p:tgtEl>
                                          <p:spTgt spid="37"/>
                                        </p:tgtEl>
                                        <p:attrNameLst>
                                          <p:attrName>style.visibility</p:attrName>
                                        </p:attrNameLst>
                                      </p:cBhvr>
                                      <p:to>
                                        <p:strVal val="visible"/>
                                      </p:to>
                                    </p:set>
                                    <p:animEffect transition="in" filter="fade">
                                      <p:cBhvr>
                                        <p:cTn dur="1000" id="16"/>
                                        <p:tgtEl>
                                          <p:spTgt spid="37"/>
                                        </p:tgtEl>
                                      </p:cBhvr>
                                    </p:animEffect>
                                  </p:childTnLst>
                                </p:cTn>
                              </p:par>
                              <p:par>
                                <p:cTn fill="hold" id="17" nodeType="withEffect" presetClass="entr" presetID="10" presetSubtype="0">
                                  <p:stCondLst>
                                    <p:cond delay="0"/>
                                  </p:stCondLst>
                                  <p:childTnLst>
                                    <p:set>
                                      <p:cBhvr>
                                        <p:cTn dur="1" fill="hold" id="18">
                                          <p:stCondLst>
                                            <p:cond delay="0"/>
                                          </p:stCondLst>
                                        </p:cTn>
                                        <p:tgtEl>
                                          <p:spTgt spid="1048745"/>
                                        </p:tgtEl>
                                        <p:attrNameLst>
                                          <p:attrName>style.visibility</p:attrName>
                                        </p:attrNameLst>
                                      </p:cBhvr>
                                      <p:to>
                                        <p:strVal val="visible"/>
                                      </p:to>
                                    </p:set>
                                    <p:animEffect transition="in" filter="fade">
                                      <p:cBhvr>
                                        <p:cTn dur="1000" id="19"/>
                                        <p:tgtEl>
                                          <p:spTgt spid="1048745"/>
                                        </p:tgtEl>
                                      </p:cBhvr>
                                    </p:animEffect>
                                  </p:childTnLst>
                                </p:cTn>
                              </p:par>
                              <p:par>
                                <p:cTn fill="hold" id="20" nodeType="withEffect" presetClass="entr" presetID="10" presetSubtype="0">
                                  <p:stCondLst>
                                    <p:cond delay="0"/>
                                  </p:stCondLst>
                                  <p:childTnLst>
                                    <p:set>
                                      <p:cBhvr>
                                        <p:cTn dur="1" fill="hold" id="21">
                                          <p:stCondLst>
                                            <p:cond delay="0"/>
                                          </p:stCondLst>
                                        </p:cTn>
                                        <p:tgtEl>
                                          <p:spTgt spid="1048679"/>
                                        </p:tgtEl>
                                        <p:attrNameLst>
                                          <p:attrName>style.visibility</p:attrName>
                                        </p:attrNameLst>
                                      </p:cBhvr>
                                      <p:to>
                                        <p:strVal val="visible"/>
                                      </p:to>
                                    </p:set>
                                    <p:animEffect transition="in" filter="fade">
                                      <p:cBhvr>
                                        <p:cTn dur="1000" id="22"/>
                                        <p:tgtEl>
                                          <p:spTgt spid="10486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4" name="Shape 2677"/>
        <p:cNvGrpSpPr/>
        <p:nvPr/>
      </p:nvGrpSpPr>
      <p:grpSpPr>
        <a:xfrm>
          <a:off x="0" y="0"/>
          <a:ext cx="0" cy="0"/>
          <a:chOff x="0" y="0"/>
          <a:chExt cx="0" cy="0"/>
        </a:xfrm>
      </p:grpSpPr>
      <p:sp>
        <p:nvSpPr>
          <p:cNvPr id="1048848" name="Google Shape;2678;p60"/>
          <p:cNvSpPr txBox="1">
            <a:spLocks noGrp="1"/>
          </p:cNvSpPr>
          <p:nvPr>
            <p:ph type="title"/>
          </p:nvPr>
        </p:nvSpPr>
        <p:spPr>
          <a:xfrm>
            <a:off x="713225" y="539500"/>
            <a:ext cx="7717500" cy="478200"/>
          </a:xfrm>
          <a:prstGeom prst="rect"/>
        </p:spPr>
        <p:txBody>
          <a:bodyPr anchor="ctr" anchorCtr="0" bIns="91425" lIns="91425" rIns="91425" spcFirstLastPara="1" tIns="91425" wrap="square">
            <a:noAutofit/>
          </a:bodyPr>
          <a:p>
            <a:pPr algn="ctr" indent="0" lvl="0" marL="0" rtl="0">
              <a:spcBef>
                <a:spcPts val="0"/>
              </a:spcBef>
              <a:spcAft>
                <a:spcPts val="0"/>
              </a:spcAft>
              <a:buNone/>
            </a:pPr>
            <a:r>
              <a:rPr dirty="0" sz="3600" lang="en"/>
              <a:t>Project Information</a:t>
            </a:r>
            <a:endParaRPr dirty="0" sz="3600"/>
          </a:p>
        </p:txBody>
      </p:sp>
      <p:sp>
        <p:nvSpPr>
          <p:cNvPr id="1048849" name="Google Shape;2680;p60"/>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8850" name="Google Shape;2681;p60"/>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dirty="0" sz="1400" lang="en">
                <a:solidFill>
                  <a:schemeClr val="hlink"/>
                </a:solidFill>
                <a:uFill>
                  <a:noFill/>
                </a:uFill>
                <a:hlinkClick r:id="" action="ppaction://hlinkshowjump?jump=nextslide"/>
              </a:rPr>
              <a:t>NEXT</a:t>
            </a:r>
            <a:endParaRPr dirty="0" sz="1400"/>
          </a:p>
        </p:txBody>
      </p:sp>
      <p:sp>
        <p:nvSpPr>
          <p:cNvPr id="1048851" name="Google Shape;2682;p60"/>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graphicFrame>
        <p:nvGraphicFramePr>
          <p:cNvPr id="4194304" name="Table 3"/>
          <p:cNvGraphicFramePr>
            <a:graphicFrameLocks noGrp="1"/>
          </p:cNvGraphicFramePr>
          <p:nvPr/>
        </p:nvGraphicFramePr>
        <p:xfrm>
          <a:off x="713224" y="1553590"/>
          <a:ext cx="7717499" cy="2611327"/>
        </p:xfrm>
        <a:graphic>
          <a:graphicData uri="http://schemas.openxmlformats.org/drawingml/2006/table">
            <a:tbl>
              <a:tblPr>
                <a:tableStyleId>{08FB837D-C827-4EFA-A057-4D05807E0F7C}</a:tableStyleId>
              </a:tblPr>
              <a:tblGrid>
                <a:gridCol w="3834504"/>
                <a:gridCol w="3882995"/>
              </a:tblGrid>
              <a:tr h="681440">
                <a:tc>
                  <a:txBody>
                    <a:bodyPr/>
                    <a:p>
                      <a:pPr fontAlgn="t" rtl="0">
                        <a:spcBef>
                          <a:spcPts val="0"/>
                        </a:spcBef>
                        <a:spcAft>
                          <a:spcPts val="0"/>
                        </a:spcAft>
                      </a:pPr>
                      <a:r>
                        <a:rPr b="1" sz="2000" lang="en-IN" strike="noStrike" u="none">
                          <a:solidFill>
                            <a:schemeClr val="bg2"/>
                          </a:solidFill>
                          <a:effectLst/>
                        </a:rPr>
                        <a:t>Project Title </a:t>
                      </a:r>
                      <a:endParaRPr sz="2400" lang="en-IN">
                        <a:solidFill>
                          <a:schemeClr val="bg2"/>
                        </a:solidFill>
                        <a:effectLst/>
                      </a:endParaRPr>
                    </a:p>
                  </a:txBody>
                  <a:tcPr marL="68580" marR="68580"/>
                </a:tc>
                <a:tc>
                  <a:txBody>
                    <a:bodyPr/>
                    <a:p>
                      <a:pPr fontAlgn="t" rtl="0">
                        <a:spcBef>
                          <a:spcPts val="0"/>
                        </a:spcBef>
                        <a:spcAft>
                          <a:spcPts val="600"/>
                        </a:spcAft>
                      </a:pPr>
                      <a:r>
                        <a:rPr b="0" dirty="0" sz="1800" lang="en-IN" strike="noStrike" u="none">
                          <a:solidFill>
                            <a:schemeClr val="bg2"/>
                          </a:solidFill>
                          <a:effectLst/>
                        </a:rPr>
                        <a:t>Heart Disease Diagnostic - Analysis</a:t>
                      </a:r>
                      <a:endParaRPr dirty="0" sz="2400" lang="en-IN">
                        <a:solidFill>
                          <a:schemeClr val="bg2"/>
                        </a:solidFill>
                        <a:effectLst/>
                      </a:endParaRPr>
                    </a:p>
                  </a:txBody>
                  <a:tcPr marL="68580" marR="68580"/>
                </a:tc>
              </a:tr>
              <a:tr h="429526">
                <a:tc>
                  <a:txBody>
                    <a:bodyPr/>
                    <a:p>
                      <a:pPr fontAlgn="t" rtl="0">
                        <a:spcBef>
                          <a:spcPts val="0"/>
                        </a:spcBef>
                        <a:spcAft>
                          <a:spcPts val="0"/>
                        </a:spcAft>
                      </a:pPr>
                      <a:r>
                        <a:rPr b="1" sz="2000" lang="en-IN" strike="noStrike" u="none">
                          <a:solidFill>
                            <a:schemeClr val="bg2"/>
                          </a:solidFill>
                          <a:effectLst/>
                        </a:rPr>
                        <a:t>Technologies </a:t>
                      </a:r>
                      <a:endParaRPr sz="2400" lang="en-IN">
                        <a:solidFill>
                          <a:schemeClr val="bg2"/>
                        </a:solidFill>
                        <a:effectLst/>
                      </a:endParaRPr>
                    </a:p>
                  </a:txBody>
                  <a:tcPr marL="68580" marR="68580"/>
                </a:tc>
                <a:tc>
                  <a:txBody>
                    <a:bodyPr/>
                    <a:p>
                      <a:pPr algn="just" fontAlgn="t" rtl="0">
                        <a:spcBef>
                          <a:spcPts val="0"/>
                        </a:spcBef>
                        <a:spcAft>
                          <a:spcPts val="600"/>
                        </a:spcAft>
                      </a:pPr>
                      <a:r>
                        <a:rPr b="0" sz="2000" lang="en-IN" strike="noStrike" u="none">
                          <a:solidFill>
                            <a:schemeClr val="bg2"/>
                          </a:solidFill>
                          <a:effectLst/>
                        </a:rPr>
                        <a:t>Business Intelligence</a:t>
                      </a:r>
                      <a:endParaRPr sz="2400" lang="en-IN">
                        <a:solidFill>
                          <a:schemeClr val="bg2"/>
                        </a:solidFill>
                        <a:effectLst/>
                      </a:endParaRPr>
                    </a:p>
                  </a:txBody>
                  <a:tcPr marL="68580" marR="68580"/>
                </a:tc>
              </a:tr>
              <a:tr h="429526">
                <a:tc>
                  <a:txBody>
                    <a:bodyPr/>
                    <a:p>
                      <a:pPr fontAlgn="t" rtl="0">
                        <a:spcBef>
                          <a:spcPts val="0"/>
                        </a:spcBef>
                        <a:spcAft>
                          <a:spcPts val="0"/>
                        </a:spcAft>
                      </a:pPr>
                      <a:r>
                        <a:rPr b="1" sz="2000" lang="en-IN" strike="noStrike" u="none">
                          <a:solidFill>
                            <a:schemeClr val="bg2"/>
                          </a:solidFill>
                          <a:effectLst/>
                        </a:rPr>
                        <a:t>Domain </a:t>
                      </a:r>
                      <a:endParaRPr sz="2400" lang="en-IN">
                        <a:solidFill>
                          <a:schemeClr val="bg2"/>
                        </a:solidFill>
                        <a:effectLst/>
                      </a:endParaRPr>
                    </a:p>
                  </a:txBody>
                  <a:tcPr marL="68580" marR="68580"/>
                </a:tc>
                <a:tc>
                  <a:txBody>
                    <a:bodyPr/>
                    <a:p>
                      <a:pPr algn="just" fontAlgn="t" rtl="0">
                        <a:spcBef>
                          <a:spcPts val="0"/>
                        </a:spcBef>
                        <a:spcAft>
                          <a:spcPts val="600"/>
                        </a:spcAft>
                      </a:pPr>
                      <a:r>
                        <a:rPr b="0" dirty="0" sz="2000" lang="en-IN" strike="noStrike" u="none">
                          <a:solidFill>
                            <a:schemeClr val="bg2"/>
                          </a:solidFill>
                          <a:effectLst/>
                        </a:rPr>
                        <a:t>Healthcare</a:t>
                      </a:r>
                      <a:endParaRPr dirty="0" sz="2400" lang="en-IN">
                        <a:solidFill>
                          <a:schemeClr val="bg2"/>
                        </a:solidFill>
                        <a:effectLst/>
                      </a:endParaRPr>
                    </a:p>
                  </a:txBody>
                  <a:tcPr marL="68580" marR="68580"/>
                </a:tc>
              </a:tr>
              <a:tr h="1070835">
                <a:tc>
                  <a:txBody>
                    <a:bodyPr/>
                    <a:p>
                      <a:pPr fontAlgn="t" rtl="0">
                        <a:spcBef>
                          <a:spcPts val="0"/>
                        </a:spcBef>
                        <a:spcAft>
                          <a:spcPts val="0"/>
                        </a:spcAft>
                      </a:pPr>
                      <a:r>
                        <a:rPr b="1" sz="2000" lang="en-IN" strike="noStrike" u="none">
                          <a:solidFill>
                            <a:schemeClr val="bg2"/>
                          </a:solidFill>
                          <a:effectLst/>
                        </a:rPr>
                        <a:t>Project Difficulties level </a:t>
                      </a:r>
                      <a:endParaRPr sz="2400" lang="en-IN">
                        <a:solidFill>
                          <a:schemeClr val="bg2"/>
                        </a:solidFill>
                        <a:effectLst/>
                      </a:endParaRPr>
                    </a:p>
                  </a:txBody>
                  <a:tcPr marL="68580" marR="68580"/>
                </a:tc>
                <a:tc>
                  <a:txBody>
                    <a:bodyPr/>
                    <a:p>
                      <a:pPr algn="just" fontAlgn="t" rtl="0">
                        <a:spcBef>
                          <a:spcPts val="0"/>
                        </a:spcBef>
                        <a:spcAft>
                          <a:spcPts val="600"/>
                        </a:spcAft>
                      </a:pPr>
                      <a:r>
                        <a:rPr b="0" dirty="0" sz="2000" lang="en-IN" strike="noStrike" u="none">
                          <a:solidFill>
                            <a:schemeClr val="bg2"/>
                          </a:solidFill>
                          <a:effectLst/>
                        </a:rPr>
                        <a:t>Advanced</a:t>
                      </a:r>
                      <a:endParaRPr dirty="0" sz="2400" lang="en-IN">
                        <a:solidFill>
                          <a:schemeClr val="bg2"/>
                        </a:solidFill>
                        <a:effectLst/>
                      </a:endParaRPr>
                    </a:p>
                  </a:txBody>
                  <a:tcPr marL="68580" marR="6858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0" name="Shape 2686"/>
        <p:cNvGrpSpPr/>
        <p:nvPr/>
      </p:nvGrpSpPr>
      <p:grpSpPr>
        <a:xfrm>
          <a:off x="0" y="0"/>
          <a:ext cx="0" cy="0"/>
          <a:chOff x="0" y="0"/>
          <a:chExt cx="0" cy="0"/>
        </a:xfrm>
      </p:grpSpPr>
      <p:sp>
        <p:nvSpPr>
          <p:cNvPr id="1048934" name="Google Shape;2697;p61"/>
          <p:cNvSpPr txBox="1">
            <a:spLocks noGrp="1"/>
          </p:cNvSpPr>
          <p:nvPr>
            <p:ph type="title"/>
          </p:nvPr>
        </p:nvSpPr>
        <p:spPr>
          <a:xfrm>
            <a:off x="713225" y="539500"/>
            <a:ext cx="7717500" cy="478200"/>
          </a:xfrm>
          <a:prstGeom prst="rect"/>
        </p:spPr>
        <p:txBody>
          <a:bodyPr anchor="ctr" anchorCtr="0" bIns="91425" lIns="91425" rIns="91425" spcFirstLastPara="1" tIns="91425" wrap="square">
            <a:noAutofit/>
          </a:bodyPr>
          <a:p>
            <a:pPr algn="ctr" indent="0" lvl="0" marL="0" rtl="0">
              <a:spcBef>
                <a:spcPts val="0"/>
              </a:spcBef>
              <a:spcAft>
                <a:spcPts val="0"/>
              </a:spcAft>
              <a:buNone/>
            </a:pPr>
            <a:r>
              <a:rPr dirty="0" lang="en"/>
              <a:t>Project Objective</a:t>
            </a:r>
            <a:endParaRPr dirty="0"/>
          </a:p>
        </p:txBody>
      </p:sp>
      <p:sp>
        <p:nvSpPr>
          <p:cNvPr id="1048935" name="Google Shape;2712;p61"/>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8936" name="Google Shape;2713;p61"/>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8937" name="Google Shape;2714;p61"/>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sp>
        <p:nvSpPr>
          <p:cNvPr id="1048938" name="TextBox 40"/>
          <p:cNvSpPr txBox="1"/>
          <p:nvPr/>
        </p:nvSpPr>
        <p:spPr>
          <a:xfrm>
            <a:off x="455491" y="1495967"/>
            <a:ext cx="8229600" cy="2225041"/>
          </a:xfrm>
          <a:prstGeom prst="rect"/>
          <a:noFill/>
        </p:spPr>
        <p:txBody>
          <a:bodyPr wrap="square">
            <a:spAutoFit/>
          </a:bodyPr>
          <a:p>
            <a:pPr indent="-342900" marL="342900">
              <a:buFont typeface="Wingdings" panose="05000000000000000000" pitchFamily="2" charset="2"/>
              <a:buChar char="Ø"/>
            </a:pPr>
            <a:r>
              <a:rPr dirty="0" sz="2400" lang="en-US">
                <a:solidFill>
                  <a:schemeClr val="tx2"/>
                </a:solidFill>
                <a:latin typeface="Dubai Medium" panose="020B0603030403030204" pitchFamily="34" charset="-78"/>
                <a:cs typeface="Dubai Medium" panose="020B0603030403030204" pitchFamily="34" charset="-78"/>
              </a:rPr>
              <a:t>The objective of this project is to examine the incidence of heart disease, utilizing a set of characteristics that collectively describe the condition. This analysis aims to identify patterns and correlations that could enhance our understanding of heart disease and potentially aid in its prevention</a:t>
            </a:r>
            <a:endParaRPr dirty="0" sz="2400" lang="en-IN">
              <a:solidFill>
                <a:schemeClr val="tx2"/>
              </a:solidFill>
              <a:latin typeface="Dubai Medium" panose="020B0603030403030204" pitchFamily="34" charset="-78"/>
              <a:cs typeface="Dubai Medium" panose="020B0603030403030204" pitchFamily="34" charset="-7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6" name="Shape 2718"/>
        <p:cNvGrpSpPr/>
        <p:nvPr/>
      </p:nvGrpSpPr>
      <p:grpSpPr>
        <a:xfrm>
          <a:off x="0" y="0"/>
          <a:ext cx="0" cy="0"/>
          <a:chOff x="0" y="0"/>
          <a:chExt cx="0" cy="0"/>
        </a:xfrm>
      </p:grpSpPr>
      <p:sp>
        <p:nvSpPr>
          <p:cNvPr id="1049015" name="Google Shape;2725;p62"/>
          <p:cNvSpPr txBox="1">
            <a:spLocks noGrp="1"/>
          </p:cNvSpPr>
          <p:nvPr>
            <p:ph type="title"/>
          </p:nvPr>
        </p:nvSpPr>
        <p:spPr>
          <a:xfrm>
            <a:off x="713225" y="539500"/>
            <a:ext cx="7717500" cy="478200"/>
          </a:xfrm>
          <a:prstGeom prst="rect"/>
        </p:spPr>
        <p:txBody>
          <a:bodyPr anchor="ctr" anchorCtr="0" bIns="91425" lIns="91425" rIns="91425" spcFirstLastPara="1" tIns="91425" wrap="square">
            <a:noAutofit/>
          </a:bodyPr>
          <a:p>
            <a:pPr algn="ctr" indent="0" lvl="0" marL="0" rtl="0">
              <a:spcBef>
                <a:spcPts val="0"/>
              </a:spcBef>
              <a:spcAft>
                <a:spcPts val="0"/>
              </a:spcAft>
              <a:buNone/>
            </a:pPr>
            <a:r>
              <a:rPr dirty="0" lang="en"/>
              <a:t>Problem Statement</a:t>
            </a:r>
            <a:endParaRPr dirty="0"/>
          </a:p>
        </p:txBody>
      </p:sp>
      <p:sp>
        <p:nvSpPr>
          <p:cNvPr id="1049016" name="Google Shape;2736;p62"/>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9017" name="Google Shape;2737;p62"/>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9018" name="Google Shape;2738;p62"/>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sp>
        <p:nvSpPr>
          <p:cNvPr id="1049019" name="TextBox 26"/>
          <p:cNvSpPr txBox="1"/>
          <p:nvPr/>
        </p:nvSpPr>
        <p:spPr>
          <a:xfrm>
            <a:off x="367136" y="1210725"/>
            <a:ext cx="8406310" cy="3139440"/>
          </a:xfrm>
          <a:prstGeom prst="rect"/>
          <a:noFill/>
        </p:spPr>
        <p:txBody>
          <a:bodyPr wrap="square">
            <a:spAutoFit/>
          </a:bodyPr>
          <a:p>
            <a:pPr indent="-285750" marL="285750">
              <a:lnSpc>
                <a:spcPct val="150000"/>
              </a:lnSpc>
              <a:buFont typeface="Wingdings" panose="05000000000000000000" pitchFamily="2" charset="2"/>
              <a:buChar char="Ø"/>
            </a:pPr>
            <a:r>
              <a:rPr dirty="0" lang="en-US">
                <a:solidFill>
                  <a:schemeClr val="tx2"/>
                </a:solidFill>
                <a:latin typeface="Dubai Medium" panose="020B0603030403030204" pitchFamily="34" charset="-78"/>
                <a:cs typeface="Dubai Medium" panose="020B0603030403030204" pitchFamily="34" charset="-78"/>
              </a:rPr>
              <a:t>In the wake of the global pandemic, the importance of health has been underscored like never before. Heart disease, being one of the leading causes of death worldwide, requires particular attention. The challenge is to analyze a heart disease diagnostic database to extract meaningful insights. The analysis should focus on understanding the occurrence of heart disease based on various health metrics such as age, gender, blood pressure, cholesterol levels, and maximum heart rate.</a:t>
            </a:r>
          </a:p>
          <a:p>
            <a:pPr indent="-285750" marL="285750">
              <a:lnSpc>
                <a:spcPct val="150000"/>
              </a:lnSpc>
              <a:buFont typeface="Wingdings" panose="05000000000000000000" pitchFamily="2" charset="2"/>
              <a:buChar char="Ø"/>
            </a:pPr>
            <a:r>
              <a:rPr dirty="0" lang="en-US">
                <a:solidFill>
                  <a:schemeClr val="tx2"/>
                </a:solidFill>
                <a:latin typeface="Dubai Medium" panose="020B0603030403030204" pitchFamily="34" charset="-78"/>
                <a:cs typeface="Dubai Medium" panose="020B0603030403030204" pitchFamily="34" charset="-78"/>
              </a:rPr>
              <a:t> The goal is to identify patterns and correlations that could enhance our understanding of heart disease and potentially aid in its prevention. The project also involves the creation of a comprehensive dashboard to effectively visualize these insights. However, the data requires careful extraction, transformation, and loading (ETL), and the exploratory data analysis (EDA) process needs to be meticulous to ensure the reliability of the findings.</a:t>
            </a:r>
            <a:endParaRPr dirty="0" lang="en-IN">
              <a:solidFill>
                <a:schemeClr val="tx2"/>
              </a:solidFill>
              <a:latin typeface="Dubai Medium" panose="020B0603030403030204" pitchFamily="34" charset="-78"/>
              <a:cs typeface="Dubai Medium" panose="020B0603030403030204" pitchFamily="34" charset="-7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7" name="Shape 2742"/>
        <p:cNvGrpSpPr/>
        <p:nvPr/>
      </p:nvGrpSpPr>
      <p:grpSpPr>
        <a:xfrm>
          <a:off x="0" y="0"/>
          <a:ext cx="0" cy="0"/>
          <a:chOff x="0" y="0"/>
          <a:chExt cx="0" cy="0"/>
        </a:xfrm>
      </p:grpSpPr>
      <p:sp>
        <p:nvSpPr>
          <p:cNvPr id="1049139" name="Google Shape;2744;p63"/>
          <p:cNvSpPr txBox="1">
            <a:spLocks noGrp="1"/>
          </p:cNvSpPr>
          <p:nvPr>
            <p:ph type="title"/>
          </p:nvPr>
        </p:nvSpPr>
        <p:spPr>
          <a:xfrm>
            <a:off x="631499" y="171343"/>
            <a:ext cx="7687500" cy="841800"/>
          </a:xfrm>
          <a:prstGeom prst="rect"/>
        </p:spPr>
        <p:txBody>
          <a:bodyPr anchor="ctr" anchorCtr="0" bIns="91425" lIns="91425" rIns="91425" spcFirstLastPara="1" tIns="91425" wrap="square">
            <a:noAutofit/>
          </a:bodyPr>
          <a:p>
            <a:pPr lvl="0"/>
            <a:r>
              <a:rPr dirty="0" lang="en-IN"/>
              <a:t>ARCHITECTURE </a:t>
            </a:r>
            <a:endParaRPr dirty="0"/>
          </a:p>
        </p:txBody>
      </p:sp>
      <p:sp>
        <p:nvSpPr>
          <p:cNvPr id="1049140" name="Google Shape;2747;p63"/>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9141" name="Google Shape;2748;p63"/>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9142" name="Google Shape;2749;p63"/>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10" presetSubtype="0">
                                  <p:stCondLst>
                                    <p:cond delay="0"/>
                                  </p:stCondLst>
                                  <p:childTnLst>
                                    <p:set>
                                      <p:cBhvr>
                                        <p:cTn dur="1" fill="hold" id="6">
                                          <p:stCondLst>
                                            <p:cond delay="0"/>
                                          </p:stCondLst>
                                        </p:cTn>
                                        <p:tgtEl>
                                          <p:spTgt spid="1049139"/>
                                        </p:tgtEl>
                                        <p:attrNameLst>
                                          <p:attrName>style.visibility</p:attrName>
                                        </p:attrNameLst>
                                      </p:cBhvr>
                                      <p:to>
                                        <p:strVal val="visible"/>
                                      </p:to>
                                    </p:set>
                                    <p:animEffect transition="in" filter="fade">
                                      <p:cBhvr>
                                        <p:cTn dur="1000" id="7"/>
                                        <p:tgtEl>
                                          <p:spTgt spid="1049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4" name="Shape 2753"/>
        <p:cNvGrpSpPr/>
        <p:nvPr/>
      </p:nvGrpSpPr>
      <p:grpSpPr>
        <a:xfrm>
          <a:off x="0" y="0"/>
          <a:ext cx="0" cy="0"/>
          <a:chOff x="0" y="0"/>
          <a:chExt cx="0" cy="0"/>
        </a:xfrm>
      </p:grpSpPr>
      <p:sp>
        <p:nvSpPr>
          <p:cNvPr id="1049261" name="Google Shape;2774;p64"/>
          <p:cNvSpPr txBox="1">
            <a:spLocks noGrp="1"/>
          </p:cNvSpPr>
          <p:nvPr>
            <p:ph type="title"/>
          </p:nvPr>
        </p:nvSpPr>
        <p:spPr>
          <a:xfrm>
            <a:off x="2773472" y="99937"/>
            <a:ext cx="4223037" cy="478200"/>
          </a:xfrm>
          <a:prstGeom prst="rect"/>
        </p:spPr>
        <p:txBody>
          <a:bodyPr anchor="ctr" anchorCtr="0" bIns="91425" lIns="91425" rIns="91425" spcFirstLastPara="1" tIns="91425" wrap="square">
            <a:noAutofit/>
          </a:bodyPr>
          <a:p>
            <a:pPr algn="l" indent="0" lvl="0" marL="0" rtl="0">
              <a:spcBef>
                <a:spcPts val="0"/>
              </a:spcBef>
              <a:spcAft>
                <a:spcPts val="0"/>
              </a:spcAft>
              <a:buNone/>
            </a:pPr>
            <a:r>
              <a:rPr dirty="0" lang="en-IN"/>
              <a:t>Overview of Dataset </a:t>
            </a:r>
            <a:endParaRPr dirty="0"/>
          </a:p>
        </p:txBody>
      </p:sp>
      <p:sp>
        <p:nvSpPr>
          <p:cNvPr id="1049262" name="Google Shape;2854;p64"/>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9263" name="Google Shape;2855;p64"/>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9264" name="Google Shape;2856;p64"/>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sp>
        <p:nvSpPr>
          <p:cNvPr id="1049265" name="Subtitle 2"/>
          <p:cNvSpPr>
            <a:spLocks noGrp="1"/>
          </p:cNvSpPr>
          <p:nvPr>
            <p:ph type="subTitle" idx="1"/>
          </p:nvPr>
        </p:nvSpPr>
        <p:spPr>
          <a:xfrm>
            <a:off x="217598" y="1307374"/>
            <a:ext cx="8705385" cy="3694033"/>
          </a:xfrm>
        </p:spPr>
        <p:txBody>
          <a:bodyPr/>
          <a:p>
            <a:r>
              <a:rPr dirty="0" lang="en-IN"/>
              <a:t>Age: The patient's age in years.</a:t>
            </a:r>
          </a:p>
          <a:p>
            <a:endParaRPr dirty="0" lang="en-IN"/>
          </a:p>
          <a:p>
            <a:r>
              <a:rPr dirty="0" lang="en-IN"/>
              <a:t>Sex: The patient's gender (1 = male, 0 = female).</a:t>
            </a:r>
          </a:p>
          <a:p>
            <a:endParaRPr dirty="0" lang="en-IN"/>
          </a:p>
          <a:p>
            <a:r>
              <a:rPr dirty="0" lang="en-IN"/>
              <a:t>Chest Pain Type (cp): Categorized into four types:</a:t>
            </a:r>
          </a:p>
          <a:p>
            <a:pPr lvl="1"/>
            <a:r>
              <a:rPr dirty="0" lang="en-IN"/>
              <a:t>1: Typical angina</a:t>
            </a:r>
          </a:p>
          <a:p>
            <a:pPr lvl="1"/>
            <a:r>
              <a:rPr dirty="0" lang="en-IN"/>
              <a:t>2: Atypical angina</a:t>
            </a:r>
          </a:p>
          <a:p>
            <a:pPr lvl="1"/>
            <a:r>
              <a:rPr dirty="0" lang="en-IN"/>
              <a:t>3: Non-anginal pain</a:t>
            </a:r>
          </a:p>
          <a:p>
            <a:pPr lvl="1"/>
            <a:r>
              <a:rPr dirty="0" lang="en-IN"/>
              <a:t>4: Asymptomatic</a:t>
            </a:r>
          </a:p>
          <a:p>
            <a:pPr lvl="1"/>
            <a:endParaRPr dirty="0" lang="en-IN"/>
          </a:p>
          <a:p>
            <a:r>
              <a:rPr dirty="0" lang="en-IN"/>
              <a:t>Resting Blood Pressure (</a:t>
            </a:r>
            <a:r>
              <a:rPr dirty="0" lang="en-IN" err="1"/>
              <a:t>trestbps</a:t>
            </a:r>
            <a:r>
              <a:rPr dirty="0" lang="en-IN"/>
              <a:t>): Measured in mm Hg at hospital admission.</a:t>
            </a:r>
          </a:p>
          <a:p>
            <a:r>
              <a:rPr dirty="0" lang="en-IN"/>
              <a:t>Cholesterol (</a:t>
            </a:r>
            <a:r>
              <a:rPr dirty="0" lang="en-IN" err="1"/>
              <a:t>chol</a:t>
            </a:r>
            <a:r>
              <a:rPr dirty="0" lang="en-IN"/>
              <a:t>): Serum cholesterol level in mg/dl.</a:t>
            </a:r>
          </a:p>
          <a:p>
            <a:endParaRPr dirty="0" lang="en-IN"/>
          </a:p>
          <a:p>
            <a:endParaRPr dirty="0" lang="en-IN"/>
          </a:p>
        </p:txBody>
      </p:sp>
      <p:sp>
        <p:nvSpPr>
          <p:cNvPr id="1049266" name="TextBox 10"/>
          <p:cNvSpPr txBox="1"/>
          <p:nvPr/>
        </p:nvSpPr>
        <p:spPr>
          <a:xfrm>
            <a:off x="776866" y="607387"/>
            <a:ext cx="7906217" cy="707886"/>
          </a:xfrm>
          <a:prstGeom prst="rect"/>
          <a:noFill/>
        </p:spPr>
        <p:txBody>
          <a:bodyPr wrap="square">
            <a:spAutoFit/>
          </a:bodyPr>
          <a:p>
            <a:r>
              <a:rPr dirty="0" sz="2000" lang="en-US">
                <a:solidFill>
                  <a:schemeClr val="tx2"/>
                </a:solidFill>
                <a:latin typeface="Dubai Medium" panose="020B0603030403030204" pitchFamily="34" charset="-78"/>
                <a:cs typeface="Dubai Medium" panose="020B0603030403030204" pitchFamily="34" charset="-78"/>
              </a:rPr>
              <a:t>This dataset comprises several clinical attributes used to assess the likelihood of heart disease: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7" name="Shape 2753"/>
        <p:cNvGrpSpPr/>
        <p:nvPr/>
      </p:nvGrpSpPr>
      <p:grpSpPr>
        <a:xfrm>
          <a:off x="0" y="0"/>
          <a:ext cx="0" cy="0"/>
          <a:chOff x="0" y="0"/>
          <a:chExt cx="0" cy="0"/>
        </a:xfrm>
      </p:grpSpPr>
      <p:sp>
        <p:nvSpPr>
          <p:cNvPr id="1049269" name="Google Shape;2774;p64"/>
          <p:cNvSpPr txBox="1">
            <a:spLocks noGrp="1"/>
          </p:cNvSpPr>
          <p:nvPr>
            <p:ph type="title"/>
          </p:nvPr>
        </p:nvSpPr>
        <p:spPr>
          <a:xfrm>
            <a:off x="2773472" y="268972"/>
            <a:ext cx="4223037" cy="478200"/>
          </a:xfrm>
          <a:prstGeom prst="rect"/>
        </p:spPr>
        <p:txBody>
          <a:bodyPr anchor="ctr" anchorCtr="0" bIns="91425" lIns="91425" rIns="91425" spcFirstLastPara="1" tIns="91425" wrap="square">
            <a:noAutofit/>
          </a:bodyPr>
          <a:p>
            <a:pPr algn="l" indent="0" lvl="0" marL="0" rtl="0">
              <a:spcBef>
                <a:spcPts val="0"/>
              </a:spcBef>
              <a:spcAft>
                <a:spcPts val="0"/>
              </a:spcAft>
              <a:buNone/>
            </a:pPr>
            <a:r>
              <a:rPr dirty="0" lang="en-IN"/>
              <a:t>Overview of Dataset (Continued ….)</a:t>
            </a:r>
            <a:endParaRPr dirty="0"/>
          </a:p>
        </p:txBody>
      </p:sp>
      <p:sp>
        <p:nvSpPr>
          <p:cNvPr id="1049270" name="Google Shape;2854;p64"/>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9271" name="Google Shape;2855;p64"/>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9272" name="Google Shape;2856;p64"/>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sp>
        <p:nvSpPr>
          <p:cNvPr id="1049273" name="Subtitle 2"/>
          <p:cNvSpPr>
            <a:spLocks noGrp="1"/>
          </p:cNvSpPr>
          <p:nvPr>
            <p:ph type="subTitle" idx="1"/>
          </p:nvPr>
        </p:nvSpPr>
        <p:spPr>
          <a:xfrm>
            <a:off x="530636" y="1142144"/>
            <a:ext cx="8079309" cy="3214265"/>
          </a:xfrm>
        </p:spPr>
        <p:txBody>
          <a:bodyPr/>
          <a:p>
            <a:r>
              <a:rPr dirty="0" lang="en-IN"/>
              <a:t>Fasting Blood Sugar (</a:t>
            </a:r>
            <a:r>
              <a:rPr dirty="0" lang="en-IN" err="1"/>
              <a:t>fbs</a:t>
            </a:r>
            <a:r>
              <a:rPr dirty="0" lang="en-IN"/>
              <a:t>): Indicates if fasting blood sugar is over 120 mg/dl (1 = yes, 0 = no).</a:t>
            </a:r>
          </a:p>
          <a:p>
            <a:endParaRPr dirty="0" lang="en-IN"/>
          </a:p>
          <a:p>
            <a:r>
              <a:rPr dirty="0" lang="en-IN"/>
              <a:t>Resting ECG (</a:t>
            </a:r>
            <a:r>
              <a:rPr dirty="0" lang="en-IN" err="1"/>
              <a:t>restecg</a:t>
            </a:r>
            <a:r>
              <a:rPr dirty="0" lang="en-IN"/>
              <a:t>): Resting electrocardiographic findings:</a:t>
            </a:r>
          </a:p>
          <a:p>
            <a:pPr lvl="1"/>
            <a:r>
              <a:rPr dirty="0" lang="en-IN"/>
              <a:t>0: Normal</a:t>
            </a:r>
          </a:p>
          <a:p>
            <a:pPr lvl="1"/>
            <a:r>
              <a:rPr dirty="0" lang="en-IN"/>
              <a:t>1: ST-T wave abnormality (inversions and/or ST elevation/depression &gt; 0.05 mV)</a:t>
            </a:r>
          </a:p>
          <a:p>
            <a:pPr lvl="1"/>
            <a:r>
              <a:rPr dirty="0" lang="en-IN"/>
              <a:t>2: Likely left ventricular hypertrophy (Estes' criteria)</a:t>
            </a:r>
          </a:p>
          <a:p>
            <a:pPr lvl="1"/>
            <a:endParaRPr dirty="0" lang="en-IN"/>
          </a:p>
          <a:p>
            <a:r>
              <a:rPr dirty="0" lang="en-IN"/>
              <a:t>Max Heart Rate (</a:t>
            </a:r>
            <a:r>
              <a:rPr dirty="0" lang="en-IN" err="1"/>
              <a:t>thalach</a:t>
            </a:r>
            <a:r>
              <a:rPr dirty="0" lang="en-IN"/>
              <a:t>): Peak heart rate achieved during testing.</a:t>
            </a:r>
          </a:p>
          <a:p>
            <a:endParaRPr dirty="0" lang="en-IN"/>
          </a:p>
          <a:p>
            <a:r>
              <a:rPr dirty="0" lang="en-IN"/>
              <a:t>Exercise-Induced Angina (</a:t>
            </a:r>
            <a:r>
              <a:rPr dirty="0" lang="en-IN" err="1"/>
              <a:t>exang</a:t>
            </a:r>
            <a:r>
              <a:rPr dirty="0" lang="en-IN"/>
              <a:t>): Occurrence during exercise (1 = yes, 0 = no).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90" name="Shape 2753"/>
        <p:cNvGrpSpPr/>
        <p:nvPr/>
      </p:nvGrpSpPr>
      <p:grpSpPr>
        <a:xfrm>
          <a:off x="0" y="0"/>
          <a:ext cx="0" cy="0"/>
          <a:chOff x="0" y="0"/>
          <a:chExt cx="0" cy="0"/>
        </a:xfrm>
      </p:grpSpPr>
      <p:sp>
        <p:nvSpPr>
          <p:cNvPr id="1049276" name="Google Shape;2774;p64"/>
          <p:cNvSpPr txBox="1">
            <a:spLocks noGrp="1"/>
          </p:cNvSpPr>
          <p:nvPr>
            <p:ph type="title"/>
          </p:nvPr>
        </p:nvSpPr>
        <p:spPr>
          <a:xfrm>
            <a:off x="2773472" y="268972"/>
            <a:ext cx="4223037" cy="478200"/>
          </a:xfrm>
          <a:prstGeom prst="rect"/>
        </p:spPr>
        <p:txBody>
          <a:bodyPr anchor="ctr" anchorCtr="0" bIns="91425" lIns="91425" rIns="91425" spcFirstLastPara="1" tIns="91425" wrap="square">
            <a:noAutofit/>
          </a:bodyPr>
          <a:p>
            <a:pPr algn="l" indent="0" lvl="0" marL="0" rtl="0">
              <a:spcBef>
                <a:spcPts val="0"/>
              </a:spcBef>
              <a:spcAft>
                <a:spcPts val="0"/>
              </a:spcAft>
              <a:buNone/>
            </a:pPr>
            <a:r>
              <a:rPr dirty="0" lang="en-IN"/>
              <a:t>Overview of Dataset (Continued ….)</a:t>
            </a:r>
            <a:endParaRPr dirty="0"/>
          </a:p>
        </p:txBody>
      </p:sp>
      <p:sp>
        <p:nvSpPr>
          <p:cNvPr id="1049277" name="Google Shape;2854;p64"/>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9278" name="Google Shape;2855;p64"/>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9279" name="Google Shape;2856;p64"/>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sp>
        <p:nvSpPr>
          <p:cNvPr id="1049280" name="Subtitle 2"/>
          <p:cNvSpPr>
            <a:spLocks noGrp="1"/>
          </p:cNvSpPr>
          <p:nvPr>
            <p:ph type="subTitle" idx="1"/>
          </p:nvPr>
        </p:nvSpPr>
        <p:spPr>
          <a:xfrm>
            <a:off x="530636" y="1142144"/>
            <a:ext cx="8079309" cy="3214265"/>
          </a:xfrm>
        </p:spPr>
        <p:txBody>
          <a:bodyPr/>
          <a:p>
            <a:r>
              <a:rPr dirty="0" lang="en-IN"/>
              <a:t>ST Depression (</a:t>
            </a:r>
            <a:r>
              <a:rPr dirty="0" lang="en-IN" err="1"/>
              <a:t>oldpeak</a:t>
            </a:r>
            <a:r>
              <a:rPr dirty="0" lang="en-IN"/>
              <a:t>): Measured in mm, induced by exercise relative to rest.</a:t>
            </a:r>
          </a:p>
          <a:p>
            <a:pPr lvl="1"/>
            <a:r>
              <a:rPr dirty="0" lang="en-IN"/>
              <a:t>ST Segment Slope (slope) during peak exercise:</a:t>
            </a:r>
          </a:p>
          <a:p>
            <a:pPr lvl="1"/>
            <a:r>
              <a:rPr dirty="0" lang="en-IN"/>
              <a:t>1: Upsloping</a:t>
            </a:r>
          </a:p>
          <a:p>
            <a:pPr lvl="1"/>
            <a:r>
              <a:rPr dirty="0" lang="en-IN"/>
              <a:t>2: Flat</a:t>
            </a:r>
          </a:p>
          <a:p>
            <a:pPr lvl="1"/>
            <a:r>
              <a:rPr dirty="0" lang="en-IN"/>
              <a:t>3: </a:t>
            </a:r>
            <a:r>
              <a:rPr dirty="0" lang="en-IN" err="1"/>
              <a:t>Downsloping</a:t>
            </a:r>
            <a:endParaRPr dirty="0" lang="en-IN"/>
          </a:p>
          <a:p>
            <a:pPr lvl="1"/>
            <a:endParaRPr dirty="0" lang="en-IN"/>
          </a:p>
          <a:p>
            <a:r>
              <a:rPr dirty="0" lang="en-IN"/>
              <a:t>Major Vessels (ca): Number of major vessels seen in fluoroscopy (0-3).</a:t>
            </a:r>
          </a:p>
          <a:p>
            <a:pPr lvl="1"/>
            <a:r>
              <a:rPr dirty="0" lang="en-IN"/>
              <a:t>Thallium Stress Test (</a:t>
            </a:r>
            <a:r>
              <a:rPr dirty="0" lang="en-IN" err="1"/>
              <a:t>thal</a:t>
            </a:r>
            <a:r>
              <a:rPr dirty="0" lang="en-IN"/>
              <a:t>):</a:t>
            </a:r>
          </a:p>
          <a:p>
            <a:pPr lvl="1"/>
            <a:r>
              <a:rPr dirty="0" lang="en-IN"/>
              <a:t>3: Normal</a:t>
            </a:r>
          </a:p>
          <a:p>
            <a:pPr lvl="1"/>
            <a:r>
              <a:rPr dirty="0" lang="en-IN"/>
              <a:t>6: Fixed defect</a:t>
            </a:r>
          </a:p>
          <a:p>
            <a:pPr lvl="1"/>
            <a:r>
              <a:rPr dirty="0" lang="en-IN"/>
              <a:t>7: Reversible defect</a:t>
            </a:r>
          </a:p>
          <a:p>
            <a:pPr lvl="1"/>
            <a:endParaRPr dirty="0" lang="en-IN"/>
          </a:p>
          <a:p>
            <a:r>
              <a:rPr dirty="0" lang="en-IN"/>
              <a:t>Disease Diagnosis (</a:t>
            </a:r>
            <a:r>
              <a:rPr dirty="0" lang="en-IN" err="1"/>
              <a:t>num</a:t>
            </a:r>
            <a:r>
              <a:rPr dirty="0" lang="en-IN"/>
              <a:t>): Angiographic disease status, ranging from no disease (0) to varying degrees (1-4).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97" name="Shape 2860"/>
        <p:cNvGrpSpPr/>
        <p:nvPr/>
      </p:nvGrpSpPr>
      <p:grpSpPr>
        <a:xfrm>
          <a:off x="0" y="0"/>
          <a:ext cx="0" cy="0"/>
          <a:chOff x="0" y="0"/>
          <a:chExt cx="0" cy="0"/>
        </a:xfrm>
      </p:grpSpPr>
      <p:sp>
        <p:nvSpPr>
          <p:cNvPr id="1049370" name="Google Shape;2862;p65"/>
          <p:cNvSpPr txBox="1">
            <a:spLocks noGrp="1"/>
          </p:cNvSpPr>
          <p:nvPr>
            <p:ph type="title"/>
          </p:nvPr>
        </p:nvSpPr>
        <p:spPr>
          <a:xfrm>
            <a:off x="1940961" y="135503"/>
            <a:ext cx="5258659" cy="579019"/>
          </a:xfrm>
          <a:prstGeom prst="rect"/>
        </p:spPr>
        <p:txBody>
          <a:bodyPr anchor="ctr" anchorCtr="0" bIns="91425" lIns="91425" rIns="91425" spcFirstLastPara="1" tIns="91425" wrap="square">
            <a:noAutofit/>
          </a:bodyPr>
          <a:p>
            <a:pPr algn="ctr" indent="0" lvl="0" marL="0" rtl="0">
              <a:spcBef>
                <a:spcPts val="0"/>
              </a:spcBef>
              <a:spcAft>
                <a:spcPts val="0"/>
              </a:spcAft>
              <a:buNone/>
            </a:pPr>
            <a:r>
              <a:rPr dirty="0" sz="3200" lang="en"/>
              <a:t>Data Visualization Insight</a:t>
            </a:r>
            <a:endParaRPr dirty="0" sz="5400"/>
          </a:p>
        </p:txBody>
      </p:sp>
      <p:sp>
        <p:nvSpPr>
          <p:cNvPr id="1049371" name="Google Shape;2863;p65"/>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9372" name="Google Shape;2864;p65"/>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9373" name="Google Shape;2865;p65"/>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pic>
        <p:nvPicPr>
          <p:cNvPr id="2097152" name="Picture 4"/>
          <p:cNvPicPr>
            <a:picLocks noChangeAspect="1"/>
          </p:cNvPicPr>
          <p:nvPr/>
        </p:nvPicPr>
        <p:blipFill>
          <a:blip xmlns:r="http://schemas.openxmlformats.org/officeDocument/2006/relationships" r:embed="rId1"/>
          <a:stretch>
            <a:fillRect/>
          </a:stretch>
        </p:blipFill>
        <p:spPr>
          <a:xfrm>
            <a:off x="1905090" y="1004351"/>
            <a:ext cx="5330399" cy="3134797"/>
          </a:xfrm>
          <a:prstGeom prst="rect"/>
        </p:spPr>
      </p:pic>
      <p:sp>
        <p:nvSpPr>
          <p:cNvPr id="1049374" name="TextBox 6"/>
          <p:cNvSpPr txBox="1"/>
          <p:nvPr/>
        </p:nvSpPr>
        <p:spPr>
          <a:xfrm>
            <a:off x="2248420" y="4228147"/>
            <a:ext cx="4572000" cy="523220"/>
          </a:xfrm>
          <a:prstGeom prst="rect"/>
          <a:noFill/>
        </p:spPr>
        <p:txBody>
          <a:bodyPr wrap="square">
            <a:spAutoFit/>
          </a:bodyPr>
          <a:p>
            <a:r>
              <a:rPr dirty="0" lang="en-US">
                <a:solidFill>
                  <a:schemeClr val="tx2"/>
                </a:solidFill>
                <a:latin typeface="Dubai Medium" panose="020B0603030403030204" pitchFamily="34" charset="-78"/>
                <a:cs typeface="Dubai Medium" panose="020B0603030403030204" pitchFamily="34" charset="-78"/>
              </a:rPr>
              <a:t>The pie chart shows that out of the studied population, 54.1% do not have heart disease, while 45.9% do.</a:t>
            </a:r>
            <a:endParaRPr dirty="0" lang="en-IN">
              <a:solidFill>
                <a:schemeClr val="tx2"/>
              </a:solidFill>
              <a:latin typeface="Dubai Medium" panose="020B0603030403030204" pitchFamily="34" charset="-78"/>
              <a:cs typeface="Dubai Medium" panose="020B0603030403030204" pitchFamily="34" charset="-7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03" name="Shape 2869"/>
        <p:cNvGrpSpPr/>
        <p:nvPr/>
      </p:nvGrpSpPr>
      <p:grpSpPr>
        <a:xfrm>
          <a:off x="0" y="0"/>
          <a:ext cx="0" cy="0"/>
          <a:chOff x="0" y="0"/>
          <a:chExt cx="0" cy="0"/>
        </a:xfrm>
      </p:grpSpPr>
      <p:sp>
        <p:nvSpPr>
          <p:cNvPr id="1049461" name="Google Shape;2872;p66"/>
          <p:cNvSpPr txBox="1">
            <a:spLocks noGrp="1"/>
          </p:cNvSpPr>
          <p:nvPr>
            <p:ph type="title"/>
          </p:nvPr>
        </p:nvSpPr>
        <p:spPr>
          <a:xfrm>
            <a:off x="711541" y="320044"/>
            <a:ext cx="7717500" cy="478200"/>
          </a:xfrm>
          <a:prstGeom prst="rect"/>
        </p:spPr>
        <p:txBody>
          <a:bodyPr anchor="ctr" anchorCtr="0" bIns="91425" lIns="91425" rIns="91425" spcFirstLastPara="1" tIns="91425" wrap="square">
            <a:noAutofit/>
          </a:bodyPr>
          <a:p>
            <a:pPr algn="ctr" indent="0" lvl="0" marL="0" rtl="0">
              <a:spcBef>
                <a:spcPts val="0"/>
              </a:spcBef>
              <a:spcAft>
                <a:spcPts val="0"/>
              </a:spcAft>
              <a:buNone/>
            </a:pPr>
            <a:r>
              <a:rPr dirty="0" sz="2800" lang="en"/>
              <a:t>Data Visualization Insight (</a:t>
            </a:r>
            <a:r>
              <a:rPr dirty="0" lang="en-IN"/>
              <a:t>Continued ….</a:t>
            </a:r>
            <a:r>
              <a:rPr dirty="0" sz="2800" lang="en"/>
              <a:t>)</a:t>
            </a:r>
            <a:endParaRPr dirty="0"/>
          </a:p>
        </p:txBody>
      </p:sp>
      <p:sp>
        <p:nvSpPr>
          <p:cNvPr id="1049462" name="Google Shape;2873;p66"/>
          <p:cNvSpPr/>
          <p:nvPr/>
        </p:nvSpPr>
        <p:spPr>
          <a:xfrm>
            <a:off x="1590271" y="2023100"/>
            <a:ext cx="814444" cy="634380"/>
          </a:xfrm>
          <a:custGeom>
            <a:avLst/>
            <a:ahLst/>
            <a:rect l="l" t="t" r="r" b="b"/>
            <a:pathLst>
              <a:path w="62195" h="42712" extrusionOk="0">
                <a:moveTo>
                  <a:pt x="44566" y="1"/>
                </a:moveTo>
                <a:cubicBezTo>
                  <a:pt x="27424" y="1"/>
                  <a:pt x="0" y="16215"/>
                  <a:pt x="0" y="27150"/>
                </a:cubicBezTo>
                <a:cubicBezTo>
                  <a:pt x="0" y="38089"/>
                  <a:pt x="13930" y="42712"/>
                  <a:pt x="31072" y="42712"/>
                </a:cubicBezTo>
                <a:cubicBezTo>
                  <a:pt x="48266" y="42712"/>
                  <a:pt x="62195" y="38089"/>
                  <a:pt x="62195" y="27150"/>
                </a:cubicBezTo>
                <a:cubicBezTo>
                  <a:pt x="62195" y="16215"/>
                  <a:pt x="61760" y="1"/>
                  <a:pt x="44566"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63" name="Google Shape;2885;p66"/>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9464" name="Google Shape;2886;p66"/>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9465" name="Google Shape;2887;p66"/>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sp>
        <p:nvSpPr>
          <p:cNvPr id="1049466" name="TextBox 6"/>
          <p:cNvSpPr txBox="1"/>
          <p:nvPr/>
        </p:nvSpPr>
        <p:spPr>
          <a:xfrm>
            <a:off x="2281243" y="3761325"/>
            <a:ext cx="4578096" cy="904241"/>
          </a:xfrm>
          <a:prstGeom prst="rect"/>
          <a:noFill/>
        </p:spPr>
        <p:txBody>
          <a:bodyPr wrap="square">
            <a:spAutoFit/>
          </a:bodyPr>
          <a:p>
            <a:endParaRPr dirty="0" lang="en-US"/>
          </a:p>
          <a:p>
            <a:r>
              <a:rPr dirty="0" lang="en-US">
                <a:solidFill>
                  <a:schemeClr val="tx2"/>
                </a:solidFill>
                <a:latin typeface="Dubai Medium" panose="020B0603030403030204" pitchFamily="34" charset="-78"/>
                <a:cs typeface="Dubai Medium" panose="020B0603030403030204" pitchFamily="34" charset="-78"/>
              </a:rPr>
              <a:t>The count plot shows heart disease occurrence increases with age, peaking in the middle-aged group, with lower incidence in the young and senior categories.</a:t>
            </a:r>
            <a:endParaRPr dirty="0" lang="en-IN">
              <a:solidFill>
                <a:schemeClr val="tx2"/>
              </a:solidFill>
              <a:latin typeface="Dubai Medium" panose="020B0603030403030204" pitchFamily="34" charset="-78"/>
              <a:cs typeface="Dubai Medium" panose="020B0603030403030204" pitchFamily="34" charset="-78"/>
            </a:endParaRPr>
          </a:p>
        </p:txBody>
      </p:sp>
      <p:pic>
        <p:nvPicPr>
          <p:cNvPr id="2097153" name="Picture 8"/>
          <p:cNvPicPr>
            <a:picLocks noChangeAspect="1"/>
          </p:cNvPicPr>
          <p:nvPr/>
        </p:nvPicPr>
        <p:blipFill>
          <a:blip xmlns:r="http://schemas.openxmlformats.org/officeDocument/2006/relationships" r:embed="rId1"/>
          <a:stretch>
            <a:fillRect/>
          </a:stretch>
        </p:blipFill>
        <p:spPr>
          <a:xfrm>
            <a:off x="2333668" y="843967"/>
            <a:ext cx="3849276" cy="2902733"/>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06" name="Shape 2869"/>
        <p:cNvGrpSpPr/>
        <p:nvPr/>
      </p:nvGrpSpPr>
      <p:grpSpPr>
        <a:xfrm>
          <a:off x="0" y="0"/>
          <a:ext cx="0" cy="0"/>
          <a:chOff x="0" y="0"/>
          <a:chExt cx="0" cy="0"/>
        </a:xfrm>
      </p:grpSpPr>
      <p:sp>
        <p:nvSpPr>
          <p:cNvPr id="1049469" name="Google Shape;2872;p66"/>
          <p:cNvSpPr txBox="1">
            <a:spLocks noGrp="1"/>
          </p:cNvSpPr>
          <p:nvPr>
            <p:ph type="title"/>
          </p:nvPr>
        </p:nvSpPr>
        <p:spPr>
          <a:xfrm>
            <a:off x="711541" y="320044"/>
            <a:ext cx="7717500" cy="478200"/>
          </a:xfrm>
          <a:prstGeom prst="rect"/>
        </p:spPr>
        <p:txBody>
          <a:bodyPr anchor="ctr" anchorCtr="0" bIns="91425" lIns="91425" rIns="91425" spcFirstLastPara="1" tIns="91425" wrap="square">
            <a:noAutofit/>
          </a:bodyPr>
          <a:p>
            <a:pPr algn="ctr" indent="0" lvl="0" marL="0" rtl="0">
              <a:spcBef>
                <a:spcPts val="0"/>
              </a:spcBef>
              <a:spcAft>
                <a:spcPts val="0"/>
              </a:spcAft>
              <a:buNone/>
            </a:pPr>
            <a:r>
              <a:rPr dirty="0" sz="2800" lang="en"/>
              <a:t>Data Visualization Insight (</a:t>
            </a:r>
            <a:r>
              <a:rPr dirty="0" lang="en-IN"/>
              <a:t>Continued ….</a:t>
            </a:r>
            <a:r>
              <a:rPr dirty="0" sz="2800" lang="en"/>
              <a:t>)</a:t>
            </a:r>
            <a:endParaRPr dirty="0"/>
          </a:p>
        </p:txBody>
      </p:sp>
      <p:sp>
        <p:nvSpPr>
          <p:cNvPr id="1049470" name="Google Shape;2873;p66"/>
          <p:cNvSpPr/>
          <p:nvPr/>
        </p:nvSpPr>
        <p:spPr>
          <a:xfrm>
            <a:off x="1590271" y="2023100"/>
            <a:ext cx="814444" cy="634380"/>
          </a:xfrm>
          <a:custGeom>
            <a:avLst/>
            <a:ahLst/>
            <a:rect l="l" t="t" r="r" b="b"/>
            <a:pathLst>
              <a:path w="62195" h="42712" extrusionOk="0">
                <a:moveTo>
                  <a:pt x="44566" y="1"/>
                </a:moveTo>
                <a:cubicBezTo>
                  <a:pt x="27424" y="1"/>
                  <a:pt x="0" y="16215"/>
                  <a:pt x="0" y="27150"/>
                </a:cubicBezTo>
                <a:cubicBezTo>
                  <a:pt x="0" y="38089"/>
                  <a:pt x="13930" y="42712"/>
                  <a:pt x="31072" y="42712"/>
                </a:cubicBezTo>
                <a:cubicBezTo>
                  <a:pt x="48266" y="42712"/>
                  <a:pt x="62195" y="38089"/>
                  <a:pt x="62195" y="27150"/>
                </a:cubicBezTo>
                <a:cubicBezTo>
                  <a:pt x="62195" y="16215"/>
                  <a:pt x="61760" y="1"/>
                  <a:pt x="44566"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71" name="Google Shape;2885;p66"/>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9472" name="Google Shape;2886;p66"/>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9473" name="Google Shape;2887;p66"/>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sp>
        <p:nvSpPr>
          <p:cNvPr id="1049474" name="TextBox 6"/>
          <p:cNvSpPr txBox="1"/>
          <p:nvPr/>
        </p:nvSpPr>
        <p:spPr>
          <a:xfrm>
            <a:off x="2281243" y="3761325"/>
            <a:ext cx="4578096" cy="904240"/>
          </a:xfrm>
          <a:prstGeom prst="rect"/>
          <a:noFill/>
        </p:spPr>
        <p:txBody>
          <a:bodyPr wrap="square">
            <a:spAutoFit/>
          </a:bodyPr>
          <a:p>
            <a:r>
              <a:rPr dirty="0" lang="en-US">
                <a:solidFill>
                  <a:schemeClr val="tx2"/>
                </a:solidFill>
                <a:latin typeface="Dubai Medium" panose="020B0603030403030204" pitchFamily="34" charset="-78"/>
                <a:cs typeface="Dubai Medium" panose="020B0603030403030204" pitchFamily="34" charset="-78"/>
              </a:rPr>
              <a:t>The swarm plot indicates both genders have a similar age distribution in heart disease studies, with fewer youths and a concentration in middle-aged to senior categories.</a:t>
            </a:r>
            <a:endParaRPr dirty="0" lang="en-IN">
              <a:solidFill>
                <a:schemeClr val="tx2"/>
              </a:solidFill>
              <a:latin typeface="Dubai Medium" panose="020B0603030403030204" pitchFamily="34" charset="-78"/>
              <a:cs typeface="Dubai Medium" panose="020B0603030403030204" pitchFamily="34" charset="-78"/>
            </a:endParaRPr>
          </a:p>
        </p:txBody>
      </p:sp>
      <p:pic>
        <p:nvPicPr>
          <p:cNvPr id="2097154" name="Picture 2" descr="Uploaded image"/>
          <p:cNvPicPr>
            <a:picLocks noChangeAspect="1" noChangeArrowheads="1"/>
          </p:cNvPicPr>
          <p:nvPr/>
        </p:nvPicPr>
        <p:blipFill>
          <a:blip xmlns:r="http://schemas.openxmlformats.org/officeDocument/2006/relationships" r:embed="rId1"/>
          <a:srcRect/>
          <a:stretch>
            <a:fillRect/>
          </a:stretch>
        </p:blipFill>
        <p:spPr bwMode="auto">
          <a:xfrm>
            <a:off x="2608048" y="969074"/>
            <a:ext cx="3924485" cy="2763001"/>
          </a:xfrm>
          <a:prstGeom prst="rect"/>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09" name="Shape 2869"/>
        <p:cNvGrpSpPr/>
        <p:nvPr/>
      </p:nvGrpSpPr>
      <p:grpSpPr>
        <a:xfrm>
          <a:off x="0" y="0"/>
          <a:ext cx="0" cy="0"/>
          <a:chOff x="0" y="0"/>
          <a:chExt cx="0" cy="0"/>
        </a:xfrm>
      </p:grpSpPr>
      <p:sp>
        <p:nvSpPr>
          <p:cNvPr id="1049477" name="Google Shape;2872;p66"/>
          <p:cNvSpPr txBox="1">
            <a:spLocks noGrp="1"/>
          </p:cNvSpPr>
          <p:nvPr>
            <p:ph type="title"/>
          </p:nvPr>
        </p:nvSpPr>
        <p:spPr>
          <a:xfrm>
            <a:off x="711541" y="320044"/>
            <a:ext cx="7717500" cy="478200"/>
          </a:xfrm>
          <a:prstGeom prst="rect"/>
        </p:spPr>
        <p:txBody>
          <a:bodyPr anchor="ctr" anchorCtr="0" bIns="91425" lIns="91425" rIns="91425" spcFirstLastPara="1" tIns="91425" wrap="square">
            <a:noAutofit/>
          </a:bodyPr>
          <a:p>
            <a:pPr algn="ctr" indent="0" lvl="0" marL="0" rtl="0">
              <a:spcBef>
                <a:spcPts val="0"/>
              </a:spcBef>
              <a:spcAft>
                <a:spcPts val="0"/>
              </a:spcAft>
              <a:buNone/>
            </a:pPr>
            <a:r>
              <a:rPr dirty="0" sz="2800" lang="en"/>
              <a:t>Data Visualization Insight (</a:t>
            </a:r>
            <a:r>
              <a:rPr dirty="0" lang="en-IN"/>
              <a:t>Continued ….</a:t>
            </a:r>
            <a:r>
              <a:rPr dirty="0" sz="2800" lang="en"/>
              <a:t>)</a:t>
            </a:r>
            <a:endParaRPr dirty="0"/>
          </a:p>
        </p:txBody>
      </p:sp>
      <p:sp>
        <p:nvSpPr>
          <p:cNvPr id="1049478" name="Google Shape;2873;p66"/>
          <p:cNvSpPr/>
          <p:nvPr/>
        </p:nvSpPr>
        <p:spPr>
          <a:xfrm>
            <a:off x="1590271" y="2023100"/>
            <a:ext cx="814444" cy="634380"/>
          </a:xfrm>
          <a:custGeom>
            <a:avLst/>
            <a:ahLst/>
            <a:rect l="l" t="t" r="r" b="b"/>
            <a:pathLst>
              <a:path w="62195" h="42712" extrusionOk="0">
                <a:moveTo>
                  <a:pt x="44566" y="1"/>
                </a:moveTo>
                <a:cubicBezTo>
                  <a:pt x="27424" y="1"/>
                  <a:pt x="0" y="16215"/>
                  <a:pt x="0" y="27150"/>
                </a:cubicBezTo>
                <a:cubicBezTo>
                  <a:pt x="0" y="38089"/>
                  <a:pt x="13930" y="42712"/>
                  <a:pt x="31072" y="42712"/>
                </a:cubicBezTo>
                <a:cubicBezTo>
                  <a:pt x="48266" y="42712"/>
                  <a:pt x="62195" y="38089"/>
                  <a:pt x="62195" y="27150"/>
                </a:cubicBezTo>
                <a:cubicBezTo>
                  <a:pt x="62195" y="16215"/>
                  <a:pt x="61760" y="1"/>
                  <a:pt x="44566"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79" name="Google Shape;2885;p66"/>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9480" name="Google Shape;2886;p66"/>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9481" name="Google Shape;2887;p66"/>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sp>
        <p:nvSpPr>
          <p:cNvPr id="1049482" name="TextBox 6"/>
          <p:cNvSpPr txBox="1"/>
          <p:nvPr/>
        </p:nvSpPr>
        <p:spPr>
          <a:xfrm>
            <a:off x="2281243" y="4110197"/>
            <a:ext cx="4578096" cy="523220"/>
          </a:xfrm>
          <a:prstGeom prst="rect"/>
          <a:noFill/>
        </p:spPr>
        <p:txBody>
          <a:bodyPr wrap="square">
            <a:spAutoFit/>
          </a:bodyPr>
          <a:p>
            <a:r>
              <a:rPr dirty="0" lang="en-US">
                <a:solidFill>
                  <a:schemeClr val="tx2"/>
                </a:solidFill>
                <a:latin typeface="Dubai Medium" panose="020B0603030403030204" pitchFamily="34" charset="-78"/>
                <a:cs typeface="Dubai Medium" panose="020B0603030403030204" pitchFamily="34" charset="-78"/>
              </a:rPr>
              <a:t>The plot reveals a higher count of heart disease occurrence in males compared to females.</a:t>
            </a:r>
            <a:endParaRPr dirty="0" lang="en-IN">
              <a:solidFill>
                <a:schemeClr val="tx2"/>
              </a:solidFill>
              <a:latin typeface="Dubai Medium" panose="020B0603030403030204" pitchFamily="34" charset="-78"/>
              <a:cs typeface="Dubai Medium" panose="020B0603030403030204" pitchFamily="34" charset="-78"/>
            </a:endParaRPr>
          </a:p>
        </p:txBody>
      </p:sp>
      <p:pic>
        <p:nvPicPr>
          <p:cNvPr id="2097155" name="Picture 2"/>
          <p:cNvPicPr>
            <a:picLocks noChangeAspect="1"/>
          </p:cNvPicPr>
          <p:nvPr/>
        </p:nvPicPr>
        <p:blipFill>
          <a:blip xmlns:r="http://schemas.openxmlformats.org/officeDocument/2006/relationships" r:embed="rId1"/>
          <a:stretch>
            <a:fillRect/>
          </a:stretch>
        </p:blipFill>
        <p:spPr>
          <a:xfrm>
            <a:off x="2612924" y="834950"/>
            <a:ext cx="3914734" cy="3080263"/>
          </a:xfrm>
          <a:prstGeom prst="rec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12" name="Shape 2869"/>
        <p:cNvGrpSpPr/>
        <p:nvPr/>
      </p:nvGrpSpPr>
      <p:grpSpPr>
        <a:xfrm>
          <a:off x="0" y="0"/>
          <a:ext cx="0" cy="0"/>
          <a:chOff x="0" y="0"/>
          <a:chExt cx="0" cy="0"/>
        </a:xfrm>
      </p:grpSpPr>
      <p:sp>
        <p:nvSpPr>
          <p:cNvPr id="1049485" name="Google Shape;2872;p66"/>
          <p:cNvSpPr txBox="1">
            <a:spLocks noGrp="1"/>
          </p:cNvSpPr>
          <p:nvPr>
            <p:ph type="title"/>
          </p:nvPr>
        </p:nvSpPr>
        <p:spPr>
          <a:xfrm>
            <a:off x="711541" y="320044"/>
            <a:ext cx="7717500" cy="478200"/>
          </a:xfrm>
          <a:prstGeom prst="rect"/>
        </p:spPr>
        <p:txBody>
          <a:bodyPr anchor="ctr" anchorCtr="0" bIns="91425" lIns="91425" rIns="91425" spcFirstLastPara="1" tIns="91425" wrap="square">
            <a:noAutofit/>
          </a:bodyPr>
          <a:p>
            <a:pPr algn="ctr" indent="0" lvl="0" marL="0" rtl="0">
              <a:spcBef>
                <a:spcPts val="0"/>
              </a:spcBef>
              <a:spcAft>
                <a:spcPts val="0"/>
              </a:spcAft>
              <a:buNone/>
            </a:pPr>
            <a:r>
              <a:rPr dirty="0" sz="2800" lang="en"/>
              <a:t>Data Visualization Insight (</a:t>
            </a:r>
            <a:r>
              <a:rPr dirty="0" lang="en-IN"/>
              <a:t>Continued ….</a:t>
            </a:r>
            <a:r>
              <a:rPr dirty="0" sz="2800" lang="en"/>
              <a:t>)</a:t>
            </a:r>
            <a:endParaRPr dirty="0"/>
          </a:p>
        </p:txBody>
      </p:sp>
      <p:sp>
        <p:nvSpPr>
          <p:cNvPr id="1049486" name="Google Shape;2873;p66"/>
          <p:cNvSpPr/>
          <p:nvPr/>
        </p:nvSpPr>
        <p:spPr>
          <a:xfrm>
            <a:off x="1590271" y="2023100"/>
            <a:ext cx="814444" cy="634380"/>
          </a:xfrm>
          <a:custGeom>
            <a:avLst/>
            <a:ahLst/>
            <a:rect l="l" t="t" r="r" b="b"/>
            <a:pathLst>
              <a:path w="62195" h="42712" extrusionOk="0">
                <a:moveTo>
                  <a:pt x="44566" y="1"/>
                </a:moveTo>
                <a:cubicBezTo>
                  <a:pt x="27424" y="1"/>
                  <a:pt x="0" y="16215"/>
                  <a:pt x="0" y="27150"/>
                </a:cubicBezTo>
                <a:cubicBezTo>
                  <a:pt x="0" y="38089"/>
                  <a:pt x="13930" y="42712"/>
                  <a:pt x="31072" y="42712"/>
                </a:cubicBezTo>
                <a:cubicBezTo>
                  <a:pt x="48266" y="42712"/>
                  <a:pt x="62195" y="38089"/>
                  <a:pt x="62195" y="27150"/>
                </a:cubicBezTo>
                <a:cubicBezTo>
                  <a:pt x="62195" y="16215"/>
                  <a:pt x="61760" y="1"/>
                  <a:pt x="44566"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87" name="Google Shape;2885;p66"/>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9488" name="Google Shape;2886;p66"/>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9489" name="Google Shape;2887;p66"/>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sp>
        <p:nvSpPr>
          <p:cNvPr id="1049490" name="TextBox 6"/>
          <p:cNvSpPr txBox="1"/>
          <p:nvPr/>
        </p:nvSpPr>
        <p:spPr>
          <a:xfrm>
            <a:off x="2208090" y="3932893"/>
            <a:ext cx="5070533" cy="701040"/>
          </a:xfrm>
          <a:prstGeom prst="rect"/>
          <a:noFill/>
        </p:spPr>
        <p:txBody>
          <a:bodyPr wrap="square">
            <a:spAutoFit/>
          </a:bodyPr>
          <a:p>
            <a:r>
              <a:rPr dirty="0" lang="en-US">
                <a:solidFill>
                  <a:schemeClr val="tx2"/>
                </a:solidFill>
                <a:latin typeface="Dubai Medium" panose="020B0603030403030204" pitchFamily="34" charset="-78"/>
                <a:cs typeface="Dubai Medium" panose="020B0603030403030204" pitchFamily="34" charset="-78"/>
              </a:rPr>
              <a:t>Asymptomatic chest pain is predominant among individuals without heart disease, while typical angina is most common in those with the disease.</a:t>
            </a:r>
            <a:endParaRPr dirty="0" lang="en-IN">
              <a:solidFill>
                <a:schemeClr val="tx2"/>
              </a:solidFill>
              <a:latin typeface="Dubai Medium" panose="020B0603030403030204" pitchFamily="34" charset="-78"/>
              <a:cs typeface="Dubai Medium" panose="020B0603030403030204" pitchFamily="34" charset="-78"/>
            </a:endParaRPr>
          </a:p>
        </p:txBody>
      </p:sp>
      <p:pic>
        <p:nvPicPr>
          <p:cNvPr id="2097156" name="Picture 2"/>
          <p:cNvPicPr>
            <a:picLocks noChangeAspect="1"/>
          </p:cNvPicPr>
          <p:nvPr/>
        </p:nvPicPr>
        <p:blipFill>
          <a:blip xmlns:r="http://schemas.openxmlformats.org/officeDocument/2006/relationships" r:embed="rId1"/>
          <a:stretch>
            <a:fillRect/>
          </a:stretch>
        </p:blipFill>
        <p:spPr>
          <a:xfrm>
            <a:off x="2595761" y="827494"/>
            <a:ext cx="3949060" cy="2946024"/>
          </a:xfrm>
          <a:prstGeom prst="rec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15" name="Shape 2869"/>
        <p:cNvGrpSpPr/>
        <p:nvPr/>
      </p:nvGrpSpPr>
      <p:grpSpPr>
        <a:xfrm>
          <a:off x="0" y="0"/>
          <a:ext cx="0" cy="0"/>
          <a:chOff x="0" y="0"/>
          <a:chExt cx="0" cy="0"/>
        </a:xfrm>
      </p:grpSpPr>
      <p:sp>
        <p:nvSpPr>
          <p:cNvPr id="1049493" name="Google Shape;2872;p66"/>
          <p:cNvSpPr txBox="1">
            <a:spLocks noGrp="1"/>
          </p:cNvSpPr>
          <p:nvPr>
            <p:ph type="title"/>
          </p:nvPr>
        </p:nvSpPr>
        <p:spPr>
          <a:xfrm>
            <a:off x="711541" y="320044"/>
            <a:ext cx="7717500" cy="478200"/>
          </a:xfrm>
          <a:prstGeom prst="rect"/>
        </p:spPr>
        <p:txBody>
          <a:bodyPr anchor="ctr" anchorCtr="0" bIns="91425" lIns="91425" rIns="91425" spcFirstLastPara="1" tIns="91425" wrap="square">
            <a:noAutofit/>
          </a:bodyPr>
          <a:p>
            <a:pPr algn="ctr" indent="0" lvl="0" marL="0" rtl="0">
              <a:spcBef>
                <a:spcPts val="0"/>
              </a:spcBef>
              <a:spcAft>
                <a:spcPts val="0"/>
              </a:spcAft>
              <a:buNone/>
            </a:pPr>
            <a:r>
              <a:rPr dirty="0" sz="2800" lang="en"/>
              <a:t>Data Visualization Insight (</a:t>
            </a:r>
            <a:r>
              <a:rPr dirty="0" lang="en-IN"/>
              <a:t>Continued ….</a:t>
            </a:r>
            <a:r>
              <a:rPr dirty="0" sz="2800" lang="en"/>
              <a:t>)</a:t>
            </a:r>
            <a:endParaRPr dirty="0"/>
          </a:p>
        </p:txBody>
      </p:sp>
      <p:sp>
        <p:nvSpPr>
          <p:cNvPr id="1049494" name="Google Shape;2873;p66"/>
          <p:cNvSpPr/>
          <p:nvPr/>
        </p:nvSpPr>
        <p:spPr>
          <a:xfrm>
            <a:off x="1590271" y="2023100"/>
            <a:ext cx="814444" cy="634380"/>
          </a:xfrm>
          <a:custGeom>
            <a:avLst/>
            <a:ahLst/>
            <a:rect l="l" t="t" r="r" b="b"/>
            <a:pathLst>
              <a:path w="62195" h="42712" extrusionOk="0">
                <a:moveTo>
                  <a:pt x="44566" y="1"/>
                </a:moveTo>
                <a:cubicBezTo>
                  <a:pt x="27424" y="1"/>
                  <a:pt x="0" y="16215"/>
                  <a:pt x="0" y="27150"/>
                </a:cubicBezTo>
                <a:cubicBezTo>
                  <a:pt x="0" y="38089"/>
                  <a:pt x="13930" y="42712"/>
                  <a:pt x="31072" y="42712"/>
                </a:cubicBezTo>
                <a:cubicBezTo>
                  <a:pt x="48266" y="42712"/>
                  <a:pt x="62195" y="38089"/>
                  <a:pt x="62195" y="27150"/>
                </a:cubicBezTo>
                <a:cubicBezTo>
                  <a:pt x="62195" y="16215"/>
                  <a:pt x="61760" y="1"/>
                  <a:pt x="44566"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495" name="Google Shape;2885;p66"/>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9496" name="Google Shape;2886;p66"/>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9497" name="Google Shape;2887;p66"/>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sp>
        <p:nvSpPr>
          <p:cNvPr id="1049498" name="TextBox 6"/>
          <p:cNvSpPr txBox="1"/>
          <p:nvPr/>
        </p:nvSpPr>
        <p:spPr>
          <a:xfrm>
            <a:off x="2281242" y="3882336"/>
            <a:ext cx="4578096" cy="701039"/>
          </a:xfrm>
          <a:prstGeom prst="rect"/>
          <a:noFill/>
        </p:spPr>
        <p:txBody>
          <a:bodyPr wrap="square">
            <a:spAutoFit/>
          </a:bodyPr>
          <a:p>
            <a:r>
              <a:rPr dirty="0" lang="en-US">
                <a:solidFill>
                  <a:schemeClr val="tx2"/>
                </a:solidFill>
                <a:latin typeface="Dubai Medium" panose="020B0603030403030204" pitchFamily="34" charset="-78"/>
                <a:cs typeface="Dubai Medium" panose="020B0603030403030204" pitchFamily="34" charset="-78"/>
              </a:rPr>
              <a:t>Asymptomatic chest pain is more common in males, while females report more atypical angina and non-anginal pain.</a:t>
            </a:r>
            <a:endParaRPr dirty="0" lang="en-IN">
              <a:solidFill>
                <a:schemeClr val="tx2"/>
              </a:solidFill>
              <a:latin typeface="Dubai Medium" panose="020B0603030403030204" pitchFamily="34" charset="-78"/>
              <a:cs typeface="Dubai Medium" panose="020B0603030403030204" pitchFamily="34" charset="-78"/>
            </a:endParaRPr>
          </a:p>
        </p:txBody>
      </p:sp>
      <p:pic>
        <p:nvPicPr>
          <p:cNvPr id="2097157" name="Picture 2"/>
          <p:cNvPicPr>
            <a:picLocks noChangeAspect="1"/>
          </p:cNvPicPr>
          <p:nvPr/>
        </p:nvPicPr>
        <p:blipFill>
          <a:blip xmlns:r="http://schemas.openxmlformats.org/officeDocument/2006/relationships" r:embed="rId1"/>
          <a:stretch>
            <a:fillRect/>
          </a:stretch>
        </p:blipFill>
        <p:spPr>
          <a:xfrm>
            <a:off x="2639146" y="861272"/>
            <a:ext cx="3862289" cy="2870803"/>
          </a:xfrm>
          <a:prstGeom prst="rec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18" name="Shape 2869"/>
        <p:cNvGrpSpPr/>
        <p:nvPr/>
      </p:nvGrpSpPr>
      <p:grpSpPr>
        <a:xfrm>
          <a:off x="0" y="0"/>
          <a:ext cx="0" cy="0"/>
          <a:chOff x="0" y="0"/>
          <a:chExt cx="0" cy="0"/>
        </a:xfrm>
      </p:grpSpPr>
      <p:sp>
        <p:nvSpPr>
          <p:cNvPr id="1049501" name="Google Shape;2872;p66"/>
          <p:cNvSpPr txBox="1">
            <a:spLocks noGrp="1"/>
          </p:cNvSpPr>
          <p:nvPr>
            <p:ph type="title"/>
          </p:nvPr>
        </p:nvSpPr>
        <p:spPr>
          <a:xfrm>
            <a:off x="711541" y="320044"/>
            <a:ext cx="7717500" cy="478200"/>
          </a:xfrm>
          <a:prstGeom prst="rect"/>
        </p:spPr>
        <p:txBody>
          <a:bodyPr anchor="ctr" anchorCtr="0" bIns="91425" lIns="91425" rIns="91425" spcFirstLastPara="1" tIns="91425" wrap="square">
            <a:noAutofit/>
          </a:bodyPr>
          <a:p>
            <a:pPr algn="ctr" indent="0" lvl="0" marL="0" rtl="0">
              <a:spcBef>
                <a:spcPts val="0"/>
              </a:spcBef>
              <a:spcAft>
                <a:spcPts val="0"/>
              </a:spcAft>
              <a:buNone/>
            </a:pPr>
            <a:r>
              <a:rPr dirty="0" sz="2800" lang="en"/>
              <a:t>Data Visualization Insight (</a:t>
            </a:r>
            <a:r>
              <a:rPr dirty="0" lang="en-IN"/>
              <a:t>Continued ….</a:t>
            </a:r>
            <a:r>
              <a:rPr dirty="0" sz="2800" lang="en"/>
              <a:t>)</a:t>
            </a:r>
            <a:endParaRPr dirty="0"/>
          </a:p>
        </p:txBody>
      </p:sp>
      <p:sp>
        <p:nvSpPr>
          <p:cNvPr id="1049502" name="Google Shape;2873;p66"/>
          <p:cNvSpPr/>
          <p:nvPr/>
        </p:nvSpPr>
        <p:spPr>
          <a:xfrm>
            <a:off x="1590271" y="2023100"/>
            <a:ext cx="814444" cy="634380"/>
          </a:xfrm>
          <a:custGeom>
            <a:avLst/>
            <a:ahLst/>
            <a:rect l="l" t="t" r="r" b="b"/>
            <a:pathLst>
              <a:path w="62195" h="42712" extrusionOk="0">
                <a:moveTo>
                  <a:pt x="44566" y="1"/>
                </a:moveTo>
                <a:cubicBezTo>
                  <a:pt x="27424" y="1"/>
                  <a:pt x="0" y="16215"/>
                  <a:pt x="0" y="27150"/>
                </a:cubicBezTo>
                <a:cubicBezTo>
                  <a:pt x="0" y="38089"/>
                  <a:pt x="13930" y="42712"/>
                  <a:pt x="31072" y="42712"/>
                </a:cubicBezTo>
                <a:cubicBezTo>
                  <a:pt x="48266" y="42712"/>
                  <a:pt x="62195" y="38089"/>
                  <a:pt x="62195" y="27150"/>
                </a:cubicBezTo>
                <a:cubicBezTo>
                  <a:pt x="62195" y="16215"/>
                  <a:pt x="61760" y="1"/>
                  <a:pt x="44566"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03" name="Google Shape;2885;p66"/>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9504" name="Google Shape;2886;p66"/>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9505" name="Google Shape;2887;p66"/>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sp>
        <p:nvSpPr>
          <p:cNvPr id="1049506" name="TextBox 6"/>
          <p:cNvSpPr txBox="1"/>
          <p:nvPr/>
        </p:nvSpPr>
        <p:spPr>
          <a:xfrm>
            <a:off x="2281243" y="3962143"/>
            <a:ext cx="4578096" cy="904240"/>
          </a:xfrm>
          <a:prstGeom prst="rect"/>
          <a:noFill/>
        </p:spPr>
        <p:txBody>
          <a:bodyPr wrap="square">
            <a:spAutoFit/>
          </a:bodyPr>
          <a:p>
            <a:r>
              <a:rPr dirty="0" lang="en-US">
                <a:solidFill>
                  <a:schemeClr val="tx2"/>
                </a:solidFill>
                <a:latin typeface="Dubai Medium" panose="020B0603030403030204" pitchFamily="34" charset="-78"/>
                <a:cs typeface="Dubai Medium" panose="020B0603030403030204" pitchFamily="34" charset="-78"/>
              </a:rPr>
              <a:t>The distribution suggests that asymptomatic chest pain is most reported in the middle-aged group, with other types of pain being less common across all age categories.</a:t>
            </a:r>
            <a:endParaRPr dirty="0" lang="en-IN">
              <a:solidFill>
                <a:schemeClr val="tx2"/>
              </a:solidFill>
              <a:latin typeface="Dubai Medium" panose="020B0603030403030204" pitchFamily="34" charset="-78"/>
              <a:cs typeface="Dubai Medium" panose="020B0603030403030204" pitchFamily="34" charset="-78"/>
            </a:endParaRPr>
          </a:p>
        </p:txBody>
      </p:sp>
      <p:pic>
        <p:nvPicPr>
          <p:cNvPr id="2097158" name="Picture 2"/>
          <p:cNvPicPr>
            <a:picLocks noChangeAspect="1"/>
          </p:cNvPicPr>
          <p:nvPr/>
        </p:nvPicPr>
        <p:blipFill>
          <a:blip xmlns:r="http://schemas.openxmlformats.org/officeDocument/2006/relationships" r:embed="rId1"/>
          <a:stretch>
            <a:fillRect/>
          </a:stretch>
        </p:blipFill>
        <p:spPr>
          <a:xfrm>
            <a:off x="2281243" y="903417"/>
            <a:ext cx="4704773" cy="2953552"/>
          </a:xfrm>
          <a:prstGeom prst="rec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21" name="Shape 2869"/>
        <p:cNvGrpSpPr/>
        <p:nvPr/>
      </p:nvGrpSpPr>
      <p:grpSpPr>
        <a:xfrm>
          <a:off x="0" y="0"/>
          <a:ext cx="0" cy="0"/>
          <a:chOff x="0" y="0"/>
          <a:chExt cx="0" cy="0"/>
        </a:xfrm>
      </p:grpSpPr>
      <p:sp>
        <p:nvSpPr>
          <p:cNvPr id="1049509" name="Google Shape;2872;p66"/>
          <p:cNvSpPr txBox="1">
            <a:spLocks noGrp="1"/>
          </p:cNvSpPr>
          <p:nvPr>
            <p:ph type="title"/>
          </p:nvPr>
        </p:nvSpPr>
        <p:spPr>
          <a:xfrm>
            <a:off x="711541" y="320044"/>
            <a:ext cx="7717500" cy="478200"/>
          </a:xfrm>
          <a:prstGeom prst="rect"/>
        </p:spPr>
        <p:txBody>
          <a:bodyPr anchor="ctr" anchorCtr="0" bIns="91425" lIns="91425" rIns="91425" spcFirstLastPara="1" tIns="91425" wrap="square">
            <a:noAutofit/>
          </a:bodyPr>
          <a:p>
            <a:pPr algn="ctr" indent="0" lvl="0" marL="0" rtl="0">
              <a:spcBef>
                <a:spcPts val="0"/>
              </a:spcBef>
              <a:spcAft>
                <a:spcPts val="0"/>
              </a:spcAft>
              <a:buNone/>
            </a:pPr>
            <a:r>
              <a:rPr dirty="0" sz="2800" lang="en"/>
              <a:t>Data Visualization Insight (</a:t>
            </a:r>
            <a:r>
              <a:rPr dirty="0" lang="en-IN"/>
              <a:t>Continued ….</a:t>
            </a:r>
            <a:r>
              <a:rPr dirty="0" sz="2800" lang="en"/>
              <a:t>)</a:t>
            </a:r>
            <a:endParaRPr dirty="0"/>
          </a:p>
        </p:txBody>
      </p:sp>
      <p:sp>
        <p:nvSpPr>
          <p:cNvPr id="1049510" name="Google Shape;2873;p66"/>
          <p:cNvSpPr/>
          <p:nvPr/>
        </p:nvSpPr>
        <p:spPr>
          <a:xfrm>
            <a:off x="1590271" y="2023100"/>
            <a:ext cx="814444" cy="634380"/>
          </a:xfrm>
          <a:custGeom>
            <a:avLst/>
            <a:ahLst/>
            <a:rect l="l" t="t" r="r" b="b"/>
            <a:pathLst>
              <a:path w="62195" h="42712" extrusionOk="0">
                <a:moveTo>
                  <a:pt x="44566" y="1"/>
                </a:moveTo>
                <a:cubicBezTo>
                  <a:pt x="27424" y="1"/>
                  <a:pt x="0" y="16215"/>
                  <a:pt x="0" y="27150"/>
                </a:cubicBezTo>
                <a:cubicBezTo>
                  <a:pt x="0" y="38089"/>
                  <a:pt x="13930" y="42712"/>
                  <a:pt x="31072" y="42712"/>
                </a:cubicBezTo>
                <a:cubicBezTo>
                  <a:pt x="48266" y="42712"/>
                  <a:pt x="62195" y="38089"/>
                  <a:pt x="62195" y="27150"/>
                </a:cubicBezTo>
                <a:cubicBezTo>
                  <a:pt x="62195" y="16215"/>
                  <a:pt x="61760" y="1"/>
                  <a:pt x="44566" y="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511" name="Google Shape;2885;p66"/>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9512" name="Google Shape;2886;p66"/>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9513" name="Google Shape;2887;p66"/>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sp>
        <p:nvSpPr>
          <p:cNvPr id="1049514" name="TextBox 6"/>
          <p:cNvSpPr txBox="1"/>
          <p:nvPr/>
        </p:nvSpPr>
        <p:spPr>
          <a:xfrm>
            <a:off x="2404715" y="4148337"/>
            <a:ext cx="4578096" cy="523220"/>
          </a:xfrm>
          <a:prstGeom prst="rect"/>
          <a:noFill/>
        </p:spPr>
        <p:txBody>
          <a:bodyPr wrap="square">
            <a:spAutoFit/>
          </a:bodyPr>
          <a:p>
            <a:r>
              <a:rPr dirty="0" lang="en-US">
                <a:solidFill>
                  <a:schemeClr val="tx2"/>
                </a:solidFill>
                <a:latin typeface="Dubai Medium" panose="020B0603030403030204" pitchFamily="34" charset="-78"/>
                <a:cs typeface="Dubai Medium" panose="020B0603030403030204" pitchFamily="34" charset="-78"/>
              </a:rPr>
              <a:t>More males than females have fasting blood sugar levels above 120 mg/dl.</a:t>
            </a:r>
            <a:endParaRPr dirty="0" lang="en-IN">
              <a:solidFill>
                <a:schemeClr val="tx2"/>
              </a:solidFill>
              <a:latin typeface="Dubai Medium" panose="020B0603030403030204" pitchFamily="34" charset="-78"/>
              <a:cs typeface="Dubai Medium" panose="020B0603030403030204" pitchFamily="34" charset="-78"/>
            </a:endParaRPr>
          </a:p>
        </p:txBody>
      </p:sp>
      <p:pic>
        <p:nvPicPr>
          <p:cNvPr id="2097159" name="Picture 2"/>
          <p:cNvPicPr>
            <a:picLocks noChangeAspect="1"/>
          </p:cNvPicPr>
          <p:nvPr/>
        </p:nvPicPr>
        <p:blipFill>
          <a:blip xmlns:r="http://schemas.openxmlformats.org/officeDocument/2006/relationships" r:embed="rId1"/>
          <a:stretch>
            <a:fillRect/>
          </a:stretch>
        </p:blipFill>
        <p:spPr>
          <a:xfrm>
            <a:off x="2562708" y="827494"/>
            <a:ext cx="4015166" cy="3185822"/>
          </a:xfrm>
          <a:prstGeom prst="rec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24" name=""/>
        <p:cNvGrpSpPr/>
        <p:nvPr/>
      </p:nvGrpSpPr>
      <p:grpSpPr>
        <a:xfrm>
          <a:off x="0" y="0"/>
          <a:ext cx="0" cy="0"/>
          <a:chOff x="0" y="0"/>
          <a:chExt cx="0" cy="0"/>
        </a:xfrm>
      </p:grpSpPr>
      <p:sp>
        <p:nvSpPr>
          <p:cNvPr id="1049517" name="Title 1"/>
          <p:cNvSpPr>
            <a:spLocks noGrp="1"/>
          </p:cNvSpPr>
          <p:nvPr>
            <p:ph type="title"/>
          </p:nvPr>
        </p:nvSpPr>
        <p:spPr>
          <a:xfrm>
            <a:off x="713224" y="300400"/>
            <a:ext cx="7717500" cy="478200"/>
          </a:xfrm>
        </p:spPr>
        <p:txBody>
          <a:bodyPr/>
          <a:p>
            <a:r>
              <a:rPr dirty="0" lang="en-IN"/>
              <a:t>Dashboard</a:t>
            </a:r>
          </a:p>
        </p:txBody>
      </p:sp>
      <p:pic>
        <p:nvPicPr>
          <p:cNvPr id="2097160" name="Picture 3"/>
          <p:cNvPicPr>
            <a:picLocks noChangeAspect="1"/>
          </p:cNvPicPr>
          <p:nvPr/>
        </p:nvPicPr>
        <p:blipFill>
          <a:blip xmlns:r="http://schemas.openxmlformats.org/officeDocument/2006/relationships" r:embed="rId1"/>
          <a:stretch>
            <a:fillRect/>
          </a:stretch>
        </p:blipFill>
        <p:spPr>
          <a:xfrm>
            <a:off x="234150" y="778600"/>
            <a:ext cx="8675649" cy="4247231"/>
          </a:xfrm>
          <a:prstGeom prst="rec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28" name="Shape 2891"/>
        <p:cNvGrpSpPr/>
        <p:nvPr/>
      </p:nvGrpSpPr>
      <p:grpSpPr>
        <a:xfrm>
          <a:off x="0" y="0"/>
          <a:ext cx="0" cy="0"/>
          <a:chOff x="0" y="0"/>
          <a:chExt cx="0" cy="0"/>
        </a:xfrm>
      </p:grpSpPr>
      <p:sp>
        <p:nvSpPr>
          <p:cNvPr id="1049602" name="Google Shape;2892;p67"/>
          <p:cNvSpPr txBox="1">
            <a:spLocks noGrp="1"/>
          </p:cNvSpPr>
          <p:nvPr>
            <p:ph type="title"/>
          </p:nvPr>
        </p:nvSpPr>
        <p:spPr>
          <a:xfrm>
            <a:off x="399556" y="74263"/>
            <a:ext cx="7717500" cy="478200"/>
          </a:xfrm>
          <a:prstGeom prst="rect"/>
        </p:spPr>
        <p:txBody>
          <a:bodyPr anchor="ctr" anchorCtr="0" bIns="91425" lIns="91425" rIns="91425" spcFirstLastPara="1" tIns="91425" wrap="square">
            <a:noAutofit/>
          </a:bodyPr>
          <a:p>
            <a:pPr algn="ctr" indent="0" lvl="0" marL="0" rtl="0">
              <a:spcBef>
                <a:spcPts val="0"/>
              </a:spcBef>
              <a:spcAft>
                <a:spcPts val="0"/>
              </a:spcAft>
              <a:buNone/>
            </a:pPr>
            <a:r>
              <a:rPr dirty="0" lang="en"/>
              <a:t>Conclusion </a:t>
            </a:r>
            <a:endParaRPr dirty="0"/>
          </a:p>
        </p:txBody>
      </p:sp>
      <p:sp>
        <p:nvSpPr>
          <p:cNvPr id="1049603" name="Google Shape;2897;p67"/>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9604" name="Google Shape;2898;p67"/>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9605" name="Google Shape;2899;p67"/>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sp>
        <p:nvSpPr>
          <p:cNvPr id="1049606" name="TextBox 2"/>
          <p:cNvSpPr txBox="1"/>
          <p:nvPr/>
        </p:nvSpPr>
        <p:spPr>
          <a:xfrm>
            <a:off x="698810" y="647650"/>
            <a:ext cx="7902614" cy="3943387"/>
          </a:xfrm>
          <a:prstGeom prst="rect"/>
          <a:noFill/>
        </p:spPr>
        <p:txBody>
          <a:bodyPr wrap="square">
            <a:spAutoFit/>
          </a:bodyPr>
          <a:p>
            <a:pPr indent="-285750" marL="285750">
              <a:lnSpc>
                <a:spcPct val="150000"/>
              </a:lnSpc>
              <a:buFont typeface="Wingdings" panose="05000000000000000000" pitchFamily="2" charset="2"/>
              <a:buChar char="v"/>
            </a:pPr>
            <a:r>
              <a:rPr dirty="0" lang="en-US">
                <a:solidFill>
                  <a:schemeClr val="tx2"/>
                </a:solidFill>
                <a:latin typeface="Dubai Medium" panose="020B0603030403030204" pitchFamily="34" charset="-78"/>
                <a:cs typeface="Dubai Medium" panose="020B0603030403030204" pitchFamily="34" charset="-78"/>
              </a:rPr>
              <a:t>Approximately 45.87% of the studied population is affected by heart disease.</a:t>
            </a:r>
          </a:p>
          <a:p>
            <a:pPr indent="-285750" marL="285750">
              <a:lnSpc>
                <a:spcPct val="150000"/>
              </a:lnSpc>
              <a:buFont typeface="Wingdings" panose="05000000000000000000" pitchFamily="2" charset="2"/>
              <a:buChar char="v"/>
            </a:pPr>
            <a:r>
              <a:rPr dirty="0" lang="en-US">
                <a:solidFill>
                  <a:schemeClr val="tx2"/>
                </a:solidFill>
                <a:latin typeface="Dubai Medium" panose="020B0603030403030204" pitchFamily="34" charset="-78"/>
                <a:cs typeface="Dubai Medium" panose="020B0603030403030204" pitchFamily="34" charset="-78"/>
              </a:rPr>
              <a:t>The prevalence of heart disease is higher among men aged 50 to 60, while for women it is more common between 55 to 65 years.</a:t>
            </a:r>
          </a:p>
          <a:p>
            <a:pPr indent="-285750" marL="285750">
              <a:lnSpc>
                <a:spcPct val="150000"/>
              </a:lnSpc>
              <a:buFont typeface="Wingdings" panose="05000000000000000000" pitchFamily="2" charset="2"/>
              <a:buChar char="v"/>
            </a:pPr>
            <a:r>
              <a:rPr dirty="0" lang="en-US">
                <a:solidFill>
                  <a:schemeClr val="tx2"/>
                </a:solidFill>
                <a:latin typeface="Dubai Medium" panose="020B0603030403030204" pitchFamily="34" charset="-78"/>
                <a:cs typeface="Dubai Medium" panose="020B0603030403030204" pitchFamily="34" charset="-78"/>
              </a:rPr>
              <a:t>Males demonstrate a higher susceptibility to heart disease compared to females.</a:t>
            </a:r>
          </a:p>
          <a:p>
            <a:pPr indent="-285750" marL="285750">
              <a:lnSpc>
                <a:spcPct val="150000"/>
              </a:lnSpc>
              <a:buFont typeface="Wingdings" panose="05000000000000000000" pitchFamily="2" charset="2"/>
              <a:buChar char="v"/>
            </a:pPr>
            <a:r>
              <a:rPr dirty="0" lang="en-US">
                <a:solidFill>
                  <a:schemeClr val="tx2"/>
                </a:solidFill>
                <a:latin typeface="Dubai Medium" panose="020B0603030403030204" pitchFamily="34" charset="-78"/>
                <a:cs typeface="Dubai Medium" panose="020B0603030403030204" pitchFamily="34" charset="-78"/>
              </a:rPr>
              <a:t>The risk of heart disease increases with age, particularly in the elderly demographic.</a:t>
            </a:r>
          </a:p>
          <a:p>
            <a:pPr indent="-285750" marL="285750">
              <a:lnSpc>
                <a:spcPct val="150000"/>
              </a:lnSpc>
              <a:buFont typeface="Wingdings" panose="05000000000000000000" pitchFamily="2" charset="2"/>
              <a:buChar char="v"/>
            </a:pPr>
            <a:r>
              <a:rPr dirty="0" lang="en-US">
                <a:solidFill>
                  <a:schemeClr val="tx2"/>
                </a:solidFill>
                <a:latin typeface="Dubai Medium" panose="020B0603030403030204" pitchFamily="34" charset="-78"/>
                <a:cs typeface="Dubai Medium" panose="020B0603030403030204" pitchFamily="34" charset="-78"/>
              </a:rPr>
              <a:t>Asymptomatic chest pain is strongly associated with an increased risk of heart disease.</a:t>
            </a:r>
          </a:p>
          <a:p>
            <a:pPr indent="-285750" marL="285750">
              <a:lnSpc>
                <a:spcPct val="150000"/>
              </a:lnSpc>
              <a:buFont typeface="Wingdings" panose="05000000000000000000" pitchFamily="2" charset="2"/>
              <a:buChar char="v"/>
            </a:pPr>
            <a:r>
              <a:rPr dirty="0" lang="en-US">
                <a:solidFill>
                  <a:schemeClr val="tx2"/>
                </a:solidFill>
                <a:latin typeface="Dubai Medium" panose="020B0603030403030204" pitchFamily="34" charset="-78"/>
                <a:cs typeface="Dubai Medium" panose="020B0603030403030204" pitchFamily="34" charset="-78"/>
              </a:rPr>
              <a:t>Individuals with heart disease often exhibit elevated cholesterol levels.</a:t>
            </a:r>
          </a:p>
          <a:p>
            <a:pPr indent="-285750" marL="285750">
              <a:lnSpc>
                <a:spcPct val="150000"/>
              </a:lnSpc>
              <a:buFont typeface="Wingdings" panose="05000000000000000000" pitchFamily="2" charset="2"/>
              <a:buChar char="v"/>
            </a:pPr>
            <a:r>
              <a:rPr dirty="0" lang="en-US">
                <a:solidFill>
                  <a:schemeClr val="tx2"/>
                </a:solidFill>
                <a:latin typeface="Dubai Medium" panose="020B0603030403030204" pitchFamily="34" charset="-78"/>
                <a:cs typeface="Dubai Medium" panose="020B0603030403030204" pitchFamily="34" charset="-78"/>
              </a:rPr>
              <a:t>Blood pressure tends to rise in individuals between the ages of 50 and 60, and this trend may persist until the age of 70.</a:t>
            </a:r>
          </a:p>
          <a:p>
            <a:pPr indent="-285750" marL="285750">
              <a:lnSpc>
                <a:spcPct val="150000"/>
              </a:lnSpc>
              <a:buFont typeface="Wingdings" panose="05000000000000000000" pitchFamily="2" charset="2"/>
              <a:buChar char="v"/>
            </a:pPr>
            <a:r>
              <a:rPr dirty="0" lang="en-US">
                <a:solidFill>
                  <a:schemeClr val="tx2"/>
                </a:solidFill>
                <a:latin typeface="Dubai Medium" panose="020B0603030403030204" pitchFamily="34" charset="-78"/>
                <a:cs typeface="Dubai Medium" panose="020B0603030403030204" pitchFamily="34" charset="-78"/>
              </a:rPr>
              <a:t>The 50-60 age group shows a tendency for rising cholesterol levels and peak heart rates.</a:t>
            </a:r>
          </a:p>
          <a:p>
            <a:pPr indent="-285750" marL="285750">
              <a:lnSpc>
                <a:spcPct val="150000"/>
              </a:lnSpc>
              <a:buFont typeface="Wingdings" panose="05000000000000000000" pitchFamily="2" charset="2"/>
              <a:buChar char="v"/>
            </a:pPr>
            <a:r>
              <a:rPr dirty="0" lang="en-US">
                <a:solidFill>
                  <a:schemeClr val="tx2"/>
                </a:solidFill>
                <a:latin typeface="Dubai Medium" panose="020B0603030403030204" pitchFamily="34" charset="-78"/>
                <a:cs typeface="Dubai Medium" panose="020B0603030403030204" pitchFamily="34" charset="-78"/>
              </a:rPr>
              <a:t>ST depression, an indicator of heart stress, is most commonly observed to increase among individuals aged 30 to 40.</a:t>
            </a:r>
            <a:endParaRPr dirty="0" lang="en-IN">
              <a:solidFill>
                <a:schemeClr val="tx2"/>
              </a:solidFill>
              <a:latin typeface="Dubai Medium" panose="020B0603030403030204" pitchFamily="34" charset="-78"/>
              <a:cs typeface="Dubai Medium" panose="020B0603030403030204" pitchFamily="34" charset="-78"/>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31" name=""/>
        <p:cNvGrpSpPr/>
        <p:nvPr/>
      </p:nvGrpSpPr>
      <p:grpSpPr>
        <a:xfrm>
          <a:off x="0" y="0"/>
          <a:ext cx="0" cy="0"/>
          <a:chOff x="0" y="0"/>
          <a:chExt cx="0" cy="0"/>
        </a:xfrm>
      </p:grpSpPr>
      <p:sp>
        <p:nvSpPr>
          <p:cNvPr id="1049609" name="Title 1"/>
          <p:cNvSpPr>
            <a:spLocks noGrp="1"/>
          </p:cNvSpPr>
          <p:nvPr>
            <p:ph type="title"/>
          </p:nvPr>
        </p:nvSpPr>
        <p:spPr>
          <a:xfrm>
            <a:off x="713250" y="222188"/>
            <a:ext cx="7717500" cy="478200"/>
          </a:xfrm>
        </p:spPr>
        <p:txBody>
          <a:bodyPr/>
          <a:p>
            <a:r>
              <a:rPr dirty="0" lang="en-IN"/>
              <a:t>FAQ</a:t>
            </a:r>
          </a:p>
        </p:txBody>
      </p:sp>
      <p:sp>
        <p:nvSpPr>
          <p:cNvPr id="1049610" name="TextBox 2"/>
          <p:cNvSpPr txBox="1"/>
          <p:nvPr/>
        </p:nvSpPr>
        <p:spPr>
          <a:xfrm>
            <a:off x="118945" y="611992"/>
            <a:ext cx="8556704" cy="2354491"/>
          </a:xfrm>
          <a:prstGeom prst="rect"/>
          <a:noFill/>
        </p:spPr>
        <p:txBody>
          <a:bodyPr rtlCol="0" wrap="square">
            <a:spAutoFit/>
          </a:bodyPr>
          <a:p>
            <a:r>
              <a:rPr dirty="0" sz="1050" lang="en-US">
                <a:solidFill>
                  <a:schemeClr val="tx2"/>
                </a:solidFill>
                <a:latin typeface="Dubai Medium" panose="020B0603030403030204" pitchFamily="34" charset="-78"/>
                <a:cs typeface="Dubai Medium" panose="020B0603030403030204" pitchFamily="34" charset="-78"/>
              </a:rPr>
              <a:t>Q1) Where did the dataset for this analysis originate?</a:t>
            </a:r>
          </a:p>
          <a:p>
            <a:r>
              <a:rPr dirty="0" sz="1050" lang="en-US">
                <a:solidFill>
                  <a:schemeClr val="tx2"/>
                </a:solidFill>
                <a:latin typeface="Dubai Medium" panose="020B0603030403030204" pitchFamily="34" charset="-78"/>
                <a:cs typeface="Dubai Medium" panose="020B0603030403030204" pitchFamily="34" charset="-78"/>
              </a:rPr>
              <a:t>Ans) The dataset for the heart disease analysis was sourced from the Cleveland Clinic Foundation and is part of a larger dataset available from the UCI Machine Learning Repository. ( </a:t>
            </a:r>
            <a:r>
              <a:rPr b="0" dirty="0" sz="1050" i="0" lang="en-IN">
                <a:solidFill>
                  <a:srgbClr val="000000"/>
                </a:solidFill>
                <a:effectLst/>
                <a:latin typeface="Times New Roman" panose="02020603050405020304" pitchFamily="18" charset="0"/>
                <a:hlinkClick r:id="rId1"/>
              </a:rPr>
              <a:t>https://archive.ics.uci.edu/ml/datasets/heart+disease</a:t>
            </a:r>
            <a:r>
              <a:rPr b="0" dirty="0" sz="1050" i="0" lang="en-IN">
                <a:solidFill>
                  <a:srgbClr val="000000"/>
                </a:solidFill>
                <a:effectLst/>
                <a:latin typeface="Times New Roman" panose="02020603050405020304" pitchFamily="18" charset="0"/>
              </a:rPr>
              <a:t> </a:t>
            </a:r>
            <a:r>
              <a:rPr dirty="0" sz="1050" lang="en-US">
                <a:solidFill>
                  <a:schemeClr val="tx2"/>
                </a:solidFill>
                <a:latin typeface="Dubai Medium" panose="020B0603030403030204" pitchFamily="34" charset="-78"/>
                <a:cs typeface="Dubai Medium" panose="020B0603030403030204" pitchFamily="34" charset="-78"/>
              </a:rPr>
              <a:t>)</a:t>
            </a:r>
          </a:p>
          <a:p>
            <a:endParaRPr dirty="0" sz="1050" lang="en-US">
              <a:solidFill>
                <a:schemeClr val="tx2"/>
              </a:solidFill>
              <a:latin typeface="Dubai Medium" panose="020B0603030403030204" pitchFamily="34" charset="-78"/>
              <a:cs typeface="Dubai Medium" panose="020B0603030403030204" pitchFamily="34" charset="-78"/>
            </a:endParaRPr>
          </a:p>
          <a:p>
            <a:r>
              <a:rPr dirty="0" sz="1050" lang="en-US">
                <a:solidFill>
                  <a:schemeClr val="tx2"/>
                </a:solidFill>
                <a:latin typeface="Dubai Medium" panose="020B0603030403030204" pitchFamily="34" charset="-78"/>
                <a:cs typeface="Dubai Medium" panose="020B0603030403030204" pitchFamily="34" charset="-78"/>
              </a:rPr>
              <a:t>Q2) Can you describe the type of data included in the study?</a:t>
            </a:r>
          </a:p>
          <a:p>
            <a:r>
              <a:rPr dirty="0" sz="1050" lang="en-US">
                <a:solidFill>
                  <a:schemeClr val="tx2"/>
                </a:solidFill>
                <a:latin typeface="Dubai Medium" panose="020B0603030403030204" pitchFamily="34" charset="-78"/>
                <a:cs typeface="Dubai Medium" panose="020B0603030403030204" pitchFamily="34" charset="-78"/>
              </a:rPr>
              <a:t>Ans) The data comprises both numerical and categorical values. Numerical data includes age, blood pressure, and cholesterol levels, while categorical data encompasses sex, chest pain types, fasting blood sugar levels, etc.</a:t>
            </a:r>
          </a:p>
          <a:p>
            <a:endParaRPr dirty="0" sz="1050" lang="en-US">
              <a:solidFill>
                <a:schemeClr val="tx2"/>
              </a:solidFill>
              <a:latin typeface="Dubai Medium" panose="020B0603030403030204" pitchFamily="34" charset="-78"/>
              <a:cs typeface="Dubai Medium" panose="020B0603030403030204" pitchFamily="34" charset="-78"/>
            </a:endParaRPr>
          </a:p>
          <a:p>
            <a:r>
              <a:rPr dirty="0" sz="1050" lang="en-US">
                <a:solidFill>
                  <a:schemeClr val="tx2"/>
                </a:solidFill>
                <a:latin typeface="Dubai Medium" panose="020B0603030403030204" pitchFamily="34" charset="-78"/>
                <a:cs typeface="Dubai Medium" panose="020B0603030403030204" pitchFamily="34" charset="-78"/>
              </a:rPr>
              <a:t>Q3) Could you outline the process you followed in this analysis?</a:t>
            </a:r>
          </a:p>
          <a:p>
            <a:r>
              <a:rPr dirty="0" sz="1050" lang="en-US">
                <a:solidFill>
                  <a:schemeClr val="tx2"/>
                </a:solidFill>
                <a:latin typeface="Dubai Medium" panose="020B0603030403030204" pitchFamily="34" charset="-78"/>
                <a:cs typeface="Dubai Medium" panose="020B0603030403030204" pitchFamily="34" charset="-78"/>
              </a:rPr>
              <a:t>Ans) Please see slide 5 for a detailed flowchart of the analysis process, which includes data cleaning, exploratory data analysis, and statistical analysis.</a:t>
            </a:r>
          </a:p>
          <a:p>
            <a:endParaRPr dirty="0" sz="1050" lang="en-US">
              <a:solidFill>
                <a:schemeClr val="tx2"/>
              </a:solidFill>
              <a:latin typeface="Dubai Medium" panose="020B0603030403030204" pitchFamily="34" charset="-78"/>
              <a:cs typeface="Dubai Medium" panose="020B0603030403030204" pitchFamily="34" charset="-78"/>
            </a:endParaRPr>
          </a:p>
          <a:p>
            <a:r>
              <a:rPr dirty="0" sz="1050" lang="en-US">
                <a:solidFill>
                  <a:schemeClr val="tx2"/>
                </a:solidFill>
                <a:latin typeface="Dubai Medium" panose="020B0603030403030204" pitchFamily="34" charset="-78"/>
                <a:cs typeface="Dubai Medium" panose="020B0603030403030204" pitchFamily="34" charset="-78"/>
              </a:rPr>
              <a:t>Q4) What specific data preprocessing techniques did you employ?</a:t>
            </a:r>
          </a:p>
          <a:p>
            <a:r>
              <a:rPr dirty="0" sz="1050" lang="en-US">
                <a:solidFill>
                  <a:schemeClr val="tx2"/>
                </a:solidFill>
                <a:latin typeface="Dubai Medium" panose="020B0603030403030204" pitchFamily="34" charset="-78"/>
                <a:cs typeface="Dubai Medium" panose="020B0603030403030204" pitchFamily="34" charset="-78"/>
              </a:rPr>
              <a:t>Ans) Data preprocessing involved removing unwanted attributes, detecting and handling outliers, imputing missing values, and converting numerical data into categorized formats where appropriate.</a:t>
            </a:r>
          </a:p>
        </p:txBody>
      </p:sp>
      <p:sp>
        <p:nvSpPr>
          <p:cNvPr id="1049611" name="TextBox 4"/>
          <p:cNvSpPr txBox="1"/>
          <p:nvPr/>
        </p:nvSpPr>
        <p:spPr>
          <a:xfrm>
            <a:off x="973874" y="2957471"/>
            <a:ext cx="8170126" cy="2192908"/>
          </a:xfrm>
          <a:prstGeom prst="rect"/>
          <a:noFill/>
        </p:spPr>
        <p:txBody>
          <a:bodyPr wrap="square">
            <a:spAutoFit/>
          </a:bodyPr>
          <a:p>
            <a:r>
              <a:rPr dirty="0" sz="1050" lang="en-US">
                <a:solidFill>
                  <a:schemeClr val="tx2"/>
                </a:solidFill>
                <a:latin typeface="Dubai Medium" panose="020B0603030403030204" pitchFamily="34" charset="-78"/>
                <a:cs typeface="Dubai Medium" panose="020B0603030403030204" pitchFamily="34" charset="-78"/>
              </a:rPr>
              <a:t>Q5) Which Python libraries were integral to your analysis?</a:t>
            </a:r>
          </a:p>
          <a:p>
            <a:r>
              <a:rPr dirty="0" sz="1050" lang="en-US">
                <a:solidFill>
                  <a:schemeClr val="tx2"/>
                </a:solidFill>
                <a:latin typeface="Dubai Medium" panose="020B0603030403030204" pitchFamily="34" charset="-78"/>
                <a:cs typeface="Dubai Medium" panose="020B0603030403030204" pitchFamily="34" charset="-78"/>
              </a:rPr>
              <a:t>Ans) The primary libraries utilized were Pandas for data manipulation, NumPy for numerical computations, and Matplotlib and Seaborn for data visualization.</a:t>
            </a:r>
          </a:p>
          <a:p>
            <a:endParaRPr dirty="0" sz="1050" lang="en-US">
              <a:solidFill>
                <a:schemeClr val="tx2"/>
              </a:solidFill>
              <a:latin typeface="Dubai Medium" panose="020B0603030403030204" pitchFamily="34" charset="-78"/>
              <a:cs typeface="Dubai Medium" panose="020B0603030403030204" pitchFamily="34" charset="-78"/>
            </a:endParaRPr>
          </a:p>
          <a:p>
            <a:r>
              <a:rPr dirty="0" sz="1050" lang="en-US">
                <a:solidFill>
                  <a:schemeClr val="tx2"/>
                </a:solidFill>
                <a:latin typeface="Dubai Medium" panose="020B0603030403030204" pitchFamily="34" charset="-78"/>
                <a:cs typeface="Dubai Medium" panose="020B0603030403030204" pitchFamily="34" charset="-78"/>
              </a:rPr>
              <a:t>Q6) How did you address missing data within the dataset?</a:t>
            </a:r>
          </a:p>
          <a:p>
            <a:r>
              <a:rPr dirty="0" sz="1050" lang="en-US">
                <a:solidFill>
                  <a:schemeClr val="tx2"/>
                </a:solidFill>
                <a:latin typeface="Dubai Medium" panose="020B0603030403030204" pitchFamily="34" charset="-78"/>
                <a:cs typeface="Dubai Medium" panose="020B0603030403030204" pitchFamily="34" charset="-78"/>
              </a:rPr>
              <a:t>Ans) Missing values were addressed by imputing with median values, as it is a robust measure of central tendency.</a:t>
            </a:r>
          </a:p>
          <a:p>
            <a:endParaRPr dirty="0" sz="1050" lang="en-US">
              <a:solidFill>
                <a:schemeClr val="tx2"/>
              </a:solidFill>
              <a:latin typeface="Dubai Medium" panose="020B0603030403030204" pitchFamily="34" charset="-78"/>
              <a:cs typeface="Dubai Medium" panose="020B0603030403030204" pitchFamily="34" charset="-78"/>
            </a:endParaRPr>
          </a:p>
          <a:p>
            <a:r>
              <a:rPr dirty="0" sz="1050" lang="en-US">
                <a:solidFill>
                  <a:schemeClr val="tx2"/>
                </a:solidFill>
                <a:latin typeface="Dubai Medium" panose="020B0603030403030204" pitchFamily="34" charset="-78"/>
                <a:cs typeface="Dubai Medium" panose="020B0603030403030204" pitchFamily="34" charset="-78"/>
              </a:rPr>
              <a:t>Q7) What strategies were employed to manage outliers in the data?</a:t>
            </a:r>
          </a:p>
          <a:p>
            <a:r>
              <a:rPr dirty="0" sz="1050" lang="en-US">
                <a:solidFill>
                  <a:schemeClr val="tx2"/>
                </a:solidFill>
                <a:latin typeface="Dubai Medium" panose="020B0603030403030204" pitchFamily="34" charset="-78"/>
                <a:cs typeface="Dubai Medium" panose="020B0603030403030204" pitchFamily="34" charset="-78"/>
              </a:rPr>
              <a:t>Ans) Outliers were managed by applying the Interquartile Range (IQR) method, setting bounds to identify and handle extreme values.</a:t>
            </a:r>
          </a:p>
          <a:p>
            <a:endParaRPr dirty="0" sz="1050" lang="en-US">
              <a:solidFill>
                <a:schemeClr val="tx2"/>
              </a:solidFill>
              <a:latin typeface="Dubai Medium" panose="020B0603030403030204" pitchFamily="34" charset="-78"/>
              <a:cs typeface="Dubai Medium" panose="020B0603030403030204" pitchFamily="34" charset="-78"/>
            </a:endParaRPr>
          </a:p>
          <a:p>
            <a:r>
              <a:rPr dirty="0" sz="1050" lang="en-US">
                <a:solidFill>
                  <a:schemeClr val="tx2"/>
                </a:solidFill>
                <a:latin typeface="Dubai Medium" panose="020B0603030403030204" pitchFamily="34" charset="-78"/>
                <a:cs typeface="Dubai Medium" panose="020B0603030403030204" pitchFamily="34" charset="-78"/>
              </a:rPr>
              <a:t>Q8) How did you convert numerical data into categorical values, and why?</a:t>
            </a:r>
          </a:p>
          <a:p>
            <a:r>
              <a:rPr dirty="0" sz="1050" lang="en-US">
                <a:solidFill>
                  <a:schemeClr val="tx2"/>
                </a:solidFill>
                <a:latin typeface="Dubai Medium" panose="020B0603030403030204" pitchFamily="34" charset="-78"/>
                <a:cs typeface="Dubai Medium" panose="020B0603030403030204" pitchFamily="34" charset="-78"/>
              </a:rPr>
              <a:t>Ans) Numerical data was categorized to facilitate analysis on categorical groupings, such as age ranges or categories of chest pain, using binning techniques and mapping to descriptive labels.</a:t>
            </a:r>
            <a:endParaRPr dirty="0" sz="1050" lang="en-IN">
              <a:solidFill>
                <a:schemeClr val="tx2"/>
              </a:solidFill>
              <a:latin typeface="Dubai Medium" panose="020B0603030403030204" pitchFamily="34" charset="-78"/>
              <a:cs typeface="Dubai Medium" panose="020B0603030403030204" pitchFamily="34" charset="-7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37" name="Shape 6270"/>
        <p:cNvGrpSpPr/>
        <p:nvPr/>
      </p:nvGrpSpPr>
      <p:grpSpPr>
        <a:xfrm>
          <a:off x="0" y="0"/>
          <a:ext cx="0" cy="0"/>
          <a:chOff x="0" y="0"/>
          <a:chExt cx="0" cy="0"/>
        </a:xfrm>
      </p:grpSpPr>
      <p:sp>
        <p:nvSpPr>
          <p:cNvPr id="1049761" name="Google Shape;6271;p118"/>
          <p:cNvSpPr txBox="1">
            <a:spLocks noGrp="1"/>
          </p:cNvSpPr>
          <p:nvPr>
            <p:ph type="title"/>
          </p:nvPr>
        </p:nvSpPr>
        <p:spPr>
          <a:xfrm>
            <a:off x="2174356" y="1946413"/>
            <a:ext cx="4167900" cy="478200"/>
          </a:xfrm>
          <a:prstGeom prst="rect"/>
        </p:spPr>
        <p:txBody>
          <a:bodyPr anchor="ctr" anchorCtr="0" bIns="91425" lIns="91425" rIns="91425" spcFirstLastPara="1" tIns="91425" wrap="square">
            <a:noAutofit/>
          </a:bodyPr>
          <a:p>
            <a:pPr algn="ctr" indent="0" lvl="0" marL="0" rtl="0">
              <a:spcBef>
                <a:spcPts val="0"/>
              </a:spcBef>
              <a:spcAft>
                <a:spcPts val="0"/>
              </a:spcAft>
              <a:buNone/>
            </a:pPr>
            <a:r>
              <a:rPr dirty="0" lang="en"/>
              <a:t>THANK YOU!</a:t>
            </a:r>
            <a:endParaRPr dirty="0"/>
          </a:p>
        </p:txBody>
      </p:sp>
      <p:grpSp>
        <p:nvGrpSpPr>
          <p:cNvPr id="138" name="Google Shape;6287;p118"/>
          <p:cNvGrpSpPr/>
          <p:nvPr/>
        </p:nvGrpSpPr>
        <p:grpSpPr>
          <a:xfrm>
            <a:off x="286988" y="4172338"/>
            <a:ext cx="985925" cy="744150"/>
            <a:chOff x="1666700" y="5967688"/>
            <a:chExt cx="985925" cy="744150"/>
          </a:xfrm>
        </p:grpSpPr>
        <p:sp>
          <p:nvSpPr>
            <p:cNvPr id="1049762" name="Google Shape;6288;p118"/>
            <p:cNvSpPr/>
            <p:nvPr/>
          </p:nvSpPr>
          <p:spPr>
            <a:xfrm>
              <a:off x="1666700" y="5967688"/>
              <a:ext cx="985925" cy="744150"/>
            </a:xfrm>
            <a:custGeom>
              <a:avLst/>
              <a:ah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63" name="Google Shape;6289;p118"/>
            <p:cNvSpPr/>
            <p:nvPr/>
          </p:nvSpPr>
          <p:spPr>
            <a:xfrm>
              <a:off x="1758650" y="6363863"/>
              <a:ext cx="130375" cy="130375"/>
            </a:xfrm>
            <a:custGeom>
              <a:avLst/>
              <a:ah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64" name="Google Shape;6290;p118"/>
            <p:cNvSpPr/>
            <p:nvPr/>
          </p:nvSpPr>
          <p:spPr>
            <a:xfrm>
              <a:off x="1735750" y="6361013"/>
              <a:ext cx="148175" cy="131150"/>
            </a:xfrm>
            <a:custGeom>
              <a:avLst/>
              <a:ah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65" name="Google Shape;6291;p118"/>
            <p:cNvSpPr/>
            <p:nvPr/>
          </p:nvSpPr>
          <p:spPr>
            <a:xfrm>
              <a:off x="1766400" y="6369163"/>
              <a:ext cx="117525" cy="122175"/>
            </a:xfrm>
            <a:custGeom>
              <a:avLst/>
              <a:ah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66" name="Google Shape;6292;p118"/>
            <p:cNvSpPr/>
            <p:nvPr/>
          </p:nvSpPr>
          <p:spPr>
            <a:xfrm>
              <a:off x="1751075" y="6397163"/>
              <a:ext cx="119975" cy="66425"/>
            </a:xfrm>
            <a:custGeom>
              <a:avLst/>
              <a:ah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67" name="Google Shape;6293;p118"/>
            <p:cNvSpPr/>
            <p:nvPr/>
          </p:nvSpPr>
          <p:spPr>
            <a:xfrm>
              <a:off x="1748425" y="6392063"/>
              <a:ext cx="120175" cy="69075"/>
            </a:xfrm>
            <a:custGeom>
              <a:avLst/>
              <a:ah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68" name="Google Shape;6294;p118"/>
            <p:cNvSpPr/>
            <p:nvPr/>
          </p:nvSpPr>
          <p:spPr>
            <a:xfrm>
              <a:off x="1911900" y="6282113"/>
              <a:ext cx="130375" cy="130400"/>
            </a:xfrm>
            <a:custGeom>
              <a:avLst/>
              <a:ah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69" name="Google Shape;6295;p118"/>
            <p:cNvSpPr/>
            <p:nvPr/>
          </p:nvSpPr>
          <p:spPr>
            <a:xfrm>
              <a:off x="1889000" y="6279288"/>
              <a:ext cx="148175" cy="129975"/>
            </a:xfrm>
            <a:custGeom>
              <a:avLst/>
              <a:ah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70" name="Google Shape;6296;p118"/>
            <p:cNvSpPr/>
            <p:nvPr/>
          </p:nvSpPr>
          <p:spPr>
            <a:xfrm>
              <a:off x="1922125" y="6287438"/>
              <a:ext cx="115050" cy="122175"/>
            </a:xfrm>
            <a:custGeom>
              <a:avLst/>
              <a:ah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71" name="Google Shape;6297;p118"/>
            <p:cNvSpPr/>
            <p:nvPr/>
          </p:nvSpPr>
          <p:spPr>
            <a:xfrm>
              <a:off x="1906800" y="6315438"/>
              <a:ext cx="117500" cy="66425"/>
            </a:xfrm>
            <a:custGeom>
              <a:avLst/>
              <a:ah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72" name="Google Shape;6298;p118"/>
            <p:cNvSpPr/>
            <p:nvPr/>
          </p:nvSpPr>
          <p:spPr>
            <a:xfrm>
              <a:off x="1904325" y="6310313"/>
              <a:ext cx="119975" cy="69100"/>
            </a:xfrm>
            <a:custGeom>
              <a:avLst/>
              <a:ah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73" name="Google Shape;6299;p118"/>
            <p:cNvSpPr/>
            <p:nvPr/>
          </p:nvSpPr>
          <p:spPr>
            <a:xfrm>
              <a:off x="2067800" y="6200388"/>
              <a:ext cx="130200" cy="130400"/>
            </a:xfrm>
            <a:custGeom>
              <a:avLst/>
              <a:ah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74" name="Google Shape;6300;p118"/>
            <p:cNvSpPr/>
            <p:nvPr/>
          </p:nvSpPr>
          <p:spPr>
            <a:xfrm>
              <a:off x="2044725" y="6197563"/>
              <a:ext cx="148150" cy="129975"/>
            </a:xfrm>
            <a:custGeom>
              <a:avLst/>
              <a:ah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75" name="Google Shape;6301;p118"/>
            <p:cNvSpPr/>
            <p:nvPr/>
          </p:nvSpPr>
          <p:spPr>
            <a:xfrm>
              <a:off x="2078025" y="6205713"/>
              <a:ext cx="114850" cy="122175"/>
            </a:xfrm>
            <a:custGeom>
              <a:avLst/>
              <a:ah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76" name="Google Shape;6302;p118"/>
            <p:cNvSpPr/>
            <p:nvPr/>
          </p:nvSpPr>
          <p:spPr>
            <a:xfrm>
              <a:off x="2060050" y="6233688"/>
              <a:ext cx="120175" cy="66450"/>
            </a:xfrm>
            <a:custGeom>
              <a:avLst/>
              <a:ah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77" name="Google Shape;6303;p118"/>
            <p:cNvSpPr/>
            <p:nvPr/>
          </p:nvSpPr>
          <p:spPr>
            <a:xfrm>
              <a:off x="2060050" y="6228588"/>
              <a:ext cx="117500" cy="69100"/>
            </a:xfrm>
            <a:custGeom>
              <a:avLst/>
              <a:ah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78" name="Google Shape;6304;p118"/>
            <p:cNvSpPr/>
            <p:nvPr/>
          </p:nvSpPr>
          <p:spPr>
            <a:xfrm>
              <a:off x="2221050" y="6118663"/>
              <a:ext cx="130200" cy="130375"/>
            </a:xfrm>
            <a:custGeom>
              <a:avLst/>
              <a:ah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79" name="Google Shape;6305;p118"/>
            <p:cNvSpPr/>
            <p:nvPr/>
          </p:nvSpPr>
          <p:spPr>
            <a:xfrm>
              <a:off x="2197975" y="6115813"/>
              <a:ext cx="150825" cy="129975"/>
            </a:xfrm>
            <a:custGeom>
              <a:avLst/>
              <a:ah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80" name="Google Shape;6306;p118"/>
            <p:cNvSpPr/>
            <p:nvPr/>
          </p:nvSpPr>
          <p:spPr>
            <a:xfrm>
              <a:off x="2231275" y="6123963"/>
              <a:ext cx="117525" cy="122175"/>
            </a:xfrm>
            <a:custGeom>
              <a:avLst/>
              <a:ah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81" name="Google Shape;6307;p118"/>
            <p:cNvSpPr/>
            <p:nvPr/>
          </p:nvSpPr>
          <p:spPr>
            <a:xfrm>
              <a:off x="2215950" y="6151963"/>
              <a:ext cx="117525" cy="66425"/>
            </a:xfrm>
            <a:custGeom>
              <a:avLst/>
              <a:ah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82" name="Google Shape;6308;p118"/>
            <p:cNvSpPr/>
            <p:nvPr/>
          </p:nvSpPr>
          <p:spPr>
            <a:xfrm>
              <a:off x="2213300" y="6146863"/>
              <a:ext cx="120175" cy="69075"/>
            </a:xfrm>
            <a:custGeom>
              <a:avLst/>
              <a:ah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83" name="Google Shape;6309;p118"/>
            <p:cNvSpPr/>
            <p:nvPr/>
          </p:nvSpPr>
          <p:spPr>
            <a:xfrm>
              <a:off x="2376750" y="6036913"/>
              <a:ext cx="130400" cy="130400"/>
            </a:xfrm>
            <a:custGeom>
              <a:avLst/>
              <a:ah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84" name="Google Shape;6310;p118"/>
            <p:cNvSpPr/>
            <p:nvPr/>
          </p:nvSpPr>
          <p:spPr>
            <a:xfrm>
              <a:off x="2353875" y="6034013"/>
              <a:ext cx="148175" cy="130050"/>
            </a:xfrm>
            <a:custGeom>
              <a:avLst/>
              <a:ah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85" name="Google Shape;6311;p118"/>
            <p:cNvSpPr/>
            <p:nvPr/>
          </p:nvSpPr>
          <p:spPr>
            <a:xfrm>
              <a:off x="2386975" y="6042238"/>
              <a:ext cx="115075" cy="122175"/>
            </a:xfrm>
            <a:custGeom>
              <a:avLst/>
              <a:ah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86" name="Google Shape;6312;p118"/>
            <p:cNvSpPr/>
            <p:nvPr/>
          </p:nvSpPr>
          <p:spPr>
            <a:xfrm>
              <a:off x="2371650" y="6070238"/>
              <a:ext cx="117525" cy="66425"/>
            </a:xfrm>
            <a:custGeom>
              <a:avLst/>
              <a:ah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87" name="Google Shape;6313;p118"/>
            <p:cNvSpPr/>
            <p:nvPr/>
          </p:nvSpPr>
          <p:spPr>
            <a:xfrm>
              <a:off x="2369200" y="6065113"/>
              <a:ext cx="117525" cy="69100"/>
            </a:xfrm>
            <a:custGeom>
              <a:avLst/>
              <a:ah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88" name="Google Shape;6314;p118"/>
            <p:cNvSpPr/>
            <p:nvPr/>
          </p:nvSpPr>
          <p:spPr>
            <a:xfrm>
              <a:off x="1832825" y="6506888"/>
              <a:ext cx="130175" cy="130400"/>
            </a:xfrm>
            <a:custGeom>
              <a:avLst/>
              <a:ah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89" name="Google Shape;6315;p118"/>
            <p:cNvSpPr/>
            <p:nvPr/>
          </p:nvSpPr>
          <p:spPr>
            <a:xfrm>
              <a:off x="1809725" y="6504063"/>
              <a:ext cx="148175" cy="129975"/>
            </a:xfrm>
            <a:custGeom>
              <a:avLst/>
              <a:ah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90" name="Google Shape;6316;p118"/>
            <p:cNvSpPr/>
            <p:nvPr/>
          </p:nvSpPr>
          <p:spPr>
            <a:xfrm>
              <a:off x="1843025" y="6512213"/>
              <a:ext cx="114875" cy="122175"/>
            </a:xfrm>
            <a:custGeom>
              <a:avLst/>
              <a:ah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91" name="Google Shape;6317;p118"/>
            <p:cNvSpPr/>
            <p:nvPr/>
          </p:nvSpPr>
          <p:spPr>
            <a:xfrm>
              <a:off x="1827700" y="6540188"/>
              <a:ext cx="117525" cy="66450"/>
            </a:xfrm>
            <a:custGeom>
              <a:avLst/>
              <a:ah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92" name="Google Shape;6318;p118"/>
            <p:cNvSpPr/>
            <p:nvPr/>
          </p:nvSpPr>
          <p:spPr>
            <a:xfrm>
              <a:off x="1825050" y="6535088"/>
              <a:ext cx="120175" cy="69100"/>
            </a:xfrm>
            <a:custGeom>
              <a:avLst/>
              <a:ah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93" name="Google Shape;6319;p118"/>
            <p:cNvSpPr/>
            <p:nvPr/>
          </p:nvSpPr>
          <p:spPr>
            <a:xfrm>
              <a:off x="1988525" y="6425163"/>
              <a:ext cx="130400" cy="130375"/>
            </a:xfrm>
            <a:custGeom>
              <a:avLst/>
              <a:ah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94" name="Google Shape;6320;p118"/>
            <p:cNvSpPr/>
            <p:nvPr/>
          </p:nvSpPr>
          <p:spPr>
            <a:xfrm>
              <a:off x="1965625" y="6422313"/>
              <a:ext cx="148175" cy="129975"/>
            </a:xfrm>
            <a:custGeom>
              <a:avLst/>
              <a:ah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95" name="Google Shape;6321;p118"/>
            <p:cNvSpPr/>
            <p:nvPr/>
          </p:nvSpPr>
          <p:spPr>
            <a:xfrm>
              <a:off x="1998750" y="6430463"/>
              <a:ext cx="115050" cy="122175"/>
            </a:xfrm>
            <a:custGeom>
              <a:avLst/>
              <a:ah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96" name="Google Shape;6322;p118"/>
            <p:cNvSpPr/>
            <p:nvPr/>
          </p:nvSpPr>
          <p:spPr>
            <a:xfrm>
              <a:off x="1980950" y="6458463"/>
              <a:ext cx="119975" cy="66425"/>
            </a:xfrm>
            <a:custGeom>
              <a:avLst/>
              <a:ah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97" name="Google Shape;6323;p118"/>
            <p:cNvSpPr/>
            <p:nvPr/>
          </p:nvSpPr>
          <p:spPr>
            <a:xfrm>
              <a:off x="1980950" y="6453363"/>
              <a:ext cx="117525" cy="69075"/>
            </a:xfrm>
            <a:custGeom>
              <a:avLst/>
              <a:ah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98" name="Google Shape;6324;p118"/>
            <p:cNvSpPr/>
            <p:nvPr/>
          </p:nvSpPr>
          <p:spPr>
            <a:xfrm>
              <a:off x="2141775" y="6343413"/>
              <a:ext cx="130400" cy="130400"/>
            </a:xfrm>
            <a:custGeom>
              <a:avLst/>
              <a:ah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799" name="Google Shape;6325;p118"/>
            <p:cNvSpPr/>
            <p:nvPr/>
          </p:nvSpPr>
          <p:spPr>
            <a:xfrm>
              <a:off x="2118900" y="6340513"/>
              <a:ext cx="150600" cy="130050"/>
            </a:xfrm>
            <a:custGeom>
              <a:avLst/>
              <a:ah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00" name="Google Shape;6326;p118"/>
            <p:cNvSpPr/>
            <p:nvPr/>
          </p:nvSpPr>
          <p:spPr>
            <a:xfrm>
              <a:off x="2152000" y="6348738"/>
              <a:ext cx="117500" cy="122175"/>
            </a:xfrm>
            <a:custGeom>
              <a:avLst/>
              <a:ah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01" name="Google Shape;6327;p118"/>
            <p:cNvSpPr/>
            <p:nvPr/>
          </p:nvSpPr>
          <p:spPr>
            <a:xfrm>
              <a:off x="2136675" y="6376738"/>
              <a:ext cx="117500" cy="66425"/>
            </a:xfrm>
            <a:custGeom>
              <a:avLst/>
              <a:ah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02" name="Google Shape;6328;p118"/>
            <p:cNvSpPr/>
            <p:nvPr/>
          </p:nvSpPr>
          <p:spPr>
            <a:xfrm>
              <a:off x="2134225" y="6371613"/>
              <a:ext cx="119950" cy="66450"/>
            </a:xfrm>
            <a:custGeom>
              <a:avLst/>
              <a:ah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03" name="Google Shape;6329;p118"/>
            <p:cNvSpPr/>
            <p:nvPr/>
          </p:nvSpPr>
          <p:spPr>
            <a:xfrm>
              <a:off x="2297675" y="6261688"/>
              <a:ext cx="130200" cy="130400"/>
            </a:xfrm>
            <a:custGeom>
              <a:avLst/>
              <a:ah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04" name="Google Shape;6330;p118"/>
            <p:cNvSpPr/>
            <p:nvPr/>
          </p:nvSpPr>
          <p:spPr>
            <a:xfrm>
              <a:off x="2274600" y="6258788"/>
              <a:ext cx="148150" cy="129600"/>
            </a:xfrm>
            <a:custGeom>
              <a:avLst/>
              <a:ah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05" name="Google Shape;6331;p118"/>
            <p:cNvSpPr/>
            <p:nvPr/>
          </p:nvSpPr>
          <p:spPr>
            <a:xfrm>
              <a:off x="2307900" y="6267013"/>
              <a:ext cx="114850" cy="122175"/>
            </a:xfrm>
            <a:custGeom>
              <a:avLst/>
              <a:ah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06" name="Google Shape;6332;p118"/>
            <p:cNvSpPr/>
            <p:nvPr/>
          </p:nvSpPr>
          <p:spPr>
            <a:xfrm>
              <a:off x="2292575" y="6292538"/>
              <a:ext cx="117525" cy="68900"/>
            </a:xfrm>
            <a:custGeom>
              <a:avLst/>
              <a:ah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07" name="Google Shape;6333;p118"/>
            <p:cNvSpPr/>
            <p:nvPr/>
          </p:nvSpPr>
          <p:spPr>
            <a:xfrm>
              <a:off x="2289925" y="6289888"/>
              <a:ext cx="117500" cy="66425"/>
            </a:xfrm>
            <a:custGeom>
              <a:avLst/>
              <a:ah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08" name="Google Shape;6334;p118"/>
            <p:cNvSpPr/>
            <p:nvPr/>
          </p:nvSpPr>
          <p:spPr>
            <a:xfrm>
              <a:off x="2453375" y="6179963"/>
              <a:ext cx="130400" cy="130375"/>
            </a:xfrm>
            <a:custGeom>
              <a:avLst/>
              <a:ah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09" name="Google Shape;6335;p118"/>
            <p:cNvSpPr/>
            <p:nvPr/>
          </p:nvSpPr>
          <p:spPr>
            <a:xfrm>
              <a:off x="2430500" y="6177038"/>
              <a:ext cx="148175" cy="129600"/>
            </a:xfrm>
            <a:custGeom>
              <a:avLst/>
              <a:ah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10" name="Google Shape;6336;p118"/>
            <p:cNvSpPr/>
            <p:nvPr/>
          </p:nvSpPr>
          <p:spPr>
            <a:xfrm>
              <a:off x="2461150" y="6182613"/>
              <a:ext cx="117525" cy="124825"/>
            </a:xfrm>
            <a:custGeom>
              <a:avLst/>
              <a:ah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11" name="Google Shape;6337;p118"/>
            <p:cNvSpPr/>
            <p:nvPr/>
          </p:nvSpPr>
          <p:spPr>
            <a:xfrm>
              <a:off x="2445825" y="6210813"/>
              <a:ext cx="119975" cy="68875"/>
            </a:xfrm>
            <a:custGeom>
              <a:avLst/>
              <a:ah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sp>
          <p:nvSpPr>
            <p:cNvPr id="1049812" name="Google Shape;6338;p118"/>
            <p:cNvSpPr/>
            <p:nvPr/>
          </p:nvSpPr>
          <p:spPr>
            <a:xfrm>
              <a:off x="2443175" y="6208163"/>
              <a:ext cx="120175" cy="66425"/>
            </a:xfrm>
            <a:custGeom>
              <a:avLst/>
              <a:ah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anchor="ctr" anchorCtr="0" bIns="91425" lIns="91425" rIns="91425" spcFirstLastPara="1" tIns="91425" wrap="square">
              <a:noAutofit/>
            </a:bodyPr>
            <a:p>
              <a:pPr algn="l" indent="0" lvl="0" marL="0" rtl="0">
                <a:spcBef>
                  <a:spcPts val="0"/>
                </a:spcBef>
                <a:spcAft>
                  <a:spcPts val="0"/>
                </a:spcAft>
                <a:buNone/>
              </a:pPr>
            </a:p>
          </p:txBody>
        </p:sp>
      </p:grpSp>
      <p:sp>
        <p:nvSpPr>
          <p:cNvPr id="1049813" name="Google Shape;6339;p118"/>
          <p:cNvSpPr/>
          <p:nvPr/>
        </p:nvSpPr>
        <p:spPr>
          <a:xfrm>
            <a:off x="3921900" y="4700807"/>
            <a:ext cx="1300200" cy="300600"/>
          </a:xfrm>
          <a:prstGeom prst="roundRect">
            <a:avLst>
              <a:gd name="adj" fmla="val 50000"/>
            </a:avLst>
          </a:prstGeom>
          <a:solidFill>
            <a:schemeClr val="accent1"/>
          </a:solidFill>
          <a:ln>
            <a:noFill/>
          </a:ln>
        </p:spPr>
        <p:txBody>
          <a:bodyPr anchor="ctr" anchorCtr="0" bIns="91425" lIns="91425" rIns="91425" spcFirstLastPara="1" tIns="91425" wrap="square">
            <a:noAutofit/>
          </a:bodyPr>
          <a:p>
            <a:pPr algn="ctr" indent="0" lvl="0" marL="0" rtl="0">
              <a:spcBef>
                <a:spcPts val="0"/>
              </a:spcBef>
              <a:spcAft>
                <a:spcPts val="0"/>
              </a:spcAft>
              <a:buNone/>
            </a:pPr>
          </a:p>
        </p:txBody>
      </p:sp>
      <p:sp>
        <p:nvSpPr>
          <p:cNvPr id="1049814" name="Google Shape;6340;p118"/>
          <p:cNvSpPr txBox="1">
            <a:spLocks noGrp="1"/>
          </p:cNvSpPr>
          <p:nvPr>
            <p:ph type="ctrTitle" idx="4294967295"/>
          </p:nvPr>
        </p:nvSpPr>
        <p:spPr>
          <a:xfrm>
            <a:off x="4570291" y="4730057"/>
            <a:ext cx="629400" cy="242100"/>
          </a:xfrm>
          <a:prstGeom prst="rect"/>
        </p:spPr>
        <p:txBody>
          <a:bodyPr anchor="ctr" anchorCtr="0" bIns="91425" lIns="91425" rIns="91425" spcFirstLastPara="1" tIns="91425" wrap="square">
            <a:noAutofit/>
          </a:bodyPr>
          <a:p>
            <a:pPr algn="l" indent="0" lvl="0" marL="0" rtl="0">
              <a:spcBef>
                <a:spcPts val="0"/>
              </a:spcBef>
              <a:spcAft>
                <a:spcPts val="0"/>
              </a:spcAft>
              <a:buNone/>
            </a:pPr>
            <a:r>
              <a:rPr sz="1400" lang="en">
                <a:solidFill>
                  <a:schemeClr val="hlink"/>
                </a:solidFill>
                <a:uFill>
                  <a:noFill/>
                </a:uFill>
                <a:hlinkClick r:id="" action="ppaction://hlinkshowjump?jump=nextslide"/>
              </a:rPr>
              <a:t>NEXT</a:t>
            </a:r>
            <a:endParaRPr sz="1400"/>
          </a:p>
        </p:txBody>
      </p:sp>
      <p:sp>
        <p:nvSpPr>
          <p:cNvPr id="1049815" name="Google Shape;6341;p118"/>
          <p:cNvSpPr txBox="1">
            <a:spLocks noGrp="1"/>
          </p:cNvSpPr>
          <p:nvPr>
            <p:ph type="ctrTitle" idx="4294967295"/>
          </p:nvPr>
        </p:nvSpPr>
        <p:spPr>
          <a:xfrm>
            <a:off x="3943606" y="4730057"/>
            <a:ext cx="629400" cy="242100"/>
          </a:xfrm>
          <a:prstGeom prst="rect"/>
        </p:spPr>
        <p:txBody>
          <a:bodyPr anchor="ctr" anchorCtr="0" bIns="91425" lIns="91425" rIns="91425" spcFirstLastPara="1" tIns="91425" wrap="square">
            <a:noAutofit/>
          </a:bodyPr>
          <a:p>
            <a:pPr algn="r" indent="0" lvl="0" marL="0" rtl="0">
              <a:spcBef>
                <a:spcPts val="0"/>
              </a:spcBef>
              <a:spcAft>
                <a:spcPts val="0"/>
              </a:spcAft>
              <a:buNone/>
            </a:pPr>
            <a:r>
              <a:rPr sz="1400" lang="en">
                <a:solidFill>
                  <a:schemeClr val="hlink"/>
                </a:solidFill>
                <a:uFill>
                  <a:noFill/>
                </a:uFill>
                <a:hlinkClick r:id="" action="ppaction://hlinkshowjump?jump=previousslide"/>
              </a:rPr>
              <a:t>PREV</a:t>
            </a:r>
            <a:endParaRPr sz="1400"/>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afterEffect" presetClass="entr" presetID="10" presetSubtype="0">
                                  <p:stCondLst>
                                    <p:cond delay="0"/>
                                  </p:stCondLst>
                                  <p:childTnLst>
                                    <p:set>
                                      <p:cBhvr>
                                        <p:cTn dur="1" fill="hold" id="6">
                                          <p:stCondLst>
                                            <p:cond delay="0"/>
                                          </p:stCondLst>
                                        </p:cTn>
                                        <p:tgtEl>
                                          <p:spTgt spid="1049761"/>
                                        </p:tgtEl>
                                        <p:attrNameLst>
                                          <p:attrName>style.visibility</p:attrName>
                                        </p:attrNameLst>
                                      </p:cBhvr>
                                      <p:to>
                                        <p:strVal val="visible"/>
                                      </p:to>
                                    </p:set>
                                    <p:animEffect transition="in" filter="fade">
                                      <p:cBhvr>
                                        <p:cTn dur="1000" id="7"/>
                                        <p:tgtEl>
                                          <p:spTgt spid="10497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ardiovascular Disease by Slidesgo">
  <a:themeElements>
    <a:clrScheme name="Simple Light">
      <a:dk1>
        <a:srgbClr val="B73D4C"/>
      </a:dk1>
      <a:lt1>
        <a:srgbClr val="DB7F86"/>
      </a:lt1>
      <a:dk2>
        <a:srgbClr val="4F0B13"/>
      </a:dk2>
      <a:lt2>
        <a:srgbClr val="FFFFFF"/>
      </a:lt2>
      <a:accent1>
        <a:srgbClr val="EC6469"/>
      </a:accent1>
      <a:accent2>
        <a:srgbClr val="DD8A94"/>
      </a:accent2>
      <a:accent3>
        <a:srgbClr val="C9D9E0"/>
      </a:accent3>
      <a:accent4>
        <a:srgbClr val="EA5462"/>
      </a:accent4>
      <a:accent5>
        <a:srgbClr val="4477BB"/>
      </a:accent5>
      <a:accent6>
        <a:srgbClr val="FFB6B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HEART DISEASE DIAGNOSTIC-ANALYSIS</dc:title>
  <dc:creator>Prakhyat Srivastava</dc:creator>
  <cp:lastModifiedBy>Prakhyat Srivastava</cp:lastModifiedBy>
  <dcterms:created xsi:type="dcterms:W3CDTF">2026-02-26T05:03:55Z</dcterms:created>
  <dcterms:modified xsi:type="dcterms:W3CDTF">2026-02-26T05:03:55Z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c0dec947f78a4e5a985d1ae6f46df382</vt:lpwstr>
  </property>
</Properties>
</file>